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1"/>
    </p:embeddedFont>
    <p:embeddedFont>
      <p:font typeface="Fira Sans Extra Condensed SemiBold" panose="020B0604020202020204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592BB-177F-4A7F-912D-7F75DD54B532}">
  <a:tblStyle styleId="{3CD592BB-177F-4A7F-912D-7F75DD54B5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86efe0169_0_2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086efe0169_0_2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7db777f25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7db777f25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086efe0169_0_3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086efe0169_0_3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07db777f25_2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07db777f25_2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107db777f25_2_55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107db777f25_2_55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1086efe0169_0_20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1086efe0169_0_20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1086efe0169_0_2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1086efe0169_0_20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1086efe0169_0_2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1086efe0169_0_2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69825" y="1391250"/>
            <a:ext cx="5804400" cy="218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92500" y="364755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ra Sans Extra Condensed SemiBold"/>
              <a:buNone/>
              <a:defRPr sz="2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20000" y="17427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496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" name="Google Shape;43;p13"/>
          <p:cNvSpPr txBox="1">
            <a:spLocks noGrp="1"/>
          </p:cNvSpPr>
          <p:nvPr>
            <p:ph type="subTitle" idx="1"/>
          </p:nvPr>
        </p:nvSpPr>
        <p:spPr>
          <a:xfrm>
            <a:off x="720000" y="23293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idx="3"/>
          </p:nvPr>
        </p:nvSpPr>
        <p:spPr>
          <a:xfrm>
            <a:off x="3403800" y="17427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 idx="4" hasCustomPrompt="1"/>
          </p:nvPr>
        </p:nvSpPr>
        <p:spPr>
          <a:xfrm>
            <a:off x="3403800" y="11496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subTitle" idx="5"/>
          </p:nvPr>
        </p:nvSpPr>
        <p:spPr>
          <a:xfrm>
            <a:off x="3403800" y="23293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title" idx="6"/>
          </p:nvPr>
        </p:nvSpPr>
        <p:spPr>
          <a:xfrm>
            <a:off x="6087600" y="17427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7" hasCustomPrompt="1"/>
          </p:nvPr>
        </p:nvSpPr>
        <p:spPr>
          <a:xfrm>
            <a:off x="6087600" y="11496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8"/>
          </p:nvPr>
        </p:nvSpPr>
        <p:spPr>
          <a:xfrm>
            <a:off x="6087600" y="23293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9"/>
          </p:nvPr>
        </p:nvSpPr>
        <p:spPr>
          <a:xfrm>
            <a:off x="720000" y="35321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 idx="13" hasCustomPrompt="1"/>
          </p:nvPr>
        </p:nvSpPr>
        <p:spPr>
          <a:xfrm>
            <a:off x="720000" y="29390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4"/>
          </p:nvPr>
        </p:nvSpPr>
        <p:spPr>
          <a:xfrm>
            <a:off x="720000" y="41187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15"/>
          </p:nvPr>
        </p:nvSpPr>
        <p:spPr>
          <a:xfrm>
            <a:off x="3403800" y="35321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16" hasCustomPrompt="1"/>
          </p:nvPr>
        </p:nvSpPr>
        <p:spPr>
          <a:xfrm>
            <a:off x="3403800" y="29390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7"/>
          </p:nvPr>
        </p:nvSpPr>
        <p:spPr>
          <a:xfrm>
            <a:off x="3403800" y="41187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8"/>
          </p:nvPr>
        </p:nvSpPr>
        <p:spPr>
          <a:xfrm>
            <a:off x="6087600" y="35321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19" hasCustomPrompt="1"/>
          </p:nvPr>
        </p:nvSpPr>
        <p:spPr>
          <a:xfrm>
            <a:off x="6087600" y="2939000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20"/>
          </p:nvPr>
        </p:nvSpPr>
        <p:spPr>
          <a:xfrm>
            <a:off x="6087600" y="4118700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2290025" y="339270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1458125" y="1188100"/>
            <a:ext cx="62277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2907600" cy="135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720000" y="2423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1"/>
          </p:nvPr>
        </p:nvSpPr>
        <p:spPr>
          <a:xfrm>
            <a:off x="720000" y="30098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title" idx="2"/>
          </p:nvPr>
        </p:nvSpPr>
        <p:spPr>
          <a:xfrm>
            <a:off x="3403800" y="2423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3"/>
          </p:nvPr>
        </p:nvSpPr>
        <p:spPr>
          <a:xfrm>
            <a:off x="3403800" y="30098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 idx="4"/>
          </p:nvPr>
        </p:nvSpPr>
        <p:spPr>
          <a:xfrm>
            <a:off x="6087600" y="2423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5"/>
          </p:nvPr>
        </p:nvSpPr>
        <p:spPr>
          <a:xfrm>
            <a:off x="6087600" y="30098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720000" y="2423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720000" y="30098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 idx="2"/>
          </p:nvPr>
        </p:nvSpPr>
        <p:spPr>
          <a:xfrm>
            <a:off x="3403800" y="2423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3"/>
          </p:nvPr>
        </p:nvSpPr>
        <p:spPr>
          <a:xfrm>
            <a:off x="3403800" y="30098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4"/>
          </p:nvPr>
        </p:nvSpPr>
        <p:spPr>
          <a:xfrm>
            <a:off x="6087600" y="24233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5"/>
          </p:nvPr>
        </p:nvSpPr>
        <p:spPr>
          <a:xfrm>
            <a:off x="6087600" y="3009838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1195863" y="16828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1195863" y="22693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title" idx="2"/>
          </p:nvPr>
        </p:nvSpPr>
        <p:spPr>
          <a:xfrm>
            <a:off x="5081043" y="16828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3"/>
          </p:nvPr>
        </p:nvSpPr>
        <p:spPr>
          <a:xfrm>
            <a:off x="5081043" y="22693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 idx="4"/>
          </p:nvPr>
        </p:nvSpPr>
        <p:spPr>
          <a:xfrm>
            <a:off x="1195863" y="31162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5"/>
          </p:nvPr>
        </p:nvSpPr>
        <p:spPr>
          <a:xfrm>
            <a:off x="1195863" y="37027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title" idx="6"/>
          </p:nvPr>
        </p:nvSpPr>
        <p:spPr>
          <a:xfrm>
            <a:off x="5081043" y="31162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7"/>
          </p:nvPr>
        </p:nvSpPr>
        <p:spPr>
          <a:xfrm>
            <a:off x="5081043" y="37027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720000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ubTitle" idx="1"/>
          </p:nvPr>
        </p:nvSpPr>
        <p:spPr>
          <a:xfrm>
            <a:off x="720000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title" idx="2"/>
          </p:nvPr>
        </p:nvSpPr>
        <p:spPr>
          <a:xfrm>
            <a:off x="3419269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subTitle" idx="3"/>
          </p:nvPr>
        </p:nvSpPr>
        <p:spPr>
          <a:xfrm>
            <a:off x="3419269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title" idx="4"/>
          </p:nvPr>
        </p:nvSpPr>
        <p:spPr>
          <a:xfrm>
            <a:off x="720000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5"/>
          </p:nvPr>
        </p:nvSpPr>
        <p:spPr>
          <a:xfrm>
            <a:off x="720000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title" idx="6"/>
          </p:nvPr>
        </p:nvSpPr>
        <p:spPr>
          <a:xfrm>
            <a:off x="3419269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7"/>
          </p:nvPr>
        </p:nvSpPr>
        <p:spPr>
          <a:xfrm>
            <a:off x="3419269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title" idx="8"/>
          </p:nvPr>
        </p:nvSpPr>
        <p:spPr>
          <a:xfrm>
            <a:off x="6118545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9"/>
          </p:nvPr>
        </p:nvSpPr>
        <p:spPr>
          <a:xfrm>
            <a:off x="6118545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title" idx="13"/>
          </p:nvPr>
        </p:nvSpPr>
        <p:spPr>
          <a:xfrm>
            <a:off x="6118545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14"/>
          </p:nvPr>
        </p:nvSpPr>
        <p:spPr>
          <a:xfrm>
            <a:off x="6118545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 hasCustomPrompt="1"/>
          </p:nvPr>
        </p:nvSpPr>
        <p:spPr>
          <a:xfrm>
            <a:off x="1284000" y="540000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1"/>
          </p:nvPr>
        </p:nvSpPr>
        <p:spPr>
          <a:xfrm>
            <a:off x="1284000" y="1246025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 idx="2" hasCustomPrompt="1"/>
          </p:nvPr>
        </p:nvSpPr>
        <p:spPr>
          <a:xfrm>
            <a:off x="1284000" y="1996138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3"/>
          </p:nvPr>
        </p:nvSpPr>
        <p:spPr>
          <a:xfrm>
            <a:off x="1284000" y="2702163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title" idx="4" hasCustomPrompt="1"/>
          </p:nvPr>
        </p:nvSpPr>
        <p:spPr>
          <a:xfrm>
            <a:off x="1284000" y="3452288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5"/>
          </p:nvPr>
        </p:nvSpPr>
        <p:spPr>
          <a:xfrm>
            <a:off x="1284000" y="4158313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ctrTitle"/>
          </p:nvPr>
        </p:nvSpPr>
        <p:spPr>
          <a:xfrm>
            <a:off x="2429950" y="669825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ubTitle" idx="1"/>
          </p:nvPr>
        </p:nvSpPr>
        <p:spPr>
          <a:xfrm>
            <a:off x="2425075" y="1704550"/>
            <a:ext cx="4293900" cy="18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 Extra Condensed SemiBold"/>
              <a:buNone/>
              <a:defRPr sz="35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/>
          <p:nvPr/>
        </p:nvSpPr>
        <p:spPr>
          <a:xfrm>
            <a:off x="5218685" y="1770487"/>
            <a:ext cx="3083050" cy="2192300"/>
          </a:xfrm>
          <a:custGeom>
            <a:avLst/>
            <a:gdLst/>
            <a:ahLst/>
            <a:cxnLst/>
            <a:rect l="l" t="t" r="r" b="b"/>
            <a:pathLst>
              <a:path w="123322" h="87692" extrusionOk="0">
                <a:moveTo>
                  <a:pt x="50744" y="3857"/>
                </a:moveTo>
                <a:cubicBezTo>
                  <a:pt x="41030" y="4365"/>
                  <a:pt x="33489" y="1063"/>
                  <a:pt x="27695" y="3095"/>
                </a:cubicBezTo>
                <a:cubicBezTo>
                  <a:pt x="21901" y="5127"/>
                  <a:pt x="17638" y="10715"/>
                  <a:pt x="15982" y="16049"/>
                </a:cubicBezTo>
                <a:cubicBezTo>
                  <a:pt x="14326" y="21383"/>
                  <a:pt x="20322" y="27860"/>
                  <a:pt x="17760" y="35099"/>
                </a:cubicBezTo>
                <a:cubicBezTo>
                  <a:pt x="15198" y="42338"/>
                  <a:pt x="2491" y="51990"/>
                  <a:pt x="609" y="59483"/>
                </a:cubicBezTo>
                <a:cubicBezTo>
                  <a:pt x="-1273" y="66976"/>
                  <a:pt x="1359" y="75866"/>
                  <a:pt x="6466" y="80057"/>
                </a:cubicBezTo>
                <a:cubicBezTo>
                  <a:pt x="11574" y="84248"/>
                  <a:pt x="18877" y="83359"/>
                  <a:pt x="31254" y="84629"/>
                </a:cubicBezTo>
                <a:cubicBezTo>
                  <a:pt x="43631" y="85899"/>
                  <a:pt x="66559" y="87550"/>
                  <a:pt x="80729" y="87677"/>
                </a:cubicBezTo>
                <a:cubicBezTo>
                  <a:pt x="94899" y="87804"/>
                  <a:pt x="109252" y="87169"/>
                  <a:pt x="116274" y="85391"/>
                </a:cubicBezTo>
                <a:cubicBezTo>
                  <a:pt x="123296" y="83613"/>
                  <a:pt x="121886" y="81581"/>
                  <a:pt x="122862" y="77009"/>
                </a:cubicBezTo>
                <a:cubicBezTo>
                  <a:pt x="123838" y="72437"/>
                  <a:pt x="123106" y="63928"/>
                  <a:pt x="122130" y="57959"/>
                </a:cubicBezTo>
                <a:cubicBezTo>
                  <a:pt x="121154" y="51990"/>
                  <a:pt x="118078" y="46148"/>
                  <a:pt x="117006" y="41195"/>
                </a:cubicBezTo>
                <a:cubicBezTo>
                  <a:pt x="115934" y="36242"/>
                  <a:pt x="116422" y="33956"/>
                  <a:pt x="115696" y="28241"/>
                </a:cubicBezTo>
                <a:cubicBezTo>
                  <a:pt x="114970" y="22526"/>
                  <a:pt x="117601" y="11604"/>
                  <a:pt x="112648" y="6905"/>
                </a:cubicBezTo>
                <a:cubicBezTo>
                  <a:pt x="107695" y="2206"/>
                  <a:pt x="96295" y="555"/>
                  <a:pt x="85978" y="47"/>
                </a:cubicBezTo>
                <a:cubicBezTo>
                  <a:pt x="75661" y="-461"/>
                  <a:pt x="60458" y="3349"/>
                  <a:pt x="50744" y="38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s-ES" dirty="0"/>
          </a:p>
        </p:txBody>
      </p:sp>
      <p:sp>
        <p:nvSpPr>
          <p:cNvPr id="132" name="Google Shape;132;p26"/>
          <p:cNvSpPr txBox="1">
            <a:spLocks noGrp="1"/>
          </p:cNvSpPr>
          <p:nvPr>
            <p:ph type="ctrTitle"/>
          </p:nvPr>
        </p:nvSpPr>
        <p:spPr>
          <a:xfrm>
            <a:off x="1165200" y="1478600"/>
            <a:ext cx="4359000" cy="15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Gurry App</a:t>
            </a:r>
            <a:endParaRPr sz="5000" dirty="0">
              <a:solidFill>
                <a:schemeClr val="accen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33" name="Google Shape;133;p26"/>
          <p:cNvSpPr txBox="1">
            <a:spLocks noGrp="1"/>
          </p:cNvSpPr>
          <p:nvPr>
            <p:ph type="subTitle" idx="1"/>
          </p:nvPr>
        </p:nvSpPr>
        <p:spPr>
          <a:xfrm>
            <a:off x="1165200" y="3155500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latin typeface="Roboto"/>
                <a:ea typeface="Roboto"/>
                <a:cs typeface="Roboto"/>
                <a:sym typeface="Roboto"/>
              </a:rPr>
              <a:t>Raúl Díaz Ródenas</a:t>
            </a:r>
            <a:endParaRPr sz="16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3BD6291-08B7-ACB1-0D91-67139DA5E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370" y="1180713"/>
            <a:ext cx="1611195" cy="31136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Index</a:t>
            </a:r>
            <a:endParaRPr dirty="0"/>
          </a:p>
        </p:txBody>
      </p:sp>
      <p:grpSp>
        <p:nvGrpSpPr>
          <p:cNvPr id="178" name="Google Shape;178;p27"/>
          <p:cNvGrpSpPr/>
          <p:nvPr/>
        </p:nvGrpSpPr>
        <p:grpSpPr>
          <a:xfrm>
            <a:off x="4920988" y="3047175"/>
            <a:ext cx="485450" cy="443275"/>
            <a:chOff x="4238125" y="1422900"/>
            <a:chExt cx="485450" cy="443275"/>
          </a:xfrm>
        </p:grpSpPr>
        <p:sp>
          <p:nvSpPr>
            <p:cNvPr id="179" name="Google Shape;179;p27"/>
            <p:cNvSpPr/>
            <p:nvPr/>
          </p:nvSpPr>
          <p:spPr>
            <a:xfrm>
              <a:off x="4316575" y="1468425"/>
              <a:ext cx="209275" cy="265750"/>
            </a:xfrm>
            <a:custGeom>
              <a:avLst/>
              <a:gdLst/>
              <a:ahLst/>
              <a:cxnLst/>
              <a:rect l="l" t="t" r="r" b="b"/>
              <a:pathLst>
                <a:path w="8371" h="10630" extrusionOk="0">
                  <a:moveTo>
                    <a:pt x="1340" y="0"/>
                  </a:moveTo>
                  <a:lnTo>
                    <a:pt x="1" y="9667"/>
                  </a:lnTo>
                  <a:lnTo>
                    <a:pt x="7031" y="10630"/>
                  </a:lnTo>
                  <a:lnTo>
                    <a:pt x="8370" y="984"/>
                  </a:lnTo>
                  <a:lnTo>
                    <a:pt x="13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4302475" y="1658100"/>
              <a:ext cx="61225" cy="167825"/>
            </a:xfrm>
            <a:custGeom>
              <a:avLst/>
              <a:gdLst/>
              <a:ahLst/>
              <a:cxnLst/>
              <a:rect l="l" t="t" r="r" b="b"/>
              <a:pathLst>
                <a:path w="2449" h="6713" extrusionOk="0">
                  <a:moveTo>
                    <a:pt x="1578" y="1"/>
                  </a:moveTo>
                  <a:cubicBezTo>
                    <a:pt x="1166" y="1"/>
                    <a:pt x="811" y="299"/>
                    <a:pt x="753" y="720"/>
                  </a:cubicBezTo>
                  <a:lnTo>
                    <a:pt x="63" y="5784"/>
                  </a:lnTo>
                  <a:cubicBezTo>
                    <a:pt x="0" y="6223"/>
                    <a:pt x="314" y="6641"/>
                    <a:pt x="753" y="6704"/>
                  </a:cubicBezTo>
                  <a:cubicBezTo>
                    <a:pt x="793" y="6710"/>
                    <a:pt x="832" y="6712"/>
                    <a:pt x="870" y="6712"/>
                  </a:cubicBezTo>
                  <a:cubicBezTo>
                    <a:pt x="1283" y="6712"/>
                    <a:pt x="1637" y="6414"/>
                    <a:pt x="1695" y="5993"/>
                  </a:cubicBezTo>
                  <a:lnTo>
                    <a:pt x="2385" y="950"/>
                  </a:lnTo>
                  <a:cubicBezTo>
                    <a:pt x="2448" y="490"/>
                    <a:pt x="2134" y="71"/>
                    <a:pt x="1695" y="9"/>
                  </a:cubicBezTo>
                  <a:cubicBezTo>
                    <a:pt x="1655" y="3"/>
                    <a:pt x="1616" y="1"/>
                    <a:pt x="1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4342750" y="1698375"/>
              <a:ext cx="61225" cy="167800"/>
            </a:xfrm>
            <a:custGeom>
              <a:avLst/>
              <a:gdLst/>
              <a:ahLst/>
              <a:cxnLst/>
              <a:rect l="l" t="t" r="r" b="b"/>
              <a:pathLst>
                <a:path w="2449" h="6712" extrusionOk="0">
                  <a:moveTo>
                    <a:pt x="1578" y="1"/>
                  </a:moveTo>
                  <a:cubicBezTo>
                    <a:pt x="1165" y="1"/>
                    <a:pt x="811" y="298"/>
                    <a:pt x="753" y="699"/>
                  </a:cubicBezTo>
                  <a:lnTo>
                    <a:pt x="63" y="5763"/>
                  </a:lnTo>
                  <a:cubicBezTo>
                    <a:pt x="0" y="6223"/>
                    <a:pt x="314" y="6642"/>
                    <a:pt x="753" y="6704"/>
                  </a:cubicBezTo>
                  <a:cubicBezTo>
                    <a:pt x="791" y="6709"/>
                    <a:pt x="828" y="6712"/>
                    <a:pt x="865" y="6712"/>
                  </a:cubicBezTo>
                  <a:cubicBezTo>
                    <a:pt x="1280" y="6712"/>
                    <a:pt x="1637" y="6397"/>
                    <a:pt x="1695" y="5993"/>
                  </a:cubicBezTo>
                  <a:lnTo>
                    <a:pt x="2385" y="929"/>
                  </a:lnTo>
                  <a:cubicBezTo>
                    <a:pt x="2448" y="490"/>
                    <a:pt x="2134" y="72"/>
                    <a:pt x="1695" y="9"/>
                  </a:cubicBezTo>
                  <a:cubicBezTo>
                    <a:pt x="1655" y="3"/>
                    <a:pt x="1616" y="1"/>
                    <a:pt x="1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4388250" y="1697850"/>
              <a:ext cx="61750" cy="167825"/>
            </a:xfrm>
            <a:custGeom>
              <a:avLst/>
              <a:gdLst/>
              <a:ahLst/>
              <a:cxnLst/>
              <a:rect l="l" t="t" r="r" b="b"/>
              <a:pathLst>
                <a:path w="2470" h="6713" extrusionOk="0">
                  <a:moveTo>
                    <a:pt x="1583" y="1"/>
                  </a:moveTo>
                  <a:cubicBezTo>
                    <a:pt x="1187" y="1"/>
                    <a:pt x="832" y="299"/>
                    <a:pt x="775" y="720"/>
                  </a:cubicBezTo>
                  <a:lnTo>
                    <a:pt x="63" y="5763"/>
                  </a:lnTo>
                  <a:cubicBezTo>
                    <a:pt x="1" y="6223"/>
                    <a:pt x="314" y="6642"/>
                    <a:pt x="775" y="6704"/>
                  </a:cubicBezTo>
                  <a:cubicBezTo>
                    <a:pt x="814" y="6710"/>
                    <a:pt x="853" y="6712"/>
                    <a:pt x="892" y="6712"/>
                  </a:cubicBezTo>
                  <a:cubicBezTo>
                    <a:pt x="1304" y="6712"/>
                    <a:pt x="1659" y="6414"/>
                    <a:pt x="1716" y="5993"/>
                  </a:cubicBezTo>
                  <a:lnTo>
                    <a:pt x="2407" y="929"/>
                  </a:lnTo>
                  <a:cubicBezTo>
                    <a:pt x="2470" y="490"/>
                    <a:pt x="2156" y="72"/>
                    <a:pt x="1695" y="9"/>
                  </a:cubicBezTo>
                  <a:cubicBezTo>
                    <a:pt x="1658" y="3"/>
                    <a:pt x="1620" y="1"/>
                    <a:pt x="15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4435325" y="1690525"/>
              <a:ext cx="61750" cy="167825"/>
            </a:xfrm>
            <a:custGeom>
              <a:avLst/>
              <a:gdLst/>
              <a:ahLst/>
              <a:cxnLst/>
              <a:rect l="l" t="t" r="r" b="b"/>
              <a:pathLst>
                <a:path w="2470" h="6713" extrusionOk="0">
                  <a:moveTo>
                    <a:pt x="1578" y="1"/>
                  </a:moveTo>
                  <a:cubicBezTo>
                    <a:pt x="1166" y="1"/>
                    <a:pt x="811" y="299"/>
                    <a:pt x="754" y="720"/>
                  </a:cubicBezTo>
                  <a:lnTo>
                    <a:pt x="63" y="5763"/>
                  </a:lnTo>
                  <a:cubicBezTo>
                    <a:pt x="1" y="6223"/>
                    <a:pt x="314" y="6642"/>
                    <a:pt x="775" y="6704"/>
                  </a:cubicBezTo>
                  <a:cubicBezTo>
                    <a:pt x="812" y="6710"/>
                    <a:pt x="850" y="6712"/>
                    <a:pt x="887" y="6712"/>
                  </a:cubicBezTo>
                  <a:cubicBezTo>
                    <a:pt x="1283" y="6712"/>
                    <a:pt x="1638" y="6414"/>
                    <a:pt x="1695" y="5993"/>
                  </a:cubicBezTo>
                  <a:lnTo>
                    <a:pt x="2407" y="950"/>
                  </a:lnTo>
                  <a:cubicBezTo>
                    <a:pt x="2470" y="490"/>
                    <a:pt x="2135" y="72"/>
                    <a:pt x="1695" y="9"/>
                  </a:cubicBezTo>
                  <a:cubicBezTo>
                    <a:pt x="1656" y="4"/>
                    <a:pt x="1617" y="1"/>
                    <a:pt x="1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4238125" y="1468425"/>
              <a:ext cx="222325" cy="229875"/>
            </a:xfrm>
            <a:custGeom>
              <a:avLst/>
              <a:gdLst/>
              <a:ahLst/>
              <a:cxnLst/>
              <a:rect l="l" t="t" r="r" b="b"/>
              <a:pathLst>
                <a:path w="8893" h="9195" extrusionOk="0">
                  <a:moveTo>
                    <a:pt x="4478" y="0"/>
                  </a:moveTo>
                  <a:lnTo>
                    <a:pt x="3913" y="4122"/>
                  </a:lnTo>
                  <a:lnTo>
                    <a:pt x="0" y="8872"/>
                  </a:lnTo>
                  <a:cubicBezTo>
                    <a:pt x="0" y="8872"/>
                    <a:pt x="427" y="9194"/>
                    <a:pt x="981" y="9194"/>
                  </a:cubicBezTo>
                  <a:cubicBezTo>
                    <a:pt x="1249" y="9194"/>
                    <a:pt x="1548" y="9118"/>
                    <a:pt x="1842" y="8893"/>
                  </a:cubicBezTo>
                  <a:cubicBezTo>
                    <a:pt x="3097" y="7930"/>
                    <a:pt x="4708" y="6549"/>
                    <a:pt x="4708" y="6549"/>
                  </a:cubicBezTo>
                  <a:cubicBezTo>
                    <a:pt x="4708" y="6549"/>
                    <a:pt x="4775" y="6555"/>
                    <a:pt x="4890" y="6555"/>
                  </a:cubicBezTo>
                  <a:cubicBezTo>
                    <a:pt x="5093" y="6555"/>
                    <a:pt x="5446" y="6538"/>
                    <a:pt x="5859" y="6445"/>
                  </a:cubicBezTo>
                  <a:cubicBezTo>
                    <a:pt x="6863" y="6215"/>
                    <a:pt x="8202" y="5524"/>
                    <a:pt x="8516" y="3390"/>
                  </a:cubicBezTo>
                  <a:lnTo>
                    <a:pt x="8893" y="607"/>
                  </a:lnTo>
                  <a:lnTo>
                    <a:pt x="4478" y="0"/>
                  </a:lnTo>
                  <a:close/>
                </a:path>
              </a:pathLst>
            </a:custGeom>
            <a:solidFill>
              <a:srgbClr val="55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4395050" y="1422900"/>
              <a:ext cx="328525" cy="405075"/>
            </a:xfrm>
            <a:custGeom>
              <a:avLst/>
              <a:gdLst/>
              <a:ahLst/>
              <a:cxnLst/>
              <a:rect l="l" t="t" r="r" b="b"/>
              <a:pathLst>
                <a:path w="13141" h="16203" extrusionOk="0">
                  <a:moveTo>
                    <a:pt x="6571" y="1"/>
                  </a:moveTo>
                  <a:lnTo>
                    <a:pt x="2449" y="1717"/>
                  </a:lnTo>
                  <a:lnTo>
                    <a:pt x="1" y="2742"/>
                  </a:lnTo>
                  <a:lnTo>
                    <a:pt x="3453" y="10986"/>
                  </a:lnTo>
                  <a:lnTo>
                    <a:pt x="3746" y="11739"/>
                  </a:lnTo>
                  <a:lnTo>
                    <a:pt x="5399" y="15694"/>
                  </a:lnTo>
                  <a:cubicBezTo>
                    <a:pt x="5540" y="16007"/>
                    <a:pt x="5845" y="16203"/>
                    <a:pt x="6164" y="16203"/>
                  </a:cubicBezTo>
                  <a:cubicBezTo>
                    <a:pt x="6272" y="16203"/>
                    <a:pt x="6381" y="16181"/>
                    <a:pt x="6487" y="16133"/>
                  </a:cubicBezTo>
                  <a:cubicBezTo>
                    <a:pt x="6905" y="15966"/>
                    <a:pt x="7115" y="15484"/>
                    <a:pt x="6926" y="15066"/>
                  </a:cubicBezTo>
                  <a:lnTo>
                    <a:pt x="5294" y="11091"/>
                  </a:lnTo>
                  <a:lnTo>
                    <a:pt x="5441" y="11049"/>
                  </a:lnTo>
                  <a:lnTo>
                    <a:pt x="7282" y="15505"/>
                  </a:lnTo>
                  <a:cubicBezTo>
                    <a:pt x="7424" y="15821"/>
                    <a:pt x="7732" y="16006"/>
                    <a:pt x="8055" y="16006"/>
                  </a:cubicBezTo>
                  <a:cubicBezTo>
                    <a:pt x="8160" y="16006"/>
                    <a:pt x="8267" y="15986"/>
                    <a:pt x="8370" y="15945"/>
                  </a:cubicBezTo>
                  <a:cubicBezTo>
                    <a:pt x="8788" y="15777"/>
                    <a:pt x="8998" y="15275"/>
                    <a:pt x="8809" y="14857"/>
                  </a:cubicBezTo>
                  <a:lnTo>
                    <a:pt x="6968" y="10400"/>
                  </a:lnTo>
                  <a:lnTo>
                    <a:pt x="7115" y="10337"/>
                  </a:lnTo>
                  <a:lnTo>
                    <a:pt x="9060" y="15045"/>
                  </a:lnTo>
                  <a:cubicBezTo>
                    <a:pt x="9201" y="15358"/>
                    <a:pt x="9506" y="15554"/>
                    <a:pt x="9826" y="15554"/>
                  </a:cubicBezTo>
                  <a:cubicBezTo>
                    <a:pt x="9934" y="15554"/>
                    <a:pt x="10043" y="15532"/>
                    <a:pt x="10148" y="15484"/>
                  </a:cubicBezTo>
                  <a:cubicBezTo>
                    <a:pt x="10567" y="15317"/>
                    <a:pt x="10776" y="14836"/>
                    <a:pt x="10588" y="14417"/>
                  </a:cubicBezTo>
                  <a:lnTo>
                    <a:pt x="8642" y="9710"/>
                  </a:lnTo>
                  <a:lnTo>
                    <a:pt x="8788" y="9647"/>
                  </a:lnTo>
                  <a:lnTo>
                    <a:pt x="10211" y="13099"/>
                  </a:lnTo>
                  <a:cubicBezTo>
                    <a:pt x="10352" y="13412"/>
                    <a:pt x="10657" y="13608"/>
                    <a:pt x="10977" y="13608"/>
                  </a:cubicBezTo>
                  <a:cubicBezTo>
                    <a:pt x="11084" y="13608"/>
                    <a:pt x="11194" y="13586"/>
                    <a:pt x="11299" y="13539"/>
                  </a:cubicBezTo>
                  <a:cubicBezTo>
                    <a:pt x="11718" y="13371"/>
                    <a:pt x="11927" y="12890"/>
                    <a:pt x="11760" y="12451"/>
                  </a:cubicBezTo>
                  <a:lnTo>
                    <a:pt x="10316" y="8998"/>
                  </a:lnTo>
                  <a:lnTo>
                    <a:pt x="9793" y="7743"/>
                  </a:lnTo>
                  <a:lnTo>
                    <a:pt x="9521" y="7115"/>
                  </a:lnTo>
                  <a:lnTo>
                    <a:pt x="9521" y="7115"/>
                  </a:lnTo>
                  <a:cubicBezTo>
                    <a:pt x="10107" y="7387"/>
                    <a:pt x="10776" y="7680"/>
                    <a:pt x="11362" y="7931"/>
                  </a:cubicBezTo>
                  <a:cubicBezTo>
                    <a:pt x="11564" y="8016"/>
                    <a:pt x="11753" y="8050"/>
                    <a:pt x="11929" y="8050"/>
                  </a:cubicBezTo>
                  <a:cubicBezTo>
                    <a:pt x="12663" y="8050"/>
                    <a:pt x="13141" y="7450"/>
                    <a:pt x="13141" y="7450"/>
                  </a:cubicBezTo>
                  <a:lnTo>
                    <a:pt x="8161" y="3851"/>
                  </a:lnTo>
                  <a:lnTo>
                    <a:pt x="6571" y="1"/>
                  </a:lnTo>
                  <a:close/>
                </a:path>
              </a:pathLst>
            </a:custGeom>
            <a:solidFill>
              <a:srgbClr val="5554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4422250" y="1513400"/>
              <a:ext cx="100450" cy="142300"/>
            </a:xfrm>
            <a:custGeom>
              <a:avLst/>
              <a:gdLst/>
              <a:ahLst/>
              <a:cxnLst/>
              <a:rect l="l" t="t" r="r" b="b"/>
              <a:pathLst>
                <a:path w="4018" h="5692" extrusionOk="0">
                  <a:moveTo>
                    <a:pt x="4018" y="1"/>
                  </a:moveTo>
                  <a:lnTo>
                    <a:pt x="1" y="1675"/>
                  </a:lnTo>
                  <a:lnTo>
                    <a:pt x="1674" y="5692"/>
                  </a:lnTo>
                  <a:lnTo>
                    <a:pt x="4018" y="1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4559300" y="1423425"/>
              <a:ext cx="550" cy="550"/>
            </a:xfrm>
            <a:custGeom>
              <a:avLst/>
              <a:gdLst/>
              <a:ahLst/>
              <a:cxnLst/>
              <a:rect l="l" t="t" r="r" b="b"/>
              <a:pathLst>
                <a:path w="22" h="22" extrusionOk="0">
                  <a:moveTo>
                    <a:pt x="1" y="1"/>
                  </a:moveTo>
                  <a:lnTo>
                    <a:pt x="21" y="22"/>
                  </a:lnTo>
                  <a:lnTo>
                    <a:pt x="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4395575" y="1423425"/>
              <a:ext cx="164275" cy="102050"/>
            </a:xfrm>
            <a:custGeom>
              <a:avLst/>
              <a:gdLst/>
              <a:ahLst/>
              <a:cxnLst/>
              <a:rect l="l" t="t" r="r" b="b"/>
              <a:pathLst>
                <a:path w="6571" h="4082" extrusionOk="0">
                  <a:moveTo>
                    <a:pt x="6550" y="1"/>
                  </a:moveTo>
                  <a:lnTo>
                    <a:pt x="0" y="2742"/>
                  </a:lnTo>
                  <a:lnTo>
                    <a:pt x="565" y="4081"/>
                  </a:lnTo>
                  <a:lnTo>
                    <a:pt x="5775" y="1926"/>
                  </a:lnTo>
                  <a:lnTo>
                    <a:pt x="6570" y="22"/>
                  </a:lnTo>
                  <a:lnTo>
                    <a:pt x="6550" y="1"/>
                  </a:lnTo>
                  <a:close/>
                </a:path>
              </a:pathLst>
            </a:custGeom>
            <a:solidFill>
              <a:srgbClr val="5758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4403950" y="1454825"/>
              <a:ext cx="188325" cy="103075"/>
            </a:xfrm>
            <a:custGeom>
              <a:avLst/>
              <a:gdLst/>
              <a:ahLst/>
              <a:cxnLst/>
              <a:rect l="l" t="t" r="r" b="b"/>
              <a:pathLst>
                <a:path w="7533" h="4123" extrusionOk="0">
                  <a:moveTo>
                    <a:pt x="7051" y="0"/>
                  </a:moveTo>
                  <a:lnTo>
                    <a:pt x="0" y="2930"/>
                  </a:lnTo>
                  <a:lnTo>
                    <a:pt x="481" y="4122"/>
                  </a:lnTo>
                  <a:lnTo>
                    <a:pt x="7533" y="1193"/>
                  </a:lnTo>
                  <a:lnTo>
                    <a:pt x="70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4486075" y="1458225"/>
              <a:ext cx="82150" cy="72200"/>
            </a:xfrm>
            <a:custGeom>
              <a:avLst/>
              <a:gdLst/>
              <a:ahLst/>
              <a:cxnLst/>
              <a:rect l="l" t="t" r="r" b="b"/>
              <a:pathLst>
                <a:path w="3286" h="2888" extrusionOk="0">
                  <a:moveTo>
                    <a:pt x="1642" y="1"/>
                  </a:moveTo>
                  <a:cubicBezTo>
                    <a:pt x="1458" y="1"/>
                    <a:pt x="1270" y="38"/>
                    <a:pt x="1088" y="115"/>
                  </a:cubicBezTo>
                  <a:cubicBezTo>
                    <a:pt x="356" y="408"/>
                    <a:pt x="0" y="1266"/>
                    <a:pt x="314" y="1999"/>
                  </a:cubicBezTo>
                  <a:cubicBezTo>
                    <a:pt x="534" y="2549"/>
                    <a:pt x="1074" y="2887"/>
                    <a:pt x="1640" y="2887"/>
                  </a:cubicBezTo>
                  <a:cubicBezTo>
                    <a:pt x="1827" y="2887"/>
                    <a:pt x="2016" y="2850"/>
                    <a:pt x="2197" y="2773"/>
                  </a:cubicBezTo>
                  <a:cubicBezTo>
                    <a:pt x="2930" y="2459"/>
                    <a:pt x="3285" y="1622"/>
                    <a:pt x="2971" y="890"/>
                  </a:cubicBezTo>
                  <a:cubicBezTo>
                    <a:pt x="2735" y="339"/>
                    <a:pt x="2203" y="1"/>
                    <a:pt x="1642" y="1"/>
                  </a:cubicBez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4500725" y="1470950"/>
              <a:ext cx="52850" cy="46525"/>
            </a:xfrm>
            <a:custGeom>
              <a:avLst/>
              <a:gdLst/>
              <a:ahLst/>
              <a:cxnLst/>
              <a:rect l="l" t="t" r="r" b="b"/>
              <a:pathLst>
                <a:path w="2114" h="1861" extrusionOk="0">
                  <a:moveTo>
                    <a:pt x="1039" y="1"/>
                  </a:moveTo>
                  <a:cubicBezTo>
                    <a:pt x="923" y="1"/>
                    <a:pt x="805" y="22"/>
                    <a:pt x="691" y="67"/>
                  </a:cubicBezTo>
                  <a:cubicBezTo>
                    <a:pt x="230" y="276"/>
                    <a:pt x="0" y="820"/>
                    <a:pt x="188" y="1301"/>
                  </a:cubicBezTo>
                  <a:cubicBezTo>
                    <a:pt x="345" y="1645"/>
                    <a:pt x="687" y="1860"/>
                    <a:pt x="1043" y="1860"/>
                  </a:cubicBezTo>
                  <a:cubicBezTo>
                    <a:pt x="1163" y="1860"/>
                    <a:pt x="1285" y="1835"/>
                    <a:pt x="1402" y="1782"/>
                  </a:cubicBezTo>
                  <a:cubicBezTo>
                    <a:pt x="1883" y="1594"/>
                    <a:pt x="2113" y="1050"/>
                    <a:pt x="1904" y="569"/>
                  </a:cubicBezTo>
                  <a:cubicBezTo>
                    <a:pt x="1761" y="218"/>
                    <a:pt x="1410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4485025" y="1727350"/>
              <a:ext cx="8400" cy="62275"/>
            </a:xfrm>
            <a:custGeom>
              <a:avLst/>
              <a:gdLst/>
              <a:ahLst/>
              <a:cxnLst/>
              <a:rect l="l" t="t" r="r" b="b"/>
              <a:pathLst>
                <a:path w="336" h="2491" extrusionOk="0">
                  <a:moveTo>
                    <a:pt x="0" y="2490"/>
                  </a:moveTo>
                  <a:lnTo>
                    <a:pt x="0" y="2490"/>
                  </a:lnTo>
                  <a:lnTo>
                    <a:pt x="293" y="273"/>
                  </a:lnTo>
                  <a:lnTo>
                    <a:pt x="293" y="273"/>
                  </a:lnTo>
                  <a:lnTo>
                    <a:pt x="335" y="1"/>
                  </a:lnTo>
                  <a:lnTo>
                    <a:pt x="335" y="1"/>
                  </a:lnTo>
                  <a:lnTo>
                    <a:pt x="293" y="273"/>
                  </a:lnTo>
                  <a:lnTo>
                    <a:pt x="0" y="2490"/>
                  </a:lnTo>
                  <a:close/>
                </a:path>
              </a:pathLst>
            </a:custGeom>
            <a:solidFill>
              <a:srgbClr val="DDC7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4413350" y="1592925"/>
              <a:ext cx="64900" cy="120850"/>
            </a:xfrm>
            <a:custGeom>
              <a:avLst/>
              <a:gdLst/>
              <a:ahLst/>
              <a:cxnLst/>
              <a:rect l="l" t="t" r="r" b="b"/>
              <a:pathLst>
                <a:path w="2596" h="4834" extrusionOk="0">
                  <a:moveTo>
                    <a:pt x="963" y="0"/>
                  </a:moveTo>
                  <a:cubicBezTo>
                    <a:pt x="691" y="440"/>
                    <a:pt x="357" y="753"/>
                    <a:pt x="1" y="984"/>
                  </a:cubicBezTo>
                  <a:lnTo>
                    <a:pt x="1612" y="4834"/>
                  </a:lnTo>
                  <a:lnTo>
                    <a:pt x="1633" y="4624"/>
                  </a:lnTo>
                  <a:cubicBezTo>
                    <a:pt x="1696" y="4206"/>
                    <a:pt x="2051" y="3913"/>
                    <a:pt x="2449" y="3913"/>
                  </a:cubicBezTo>
                  <a:lnTo>
                    <a:pt x="2595" y="3913"/>
                  </a:lnTo>
                  <a:lnTo>
                    <a:pt x="1633" y="1569"/>
                  </a:lnTo>
                  <a:lnTo>
                    <a:pt x="963" y="0"/>
                  </a:lnTo>
                  <a:close/>
                </a:path>
              </a:pathLst>
            </a:custGeom>
            <a:solidFill>
              <a:srgbClr val="332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4453625" y="1690725"/>
              <a:ext cx="39800" cy="98900"/>
            </a:xfrm>
            <a:custGeom>
              <a:avLst/>
              <a:gdLst/>
              <a:ahLst/>
              <a:cxnLst/>
              <a:rect l="l" t="t" r="r" b="b"/>
              <a:pathLst>
                <a:path w="1592" h="3956" extrusionOk="0">
                  <a:moveTo>
                    <a:pt x="838" y="1"/>
                  </a:moveTo>
                  <a:cubicBezTo>
                    <a:pt x="440" y="1"/>
                    <a:pt x="85" y="294"/>
                    <a:pt x="22" y="712"/>
                  </a:cubicBezTo>
                  <a:lnTo>
                    <a:pt x="1" y="922"/>
                  </a:lnTo>
                  <a:lnTo>
                    <a:pt x="231" y="1486"/>
                  </a:lnTo>
                  <a:lnTo>
                    <a:pt x="252" y="1570"/>
                  </a:lnTo>
                  <a:lnTo>
                    <a:pt x="545" y="2240"/>
                  </a:lnTo>
                  <a:lnTo>
                    <a:pt x="1256" y="3955"/>
                  </a:lnTo>
                  <a:lnTo>
                    <a:pt x="1549" y="1738"/>
                  </a:lnTo>
                  <a:lnTo>
                    <a:pt x="1591" y="1466"/>
                  </a:lnTo>
                  <a:lnTo>
                    <a:pt x="1403" y="1026"/>
                  </a:lnTo>
                  <a:lnTo>
                    <a:pt x="1110" y="273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332E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4373600" y="1509225"/>
              <a:ext cx="63850" cy="108300"/>
            </a:xfrm>
            <a:custGeom>
              <a:avLst/>
              <a:gdLst/>
              <a:ahLst/>
              <a:cxnLst/>
              <a:rect l="l" t="t" r="r" b="b"/>
              <a:pathLst>
                <a:path w="2554" h="4332" extrusionOk="0">
                  <a:moveTo>
                    <a:pt x="1172" y="0"/>
                  </a:moveTo>
                  <a:lnTo>
                    <a:pt x="1" y="503"/>
                  </a:lnTo>
                  <a:lnTo>
                    <a:pt x="566" y="1863"/>
                  </a:lnTo>
                  <a:lnTo>
                    <a:pt x="335" y="1967"/>
                  </a:lnTo>
                  <a:lnTo>
                    <a:pt x="817" y="3160"/>
                  </a:lnTo>
                  <a:lnTo>
                    <a:pt x="1068" y="3055"/>
                  </a:lnTo>
                  <a:lnTo>
                    <a:pt x="1591" y="4332"/>
                  </a:lnTo>
                  <a:cubicBezTo>
                    <a:pt x="1947" y="4101"/>
                    <a:pt x="2281" y="3788"/>
                    <a:pt x="2553" y="3348"/>
                  </a:cubicBezTo>
                  <a:lnTo>
                    <a:pt x="2114" y="2260"/>
                  </a:lnTo>
                  <a:lnTo>
                    <a:pt x="1947" y="1842"/>
                  </a:lnTo>
                  <a:lnTo>
                    <a:pt x="1779" y="1925"/>
                  </a:lnTo>
                  <a:lnTo>
                    <a:pt x="1695" y="1946"/>
                  </a:lnTo>
                  <a:lnTo>
                    <a:pt x="1214" y="754"/>
                  </a:lnTo>
                  <a:lnTo>
                    <a:pt x="1444" y="649"/>
                  </a:lnTo>
                  <a:lnTo>
                    <a:pt x="1172" y="0"/>
                  </a:lnTo>
                  <a:close/>
                </a:path>
              </a:pathLst>
            </a:custGeom>
            <a:solidFill>
              <a:srgbClr val="403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4402900" y="1509225"/>
              <a:ext cx="90525" cy="218150"/>
            </a:xfrm>
            <a:custGeom>
              <a:avLst/>
              <a:gdLst/>
              <a:ahLst/>
              <a:cxnLst/>
              <a:rect l="l" t="t" r="r" b="b"/>
              <a:pathLst>
                <a:path w="3621" h="8726" extrusionOk="0">
                  <a:moveTo>
                    <a:pt x="3620" y="8726"/>
                  </a:moveTo>
                  <a:lnTo>
                    <a:pt x="3620" y="8726"/>
                  </a:lnTo>
                  <a:lnTo>
                    <a:pt x="3620" y="8726"/>
                  </a:lnTo>
                  <a:lnTo>
                    <a:pt x="3432" y="8286"/>
                  </a:lnTo>
                  <a:lnTo>
                    <a:pt x="3139" y="7533"/>
                  </a:lnTo>
                  <a:lnTo>
                    <a:pt x="3013" y="7261"/>
                  </a:lnTo>
                  <a:lnTo>
                    <a:pt x="2051" y="4917"/>
                  </a:lnTo>
                  <a:lnTo>
                    <a:pt x="3013" y="7261"/>
                  </a:lnTo>
                  <a:lnTo>
                    <a:pt x="3139" y="7533"/>
                  </a:lnTo>
                  <a:lnTo>
                    <a:pt x="3432" y="8286"/>
                  </a:lnTo>
                  <a:lnTo>
                    <a:pt x="3620" y="8726"/>
                  </a:lnTo>
                  <a:lnTo>
                    <a:pt x="3620" y="8726"/>
                  </a:lnTo>
                  <a:lnTo>
                    <a:pt x="3620" y="8726"/>
                  </a:lnTo>
                  <a:moveTo>
                    <a:pt x="942" y="2260"/>
                  </a:moveTo>
                  <a:lnTo>
                    <a:pt x="775" y="1842"/>
                  </a:lnTo>
                  <a:lnTo>
                    <a:pt x="775" y="1842"/>
                  </a:lnTo>
                  <a:lnTo>
                    <a:pt x="942" y="2260"/>
                  </a:lnTo>
                  <a:close/>
                  <a:moveTo>
                    <a:pt x="272" y="649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72" y="649"/>
                  </a:lnTo>
                  <a:lnTo>
                    <a:pt x="272" y="649"/>
                  </a:lnTo>
                </a:path>
              </a:pathLst>
            </a:custGeom>
            <a:solidFill>
              <a:srgbClr val="4039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4403950" y="1525450"/>
              <a:ext cx="14150" cy="32450"/>
            </a:xfrm>
            <a:custGeom>
              <a:avLst/>
              <a:gdLst/>
              <a:ahLst/>
              <a:cxnLst/>
              <a:rect l="l" t="t" r="r" b="b"/>
              <a:pathLst>
                <a:path w="566" h="1298" extrusionOk="0">
                  <a:moveTo>
                    <a:pt x="481" y="1297"/>
                  </a:moveTo>
                  <a:lnTo>
                    <a:pt x="0" y="105"/>
                  </a:lnTo>
                  <a:lnTo>
                    <a:pt x="481" y="1297"/>
                  </a:lnTo>
                  <a:lnTo>
                    <a:pt x="565" y="1276"/>
                  </a:lnTo>
                  <a:lnTo>
                    <a:pt x="481" y="1297"/>
                  </a:lnTo>
                  <a:moveTo>
                    <a:pt x="0" y="105"/>
                  </a:moveTo>
                  <a:lnTo>
                    <a:pt x="0" y="105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230" y="0"/>
                  </a:lnTo>
                  <a:lnTo>
                    <a:pt x="0" y="105"/>
                  </a:lnTo>
                </a:path>
              </a:pathLst>
            </a:custGeom>
            <a:solidFill>
              <a:srgbClr val="3530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8" name="Google Shape;198;p27"/>
          <p:cNvGrpSpPr/>
          <p:nvPr/>
        </p:nvGrpSpPr>
        <p:grpSpPr>
          <a:xfrm>
            <a:off x="4921000" y="2134925"/>
            <a:ext cx="430000" cy="414325"/>
            <a:chOff x="4000125" y="1916700"/>
            <a:chExt cx="430000" cy="414325"/>
          </a:xfrm>
        </p:grpSpPr>
        <p:sp>
          <p:nvSpPr>
            <p:cNvPr id="199" name="Google Shape;199;p27"/>
            <p:cNvSpPr/>
            <p:nvPr/>
          </p:nvSpPr>
          <p:spPr>
            <a:xfrm>
              <a:off x="4059225" y="1916700"/>
              <a:ext cx="370900" cy="215025"/>
            </a:xfrm>
            <a:custGeom>
              <a:avLst/>
              <a:gdLst/>
              <a:ahLst/>
              <a:cxnLst/>
              <a:rect l="l" t="t" r="r" b="b"/>
              <a:pathLst>
                <a:path w="14836" h="8601" extrusionOk="0">
                  <a:moveTo>
                    <a:pt x="7408" y="1"/>
                  </a:moveTo>
                  <a:cubicBezTo>
                    <a:pt x="3913" y="1"/>
                    <a:pt x="984" y="2805"/>
                    <a:pt x="210" y="6571"/>
                  </a:cubicBezTo>
                  <a:lnTo>
                    <a:pt x="210" y="6592"/>
                  </a:lnTo>
                  <a:cubicBezTo>
                    <a:pt x="63" y="7220"/>
                    <a:pt x="1" y="7889"/>
                    <a:pt x="1" y="8600"/>
                  </a:cubicBezTo>
                  <a:lnTo>
                    <a:pt x="14835" y="8580"/>
                  </a:lnTo>
                  <a:cubicBezTo>
                    <a:pt x="14835" y="7868"/>
                    <a:pt x="14752" y="7199"/>
                    <a:pt x="14626" y="6550"/>
                  </a:cubicBezTo>
                  <a:cubicBezTo>
                    <a:pt x="13831" y="2784"/>
                    <a:pt x="10881" y="1"/>
                    <a:pt x="7408" y="1"/>
                  </a:cubicBezTo>
                  <a:close/>
                </a:path>
              </a:pathLst>
            </a:custGeom>
            <a:solidFill>
              <a:srgbClr val="2E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4000125" y="2109725"/>
              <a:ext cx="66975" cy="22000"/>
            </a:xfrm>
            <a:custGeom>
              <a:avLst/>
              <a:gdLst/>
              <a:ahLst/>
              <a:cxnLst/>
              <a:rect l="l" t="t" r="r" b="b"/>
              <a:pathLst>
                <a:path w="2679" h="880" extrusionOk="0">
                  <a:moveTo>
                    <a:pt x="2678" y="1"/>
                  </a:moveTo>
                  <a:lnTo>
                    <a:pt x="105" y="440"/>
                  </a:lnTo>
                  <a:lnTo>
                    <a:pt x="0" y="879"/>
                  </a:lnTo>
                  <a:lnTo>
                    <a:pt x="2427" y="879"/>
                  </a:lnTo>
                  <a:lnTo>
                    <a:pt x="2678" y="1"/>
                  </a:lnTo>
                  <a:close/>
                </a:path>
              </a:pathLst>
            </a:custGeom>
            <a:solidFill>
              <a:srgbClr val="2E2D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4261675" y="2163075"/>
              <a:ext cx="25650" cy="87925"/>
            </a:xfrm>
            <a:custGeom>
              <a:avLst/>
              <a:gdLst/>
              <a:ahLst/>
              <a:cxnLst/>
              <a:rect l="l" t="t" r="r" b="b"/>
              <a:pathLst>
                <a:path w="1026" h="3517" extrusionOk="0">
                  <a:moveTo>
                    <a:pt x="0" y="1"/>
                  </a:moveTo>
                  <a:lnTo>
                    <a:pt x="0" y="3516"/>
                  </a:lnTo>
                  <a:lnTo>
                    <a:pt x="1025" y="3516"/>
                  </a:lnTo>
                  <a:lnTo>
                    <a:pt x="10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4261675" y="2158900"/>
              <a:ext cx="98350" cy="99925"/>
            </a:xfrm>
            <a:custGeom>
              <a:avLst/>
              <a:gdLst/>
              <a:ahLst/>
              <a:cxnLst/>
              <a:rect l="l" t="t" r="r" b="b"/>
              <a:pathLst>
                <a:path w="3934" h="3997" extrusionOk="0">
                  <a:moveTo>
                    <a:pt x="3201" y="1"/>
                  </a:moveTo>
                  <a:lnTo>
                    <a:pt x="0" y="3286"/>
                  </a:lnTo>
                  <a:lnTo>
                    <a:pt x="732" y="3997"/>
                  </a:lnTo>
                  <a:lnTo>
                    <a:pt x="3934" y="712"/>
                  </a:lnTo>
                  <a:lnTo>
                    <a:pt x="3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4264275" y="2246250"/>
              <a:ext cx="26700" cy="84775"/>
            </a:xfrm>
            <a:custGeom>
              <a:avLst/>
              <a:gdLst/>
              <a:ahLst/>
              <a:cxnLst/>
              <a:rect l="l" t="t" r="r" b="b"/>
              <a:pathLst>
                <a:path w="1068" h="3391" extrusionOk="0">
                  <a:moveTo>
                    <a:pt x="1" y="1"/>
                  </a:moveTo>
                  <a:lnTo>
                    <a:pt x="1" y="3390"/>
                  </a:lnTo>
                  <a:lnTo>
                    <a:pt x="1068" y="3390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4251200" y="2209650"/>
              <a:ext cx="52850" cy="52850"/>
            </a:xfrm>
            <a:custGeom>
              <a:avLst/>
              <a:gdLst/>
              <a:ahLst/>
              <a:cxnLst/>
              <a:rect l="l" t="t" r="r" b="b"/>
              <a:pathLst>
                <a:path w="2114" h="2114" extrusionOk="0">
                  <a:moveTo>
                    <a:pt x="1047" y="0"/>
                  </a:moveTo>
                  <a:cubicBezTo>
                    <a:pt x="461" y="0"/>
                    <a:pt x="1" y="481"/>
                    <a:pt x="1" y="1067"/>
                  </a:cubicBezTo>
                  <a:cubicBezTo>
                    <a:pt x="1" y="1632"/>
                    <a:pt x="482" y="2113"/>
                    <a:pt x="1047" y="2113"/>
                  </a:cubicBezTo>
                  <a:cubicBezTo>
                    <a:pt x="1633" y="2113"/>
                    <a:pt x="2114" y="1632"/>
                    <a:pt x="2114" y="1046"/>
                  </a:cubicBezTo>
                  <a:cubicBezTo>
                    <a:pt x="2114" y="481"/>
                    <a:pt x="1633" y="0"/>
                    <a:pt x="10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4263225" y="2221675"/>
              <a:ext cx="28800" cy="28800"/>
            </a:xfrm>
            <a:custGeom>
              <a:avLst/>
              <a:gdLst/>
              <a:ahLst/>
              <a:cxnLst/>
              <a:rect l="l" t="t" r="r" b="b"/>
              <a:pathLst>
                <a:path w="1152" h="1152" extrusionOk="0">
                  <a:moveTo>
                    <a:pt x="566" y="0"/>
                  </a:moveTo>
                  <a:cubicBezTo>
                    <a:pt x="252" y="0"/>
                    <a:pt x="1" y="251"/>
                    <a:pt x="1" y="586"/>
                  </a:cubicBezTo>
                  <a:cubicBezTo>
                    <a:pt x="1" y="900"/>
                    <a:pt x="252" y="1151"/>
                    <a:pt x="566" y="1151"/>
                  </a:cubicBezTo>
                  <a:cubicBezTo>
                    <a:pt x="880" y="1151"/>
                    <a:pt x="1152" y="900"/>
                    <a:pt x="1152" y="565"/>
                  </a:cubicBezTo>
                  <a:cubicBezTo>
                    <a:pt x="1152" y="251"/>
                    <a:pt x="880" y="0"/>
                    <a:pt x="5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4216150" y="2097700"/>
              <a:ext cx="213975" cy="86850"/>
            </a:xfrm>
            <a:custGeom>
              <a:avLst/>
              <a:gdLst/>
              <a:ahLst/>
              <a:cxnLst/>
              <a:rect l="l" t="t" r="r" b="b"/>
              <a:pathLst>
                <a:path w="8559" h="3474" extrusionOk="0">
                  <a:moveTo>
                    <a:pt x="1403" y="0"/>
                  </a:moveTo>
                  <a:cubicBezTo>
                    <a:pt x="628" y="0"/>
                    <a:pt x="1" y="628"/>
                    <a:pt x="1" y="1402"/>
                  </a:cubicBezTo>
                  <a:lnTo>
                    <a:pt x="1" y="2093"/>
                  </a:lnTo>
                  <a:cubicBezTo>
                    <a:pt x="1" y="2867"/>
                    <a:pt x="628" y="3474"/>
                    <a:pt x="1403" y="3474"/>
                  </a:cubicBezTo>
                  <a:lnTo>
                    <a:pt x="7157" y="3474"/>
                  </a:lnTo>
                  <a:cubicBezTo>
                    <a:pt x="7931" y="3474"/>
                    <a:pt x="8558" y="2846"/>
                    <a:pt x="8558" y="2072"/>
                  </a:cubicBezTo>
                  <a:lnTo>
                    <a:pt x="8558" y="1402"/>
                  </a:lnTo>
                  <a:cubicBezTo>
                    <a:pt x="8558" y="628"/>
                    <a:pt x="7931" y="0"/>
                    <a:pt x="71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4112050" y="1945475"/>
              <a:ext cx="265250" cy="103975"/>
            </a:xfrm>
            <a:custGeom>
              <a:avLst/>
              <a:gdLst/>
              <a:ahLst/>
              <a:cxnLst/>
              <a:rect l="l" t="t" r="r" b="b"/>
              <a:pathLst>
                <a:path w="10610" h="4159" extrusionOk="0">
                  <a:moveTo>
                    <a:pt x="5331" y="1"/>
                  </a:moveTo>
                  <a:cubicBezTo>
                    <a:pt x="5319" y="1"/>
                    <a:pt x="5307" y="1"/>
                    <a:pt x="5295" y="1"/>
                  </a:cubicBezTo>
                  <a:cubicBezTo>
                    <a:pt x="1591" y="1"/>
                    <a:pt x="189" y="3118"/>
                    <a:pt x="147" y="3265"/>
                  </a:cubicBezTo>
                  <a:cubicBezTo>
                    <a:pt x="1" y="3579"/>
                    <a:pt x="147" y="3955"/>
                    <a:pt x="482" y="4102"/>
                  </a:cubicBezTo>
                  <a:cubicBezTo>
                    <a:pt x="564" y="4140"/>
                    <a:pt x="651" y="4158"/>
                    <a:pt x="737" y="4158"/>
                  </a:cubicBezTo>
                  <a:cubicBezTo>
                    <a:pt x="978" y="4158"/>
                    <a:pt x="1211" y="4014"/>
                    <a:pt x="1319" y="3767"/>
                  </a:cubicBezTo>
                  <a:cubicBezTo>
                    <a:pt x="1361" y="3662"/>
                    <a:pt x="2449" y="1277"/>
                    <a:pt x="5295" y="1277"/>
                  </a:cubicBezTo>
                  <a:cubicBezTo>
                    <a:pt x="8140" y="1277"/>
                    <a:pt x="9228" y="3662"/>
                    <a:pt x="9270" y="3746"/>
                  </a:cubicBezTo>
                  <a:cubicBezTo>
                    <a:pt x="9375" y="3997"/>
                    <a:pt x="9626" y="4144"/>
                    <a:pt x="9877" y="4144"/>
                  </a:cubicBezTo>
                  <a:cubicBezTo>
                    <a:pt x="9960" y="4144"/>
                    <a:pt x="10044" y="4123"/>
                    <a:pt x="10128" y="4081"/>
                  </a:cubicBezTo>
                  <a:cubicBezTo>
                    <a:pt x="10442" y="3955"/>
                    <a:pt x="10609" y="3579"/>
                    <a:pt x="10463" y="3244"/>
                  </a:cubicBezTo>
                  <a:cubicBezTo>
                    <a:pt x="10400" y="3119"/>
                    <a:pt x="9007" y="1"/>
                    <a:pt x="5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08" name="Google Shape;208;p27"/>
          <p:cNvGrpSpPr/>
          <p:nvPr/>
        </p:nvGrpSpPr>
        <p:grpSpPr>
          <a:xfrm>
            <a:off x="4840888" y="1228488"/>
            <a:ext cx="590225" cy="610000"/>
            <a:chOff x="3713825" y="2928325"/>
            <a:chExt cx="590225" cy="610000"/>
          </a:xfrm>
        </p:grpSpPr>
        <p:sp>
          <p:nvSpPr>
            <p:cNvPr id="209" name="Google Shape;209;p27"/>
            <p:cNvSpPr/>
            <p:nvPr/>
          </p:nvSpPr>
          <p:spPr>
            <a:xfrm>
              <a:off x="3716075" y="2989050"/>
              <a:ext cx="174225" cy="129775"/>
            </a:xfrm>
            <a:custGeom>
              <a:avLst/>
              <a:gdLst/>
              <a:ahLst/>
              <a:cxnLst/>
              <a:rect l="l" t="t" r="r" b="b"/>
              <a:pathLst>
                <a:path w="6969" h="5191" extrusionOk="0">
                  <a:moveTo>
                    <a:pt x="252" y="0"/>
                  </a:moveTo>
                  <a:lnTo>
                    <a:pt x="252" y="0"/>
                  </a:lnTo>
                  <a:cubicBezTo>
                    <a:pt x="1" y="712"/>
                    <a:pt x="189" y="1570"/>
                    <a:pt x="398" y="2239"/>
                  </a:cubicBezTo>
                  <a:cubicBezTo>
                    <a:pt x="712" y="3327"/>
                    <a:pt x="1591" y="3913"/>
                    <a:pt x="2616" y="4352"/>
                  </a:cubicBezTo>
                  <a:cubicBezTo>
                    <a:pt x="3870" y="4898"/>
                    <a:pt x="5495" y="5190"/>
                    <a:pt x="6831" y="5190"/>
                  </a:cubicBezTo>
                  <a:cubicBezTo>
                    <a:pt x="6877" y="5190"/>
                    <a:pt x="6923" y="5190"/>
                    <a:pt x="6968" y="5189"/>
                  </a:cubicBezTo>
                  <a:cubicBezTo>
                    <a:pt x="6926" y="4457"/>
                    <a:pt x="6780" y="3411"/>
                    <a:pt x="6738" y="2930"/>
                  </a:cubicBezTo>
                  <a:cubicBezTo>
                    <a:pt x="6145" y="3002"/>
                    <a:pt x="5613" y="3034"/>
                    <a:pt x="5136" y="3034"/>
                  </a:cubicBezTo>
                  <a:cubicBezTo>
                    <a:pt x="3138" y="3034"/>
                    <a:pt x="2106" y="2470"/>
                    <a:pt x="1633" y="1946"/>
                  </a:cubicBezTo>
                  <a:cubicBezTo>
                    <a:pt x="984" y="1214"/>
                    <a:pt x="461" y="586"/>
                    <a:pt x="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3876675" y="2955575"/>
              <a:ext cx="372450" cy="401825"/>
            </a:xfrm>
            <a:custGeom>
              <a:avLst/>
              <a:gdLst/>
              <a:ahLst/>
              <a:cxnLst/>
              <a:rect l="l" t="t" r="r" b="b"/>
              <a:pathLst>
                <a:path w="14898" h="16073" extrusionOk="0">
                  <a:moveTo>
                    <a:pt x="7888" y="0"/>
                  </a:moveTo>
                  <a:lnTo>
                    <a:pt x="0" y="4101"/>
                  </a:lnTo>
                  <a:cubicBezTo>
                    <a:pt x="0" y="4101"/>
                    <a:pt x="0" y="4248"/>
                    <a:pt x="21" y="4499"/>
                  </a:cubicBezTo>
                  <a:cubicBezTo>
                    <a:pt x="84" y="4959"/>
                    <a:pt x="147" y="5775"/>
                    <a:pt x="189" y="6507"/>
                  </a:cubicBezTo>
                  <a:cubicBezTo>
                    <a:pt x="209" y="6989"/>
                    <a:pt x="230" y="7428"/>
                    <a:pt x="209" y="7700"/>
                  </a:cubicBezTo>
                  <a:cubicBezTo>
                    <a:pt x="147" y="8683"/>
                    <a:pt x="63" y="11948"/>
                    <a:pt x="837" y="13245"/>
                  </a:cubicBezTo>
                  <a:cubicBezTo>
                    <a:pt x="1414" y="14195"/>
                    <a:pt x="2929" y="16073"/>
                    <a:pt x="5902" y="16073"/>
                  </a:cubicBezTo>
                  <a:cubicBezTo>
                    <a:pt x="6922" y="16073"/>
                    <a:pt x="8115" y="15851"/>
                    <a:pt x="9500" y="15295"/>
                  </a:cubicBezTo>
                  <a:cubicBezTo>
                    <a:pt x="14898" y="13119"/>
                    <a:pt x="14751" y="7554"/>
                    <a:pt x="13057" y="5461"/>
                  </a:cubicBezTo>
                  <a:cubicBezTo>
                    <a:pt x="12073" y="4269"/>
                    <a:pt x="10316" y="2448"/>
                    <a:pt x="9123" y="1235"/>
                  </a:cubicBezTo>
                  <a:cubicBezTo>
                    <a:pt x="8391" y="502"/>
                    <a:pt x="7888" y="0"/>
                    <a:pt x="78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4084850" y="3053900"/>
              <a:ext cx="219200" cy="253725"/>
            </a:xfrm>
            <a:custGeom>
              <a:avLst/>
              <a:gdLst/>
              <a:ahLst/>
              <a:cxnLst/>
              <a:rect l="l" t="t" r="r" b="b"/>
              <a:pathLst>
                <a:path w="8768" h="10149" extrusionOk="0">
                  <a:moveTo>
                    <a:pt x="2428" y="1"/>
                  </a:moveTo>
                  <a:cubicBezTo>
                    <a:pt x="2428" y="1"/>
                    <a:pt x="1" y="2093"/>
                    <a:pt x="1" y="3621"/>
                  </a:cubicBezTo>
                  <a:cubicBezTo>
                    <a:pt x="1" y="6675"/>
                    <a:pt x="2428" y="10149"/>
                    <a:pt x="2428" y="10149"/>
                  </a:cubicBezTo>
                  <a:cubicBezTo>
                    <a:pt x="2428" y="10149"/>
                    <a:pt x="8768" y="5043"/>
                    <a:pt x="24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3822275" y="3004750"/>
              <a:ext cx="267325" cy="276200"/>
            </a:xfrm>
            <a:custGeom>
              <a:avLst/>
              <a:gdLst/>
              <a:ahLst/>
              <a:cxnLst/>
              <a:rect l="l" t="t" r="r" b="b"/>
              <a:pathLst>
                <a:path w="10693" h="11048" extrusionOk="0">
                  <a:moveTo>
                    <a:pt x="6445" y="4075"/>
                  </a:moveTo>
                  <a:cubicBezTo>
                    <a:pt x="6492" y="4075"/>
                    <a:pt x="6539" y="4091"/>
                    <a:pt x="6570" y="4122"/>
                  </a:cubicBezTo>
                  <a:cubicBezTo>
                    <a:pt x="6633" y="4206"/>
                    <a:pt x="6633" y="4310"/>
                    <a:pt x="6570" y="4394"/>
                  </a:cubicBezTo>
                  <a:cubicBezTo>
                    <a:pt x="6539" y="4425"/>
                    <a:pt x="6492" y="4441"/>
                    <a:pt x="6445" y="4441"/>
                  </a:cubicBezTo>
                  <a:cubicBezTo>
                    <a:pt x="6398" y="4441"/>
                    <a:pt x="6351" y="4425"/>
                    <a:pt x="6319" y="4394"/>
                  </a:cubicBezTo>
                  <a:cubicBezTo>
                    <a:pt x="6235" y="4310"/>
                    <a:pt x="6235" y="4206"/>
                    <a:pt x="6319" y="4122"/>
                  </a:cubicBezTo>
                  <a:cubicBezTo>
                    <a:pt x="6351" y="4091"/>
                    <a:pt x="6398" y="4075"/>
                    <a:pt x="6445" y="4075"/>
                  </a:cubicBezTo>
                  <a:close/>
                  <a:moveTo>
                    <a:pt x="5482" y="5037"/>
                  </a:moveTo>
                  <a:cubicBezTo>
                    <a:pt x="5529" y="5037"/>
                    <a:pt x="5576" y="5053"/>
                    <a:pt x="5608" y="5084"/>
                  </a:cubicBezTo>
                  <a:cubicBezTo>
                    <a:pt x="5671" y="5168"/>
                    <a:pt x="5671" y="5273"/>
                    <a:pt x="5608" y="5356"/>
                  </a:cubicBezTo>
                  <a:cubicBezTo>
                    <a:pt x="5576" y="5388"/>
                    <a:pt x="5529" y="5404"/>
                    <a:pt x="5482" y="5404"/>
                  </a:cubicBezTo>
                  <a:cubicBezTo>
                    <a:pt x="5435" y="5404"/>
                    <a:pt x="5388" y="5388"/>
                    <a:pt x="5357" y="5356"/>
                  </a:cubicBezTo>
                  <a:cubicBezTo>
                    <a:pt x="5273" y="5273"/>
                    <a:pt x="5273" y="5168"/>
                    <a:pt x="5357" y="5084"/>
                  </a:cubicBezTo>
                  <a:cubicBezTo>
                    <a:pt x="5388" y="5053"/>
                    <a:pt x="5435" y="5037"/>
                    <a:pt x="5482" y="5037"/>
                  </a:cubicBezTo>
                  <a:close/>
                  <a:moveTo>
                    <a:pt x="4520" y="6000"/>
                  </a:moveTo>
                  <a:cubicBezTo>
                    <a:pt x="4567" y="6000"/>
                    <a:pt x="4614" y="6016"/>
                    <a:pt x="4645" y="6047"/>
                  </a:cubicBezTo>
                  <a:cubicBezTo>
                    <a:pt x="4708" y="6131"/>
                    <a:pt x="4708" y="6235"/>
                    <a:pt x="4645" y="6319"/>
                  </a:cubicBezTo>
                  <a:cubicBezTo>
                    <a:pt x="4614" y="6350"/>
                    <a:pt x="4567" y="6366"/>
                    <a:pt x="4520" y="6366"/>
                  </a:cubicBezTo>
                  <a:cubicBezTo>
                    <a:pt x="4473" y="6366"/>
                    <a:pt x="4426" y="6350"/>
                    <a:pt x="4394" y="6319"/>
                  </a:cubicBezTo>
                  <a:cubicBezTo>
                    <a:pt x="4331" y="6235"/>
                    <a:pt x="4331" y="6131"/>
                    <a:pt x="4394" y="6047"/>
                  </a:cubicBezTo>
                  <a:cubicBezTo>
                    <a:pt x="4426" y="6016"/>
                    <a:pt x="4473" y="6000"/>
                    <a:pt x="4520" y="6000"/>
                  </a:cubicBezTo>
                  <a:close/>
                  <a:moveTo>
                    <a:pt x="3557" y="6962"/>
                  </a:moveTo>
                  <a:cubicBezTo>
                    <a:pt x="3604" y="6962"/>
                    <a:pt x="3651" y="6978"/>
                    <a:pt x="3683" y="7009"/>
                  </a:cubicBezTo>
                  <a:cubicBezTo>
                    <a:pt x="3746" y="7093"/>
                    <a:pt x="3746" y="7198"/>
                    <a:pt x="3683" y="7260"/>
                  </a:cubicBezTo>
                  <a:cubicBezTo>
                    <a:pt x="3651" y="7302"/>
                    <a:pt x="3604" y="7323"/>
                    <a:pt x="3557" y="7323"/>
                  </a:cubicBezTo>
                  <a:cubicBezTo>
                    <a:pt x="3510" y="7323"/>
                    <a:pt x="3463" y="7302"/>
                    <a:pt x="3432" y="7260"/>
                  </a:cubicBezTo>
                  <a:cubicBezTo>
                    <a:pt x="3369" y="7198"/>
                    <a:pt x="3369" y="7093"/>
                    <a:pt x="3432" y="7009"/>
                  </a:cubicBezTo>
                  <a:cubicBezTo>
                    <a:pt x="3463" y="6978"/>
                    <a:pt x="3510" y="6962"/>
                    <a:pt x="3557" y="6962"/>
                  </a:cubicBezTo>
                  <a:close/>
                  <a:moveTo>
                    <a:pt x="2595" y="7925"/>
                  </a:moveTo>
                  <a:cubicBezTo>
                    <a:pt x="2642" y="7925"/>
                    <a:pt x="2689" y="7941"/>
                    <a:pt x="2720" y="7972"/>
                  </a:cubicBezTo>
                  <a:cubicBezTo>
                    <a:pt x="2783" y="8056"/>
                    <a:pt x="2783" y="8160"/>
                    <a:pt x="2720" y="8223"/>
                  </a:cubicBezTo>
                  <a:cubicBezTo>
                    <a:pt x="2689" y="8265"/>
                    <a:pt x="2642" y="8286"/>
                    <a:pt x="2595" y="8286"/>
                  </a:cubicBezTo>
                  <a:cubicBezTo>
                    <a:pt x="2548" y="8286"/>
                    <a:pt x="2501" y="8265"/>
                    <a:pt x="2469" y="8223"/>
                  </a:cubicBezTo>
                  <a:cubicBezTo>
                    <a:pt x="2406" y="8160"/>
                    <a:pt x="2406" y="8056"/>
                    <a:pt x="2469" y="7972"/>
                  </a:cubicBezTo>
                  <a:cubicBezTo>
                    <a:pt x="2501" y="7941"/>
                    <a:pt x="2548" y="7925"/>
                    <a:pt x="2595" y="7925"/>
                  </a:cubicBezTo>
                  <a:close/>
                  <a:moveTo>
                    <a:pt x="10023" y="0"/>
                  </a:moveTo>
                  <a:lnTo>
                    <a:pt x="3850" y="6172"/>
                  </a:lnTo>
                  <a:lnTo>
                    <a:pt x="3557" y="6465"/>
                  </a:lnTo>
                  <a:lnTo>
                    <a:pt x="0" y="10022"/>
                  </a:lnTo>
                  <a:lnTo>
                    <a:pt x="335" y="11048"/>
                  </a:lnTo>
                  <a:lnTo>
                    <a:pt x="4248" y="7135"/>
                  </a:lnTo>
                  <a:lnTo>
                    <a:pt x="4520" y="6842"/>
                  </a:lnTo>
                  <a:lnTo>
                    <a:pt x="10692" y="670"/>
                  </a:lnTo>
                  <a:lnTo>
                    <a:pt x="100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3902300" y="3150150"/>
              <a:ext cx="42925" cy="42925"/>
            </a:xfrm>
            <a:custGeom>
              <a:avLst/>
              <a:gdLst/>
              <a:ahLst/>
              <a:cxnLst/>
              <a:rect l="l" t="t" r="r" b="b"/>
              <a:pathLst>
                <a:path w="1717" h="1717" extrusionOk="0">
                  <a:moveTo>
                    <a:pt x="293" y="1"/>
                  </a:moveTo>
                  <a:lnTo>
                    <a:pt x="1" y="273"/>
                  </a:lnTo>
                  <a:lnTo>
                    <a:pt x="1444" y="1717"/>
                  </a:lnTo>
                  <a:lnTo>
                    <a:pt x="1716" y="142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3968200" y="3417975"/>
              <a:ext cx="136550" cy="120350"/>
            </a:xfrm>
            <a:custGeom>
              <a:avLst/>
              <a:gdLst/>
              <a:ahLst/>
              <a:cxnLst/>
              <a:rect l="l" t="t" r="r" b="b"/>
              <a:pathLst>
                <a:path w="5462" h="4814" extrusionOk="0">
                  <a:moveTo>
                    <a:pt x="2721" y="419"/>
                  </a:moveTo>
                  <a:cubicBezTo>
                    <a:pt x="3704" y="419"/>
                    <a:pt x="4520" y="1214"/>
                    <a:pt x="4520" y="2198"/>
                  </a:cubicBezTo>
                  <a:lnTo>
                    <a:pt x="4520" y="4248"/>
                  </a:lnTo>
                  <a:lnTo>
                    <a:pt x="942" y="4248"/>
                  </a:lnTo>
                  <a:lnTo>
                    <a:pt x="942" y="2198"/>
                  </a:lnTo>
                  <a:cubicBezTo>
                    <a:pt x="942" y="1214"/>
                    <a:pt x="1738" y="419"/>
                    <a:pt x="2721" y="419"/>
                  </a:cubicBezTo>
                  <a:close/>
                  <a:moveTo>
                    <a:pt x="2721" y="1"/>
                  </a:moveTo>
                  <a:cubicBezTo>
                    <a:pt x="1507" y="1"/>
                    <a:pt x="524" y="984"/>
                    <a:pt x="524" y="2198"/>
                  </a:cubicBezTo>
                  <a:lnTo>
                    <a:pt x="524" y="4248"/>
                  </a:lnTo>
                  <a:lnTo>
                    <a:pt x="1" y="4248"/>
                  </a:lnTo>
                  <a:lnTo>
                    <a:pt x="1" y="4813"/>
                  </a:lnTo>
                  <a:lnTo>
                    <a:pt x="5462" y="4813"/>
                  </a:lnTo>
                  <a:lnTo>
                    <a:pt x="5462" y="4248"/>
                  </a:lnTo>
                  <a:lnTo>
                    <a:pt x="4918" y="4248"/>
                  </a:lnTo>
                  <a:lnTo>
                    <a:pt x="4918" y="2198"/>
                  </a:lnTo>
                  <a:cubicBezTo>
                    <a:pt x="4918" y="1591"/>
                    <a:pt x="4688" y="1047"/>
                    <a:pt x="4290" y="649"/>
                  </a:cubicBezTo>
                  <a:cubicBezTo>
                    <a:pt x="3893" y="252"/>
                    <a:pt x="3328" y="1"/>
                    <a:pt x="2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4025750" y="3027225"/>
              <a:ext cx="21475" cy="405425"/>
            </a:xfrm>
            <a:custGeom>
              <a:avLst/>
              <a:gdLst/>
              <a:ahLst/>
              <a:cxnLst/>
              <a:rect l="l" t="t" r="r" b="b"/>
              <a:pathLst>
                <a:path w="859" h="16217" extrusionOk="0">
                  <a:moveTo>
                    <a:pt x="0" y="1"/>
                  </a:moveTo>
                  <a:lnTo>
                    <a:pt x="0" y="16217"/>
                  </a:lnTo>
                  <a:lnTo>
                    <a:pt x="858" y="16217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3713825" y="2928325"/>
              <a:ext cx="423775" cy="143775"/>
            </a:xfrm>
            <a:custGeom>
              <a:avLst/>
              <a:gdLst/>
              <a:ahLst/>
              <a:cxnLst/>
              <a:rect l="l" t="t" r="r" b="b"/>
              <a:pathLst>
                <a:path w="16951" h="5751" extrusionOk="0">
                  <a:moveTo>
                    <a:pt x="796" y="0"/>
                  </a:moveTo>
                  <a:cubicBezTo>
                    <a:pt x="294" y="0"/>
                    <a:pt x="0" y="321"/>
                    <a:pt x="49" y="1090"/>
                  </a:cubicBezTo>
                  <a:cubicBezTo>
                    <a:pt x="49" y="1111"/>
                    <a:pt x="49" y="1655"/>
                    <a:pt x="342" y="2429"/>
                  </a:cubicBezTo>
                  <a:cubicBezTo>
                    <a:pt x="551" y="3015"/>
                    <a:pt x="928" y="3747"/>
                    <a:pt x="1576" y="4459"/>
                  </a:cubicBezTo>
                  <a:cubicBezTo>
                    <a:pt x="2061" y="5013"/>
                    <a:pt x="3049" y="5682"/>
                    <a:pt x="5108" y="5682"/>
                  </a:cubicBezTo>
                  <a:cubicBezTo>
                    <a:pt x="5536" y="5682"/>
                    <a:pt x="6010" y="5654"/>
                    <a:pt x="6535" y="5589"/>
                  </a:cubicBezTo>
                  <a:cubicBezTo>
                    <a:pt x="6870" y="5547"/>
                    <a:pt x="7226" y="5484"/>
                    <a:pt x="7581" y="5421"/>
                  </a:cubicBezTo>
                  <a:cubicBezTo>
                    <a:pt x="8781" y="5199"/>
                    <a:pt x="9775" y="5117"/>
                    <a:pt x="10594" y="5117"/>
                  </a:cubicBezTo>
                  <a:cubicBezTo>
                    <a:pt x="12389" y="5117"/>
                    <a:pt x="13344" y="5508"/>
                    <a:pt x="13775" y="5652"/>
                  </a:cubicBezTo>
                  <a:cubicBezTo>
                    <a:pt x="13987" y="5719"/>
                    <a:pt x="14200" y="5751"/>
                    <a:pt x="14407" y="5751"/>
                  </a:cubicBezTo>
                  <a:cubicBezTo>
                    <a:pt x="15815" y="5751"/>
                    <a:pt x="16950" y="4276"/>
                    <a:pt x="15637" y="2325"/>
                  </a:cubicBezTo>
                  <a:cubicBezTo>
                    <a:pt x="14713" y="964"/>
                    <a:pt x="14174" y="682"/>
                    <a:pt x="13785" y="682"/>
                  </a:cubicBezTo>
                  <a:cubicBezTo>
                    <a:pt x="13540" y="682"/>
                    <a:pt x="13354" y="794"/>
                    <a:pt x="13168" y="818"/>
                  </a:cubicBezTo>
                  <a:cubicBezTo>
                    <a:pt x="12745" y="873"/>
                    <a:pt x="10248" y="2597"/>
                    <a:pt x="8129" y="2597"/>
                  </a:cubicBezTo>
                  <a:cubicBezTo>
                    <a:pt x="7840" y="2597"/>
                    <a:pt x="7557" y="2565"/>
                    <a:pt x="7288" y="2492"/>
                  </a:cubicBezTo>
                  <a:cubicBezTo>
                    <a:pt x="5050" y="1885"/>
                    <a:pt x="3397" y="1090"/>
                    <a:pt x="2141" y="442"/>
                  </a:cubicBezTo>
                  <a:cubicBezTo>
                    <a:pt x="1619" y="163"/>
                    <a:pt x="1154" y="0"/>
                    <a:pt x="79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4128800" y="3011550"/>
              <a:ext cx="7875" cy="7850"/>
            </a:xfrm>
            <a:custGeom>
              <a:avLst/>
              <a:gdLst/>
              <a:ahLst/>
              <a:cxnLst/>
              <a:rect l="l" t="t" r="r" b="b"/>
              <a:pathLst>
                <a:path w="315" h="314" extrusionOk="0">
                  <a:moveTo>
                    <a:pt x="314" y="314"/>
                  </a:moveTo>
                  <a:cubicBezTo>
                    <a:pt x="210" y="209"/>
                    <a:pt x="105" y="105"/>
                    <a:pt x="0" y="0"/>
                  </a:cubicBezTo>
                  <a:cubicBezTo>
                    <a:pt x="105" y="105"/>
                    <a:pt x="210" y="209"/>
                    <a:pt x="314" y="314"/>
                  </a:cubicBezTo>
                  <a:lnTo>
                    <a:pt x="314" y="314"/>
                  </a:lnTo>
                  <a:close/>
                </a:path>
              </a:pathLst>
            </a:custGeom>
            <a:solidFill>
              <a:srgbClr val="DDC7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4047200" y="2986425"/>
              <a:ext cx="91050" cy="103600"/>
            </a:xfrm>
            <a:custGeom>
              <a:avLst/>
              <a:gdLst/>
              <a:ahLst/>
              <a:cxnLst/>
              <a:rect l="l" t="t" r="r" b="b"/>
              <a:pathLst>
                <a:path w="3642" h="4144" extrusionOk="0">
                  <a:moveTo>
                    <a:pt x="2302" y="1"/>
                  </a:moveTo>
                  <a:lnTo>
                    <a:pt x="2323" y="43"/>
                  </a:lnTo>
                  <a:cubicBezTo>
                    <a:pt x="2344" y="63"/>
                    <a:pt x="2344" y="63"/>
                    <a:pt x="2344" y="63"/>
                  </a:cubicBezTo>
                  <a:cubicBezTo>
                    <a:pt x="2344" y="63"/>
                    <a:pt x="2344" y="63"/>
                    <a:pt x="2344" y="84"/>
                  </a:cubicBezTo>
                  <a:lnTo>
                    <a:pt x="2365" y="84"/>
                  </a:lnTo>
                  <a:cubicBezTo>
                    <a:pt x="3578" y="1988"/>
                    <a:pt x="2469" y="3411"/>
                    <a:pt x="1067" y="3411"/>
                  </a:cubicBezTo>
                  <a:cubicBezTo>
                    <a:pt x="858" y="3411"/>
                    <a:pt x="649" y="3390"/>
                    <a:pt x="440" y="3328"/>
                  </a:cubicBezTo>
                  <a:cubicBezTo>
                    <a:pt x="314" y="3286"/>
                    <a:pt x="168" y="3223"/>
                    <a:pt x="0" y="3181"/>
                  </a:cubicBezTo>
                  <a:lnTo>
                    <a:pt x="0" y="3934"/>
                  </a:lnTo>
                  <a:cubicBezTo>
                    <a:pt x="21" y="3934"/>
                    <a:pt x="42" y="3934"/>
                    <a:pt x="63" y="3955"/>
                  </a:cubicBezTo>
                  <a:cubicBezTo>
                    <a:pt x="126" y="3976"/>
                    <a:pt x="168" y="3997"/>
                    <a:pt x="210" y="3997"/>
                  </a:cubicBezTo>
                  <a:cubicBezTo>
                    <a:pt x="503" y="4102"/>
                    <a:pt x="795" y="4144"/>
                    <a:pt x="1067" y="4144"/>
                  </a:cubicBezTo>
                  <a:cubicBezTo>
                    <a:pt x="2030" y="4144"/>
                    <a:pt x="2888" y="3641"/>
                    <a:pt x="3306" y="2825"/>
                  </a:cubicBezTo>
                  <a:cubicBezTo>
                    <a:pt x="3557" y="2365"/>
                    <a:pt x="3641" y="1863"/>
                    <a:pt x="3578" y="1319"/>
                  </a:cubicBezTo>
                  <a:cubicBezTo>
                    <a:pt x="3474" y="1214"/>
                    <a:pt x="3369" y="1110"/>
                    <a:pt x="3264" y="1005"/>
                  </a:cubicBezTo>
                  <a:cubicBezTo>
                    <a:pt x="2930" y="649"/>
                    <a:pt x="2595" y="315"/>
                    <a:pt x="2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3721300" y="2989050"/>
              <a:ext cx="1075" cy="3150"/>
            </a:xfrm>
            <a:custGeom>
              <a:avLst/>
              <a:gdLst/>
              <a:ahLst/>
              <a:cxnLst/>
              <a:rect l="l" t="t" r="r" b="b"/>
              <a:pathLst>
                <a:path w="43" h="126" extrusionOk="0">
                  <a:moveTo>
                    <a:pt x="1" y="126"/>
                  </a:moveTo>
                  <a:cubicBezTo>
                    <a:pt x="1" y="126"/>
                    <a:pt x="1" y="126"/>
                    <a:pt x="1" y="126"/>
                  </a:cubicBezTo>
                  <a:cubicBezTo>
                    <a:pt x="1" y="126"/>
                    <a:pt x="1" y="126"/>
                    <a:pt x="1" y="126"/>
                  </a:cubicBezTo>
                  <a:close/>
                  <a:moveTo>
                    <a:pt x="1" y="105"/>
                  </a:moveTo>
                  <a:cubicBezTo>
                    <a:pt x="1" y="105"/>
                    <a:pt x="1" y="105"/>
                    <a:pt x="1" y="105"/>
                  </a:cubicBezTo>
                  <a:cubicBezTo>
                    <a:pt x="1" y="105"/>
                    <a:pt x="1" y="105"/>
                    <a:pt x="1" y="105"/>
                  </a:cubicBezTo>
                  <a:close/>
                  <a:moveTo>
                    <a:pt x="1" y="105"/>
                  </a:move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105"/>
                  </a:cubicBezTo>
                  <a:close/>
                  <a:moveTo>
                    <a:pt x="1" y="84"/>
                  </a:moveTo>
                  <a:cubicBezTo>
                    <a:pt x="1" y="84"/>
                    <a:pt x="1" y="84"/>
                    <a:pt x="1" y="84"/>
                  </a:cubicBezTo>
                  <a:cubicBezTo>
                    <a:pt x="1" y="84"/>
                    <a:pt x="1" y="84"/>
                    <a:pt x="1" y="84"/>
                  </a:cubicBezTo>
                  <a:close/>
                  <a:moveTo>
                    <a:pt x="1" y="84"/>
                  </a:moveTo>
                  <a:lnTo>
                    <a:pt x="1" y="63"/>
                  </a:lnTo>
                  <a:lnTo>
                    <a:pt x="1" y="84"/>
                  </a:lnTo>
                  <a:close/>
                  <a:moveTo>
                    <a:pt x="1" y="63"/>
                  </a:moveTo>
                  <a:cubicBezTo>
                    <a:pt x="22" y="63"/>
                    <a:pt x="22" y="63"/>
                    <a:pt x="22" y="63"/>
                  </a:cubicBezTo>
                  <a:cubicBezTo>
                    <a:pt x="22" y="63"/>
                    <a:pt x="22" y="63"/>
                    <a:pt x="1" y="63"/>
                  </a:cubicBezTo>
                  <a:close/>
                  <a:moveTo>
                    <a:pt x="22" y="63"/>
                  </a:moveTo>
                  <a:lnTo>
                    <a:pt x="22" y="63"/>
                  </a:lnTo>
                  <a:lnTo>
                    <a:pt x="22" y="63"/>
                  </a:lnTo>
                  <a:close/>
                  <a:moveTo>
                    <a:pt x="22" y="63"/>
                  </a:moveTo>
                  <a:cubicBezTo>
                    <a:pt x="22" y="63"/>
                    <a:pt x="22" y="42"/>
                    <a:pt x="22" y="42"/>
                  </a:cubicBezTo>
                  <a:cubicBezTo>
                    <a:pt x="22" y="42"/>
                    <a:pt x="22" y="63"/>
                    <a:pt x="22" y="63"/>
                  </a:cubicBezTo>
                  <a:close/>
                  <a:moveTo>
                    <a:pt x="22" y="42"/>
                  </a:moveTo>
                  <a:lnTo>
                    <a:pt x="22" y="42"/>
                  </a:lnTo>
                  <a:lnTo>
                    <a:pt x="22" y="42"/>
                  </a:lnTo>
                  <a:close/>
                  <a:moveTo>
                    <a:pt x="22" y="42"/>
                  </a:moveTo>
                  <a:cubicBezTo>
                    <a:pt x="22" y="42"/>
                    <a:pt x="22" y="42"/>
                    <a:pt x="22" y="21"/>
                  </a:cubicBezTo>
                  <a:cubicBezTo>
                    <a:pt x="22" y="42"/>
                    <a:pt x="22" y="42"/>
                    <a:pt x="22" y="42"/>
                  </a:cubicBezTo>
                  <a:close/>
                  <a:moveTo>
                    <a:pt x="22" y="21"/>
                  </a:move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lose/>
                  <a:moveTo>
                    <a:pt x="22" y="21"/>
                  </a:moveTo>
                  <a:cubicBezTo>
                    <a:pt x="22" y="21"/>
                    <a:pt x="22" y="21"/>
                    <a:pt x="22" y="21"/>
                  </a:cubicBezTo>
                  <a:cubicBezTo>
                    <a:pt x="22" y="21"/>
                    <a:pt x="22" y="21"/>
                    <a:pt x="22" y="21"/>
                  </a:cubicBezTo>
                  <a:close/>
                  <a:moveTo>
                    <a:pt x="22" y="21"/>
                  </a:moveTo>
                  <a:cubicBezTo>
                    <a:pt x="22" y="21"/>
                    <a:pt x="22" y="0"/>
                    <a:pt x="22" y="0"/>
                  </a:cubicBezTo>
                  <a:cubicBezTo>
                    <a:pt x="22" y="0"/>
                    <a:pt x="22" y="21"/>
                    <a:pt x="22" y="21"/>
                  </a:cubicBezTo>
                  <a:close/>
                  <a:moveTo>
                    <a:pt x="22" y="0"/>
                  </a:moveTo>
                  <a:cubicBezTo>
                    <a:pt x="43" y="0"/>
                    <a:pt x="43" y="0"/>
                    <a:pt x="43" y="0"/>
                  </a:cubicBezTo>
                  <a:cubicBezTo>
                    <a:pt x="43" y="0"/>
                    <a:pt x="43" y="0"/>
                    <a:pt x="22" y="0"/>
                  </a:cubicBezTo>
                  <a:close/>
                </a:path>
              </a:pathLst>
            </a:custGeom>
            <a:solidFill>
              <a:srgbClr val="DDC7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3718175" y="2989050"/>
              <a:ext cx="160600" cy="98875"/>
            </a:xfrm>
            <a:custGeom>
              <a:avLst/>
              <a:gdLst/>
              <a:ahLst/>
              <a:cxnLst/>
              <a:rect l="l" t="t" r="r" b="b"/>
              <a:pathLst>
                <a:path w="6424" h="3955" extrusionOk="0">
                  <a:moveTo>
                    <a:pt x="147" y="0"/>
                  </a:moveTo>
                  <a:cubicBezTo>
                    <a:pt x="147" y="0"/>
                    <a:pt x="147" y="21"/>
                    <a:pt x="147" y="21"/>
                  </a:cubicBezTo>
                  <a:cubicBezTo>
                    <a:pt x="147" y="42"/>
                    <a:pt x="147" y="42"/>
                    <a:pt x="147" y="42"/>
                  </a:cubicBezTo>
                  <a:cubicBezTo>
                    <a:pt x="147" y="42"/>
                    <a:pt x="147" y="63"/>
                    <a:pt x="147" y="63"/>
                  </a:cubicBezTo>
                  <a:lnTo>
                    <a:pt x="126" y="63"/>
                  </a:lnTo>
                  <a:lnTo>
                    <a:pt x="126" y="84"/>
                  </a:lnTo>
                  <a:cubicBezTo>
                    <a:pt x="126" y="84"/>
                    <a:pt x="126" y="84"/>
                    <a:pt x="126" y="105"/>
                  </a:cubicBezTo>
                  <a:cubicBezTo>
                    <a:pt x="126" y="105"/>
                    <a:pt x="126" y="105"/>
                    <a:pt x="126" y="126"/>
                  </a:cubicBezTo>
                  <a:cubicBezTo>
                    <a:pt x="0" y="586"/>
                    <a:pt x="42" y="1088"/>
                    <a:pt x="147" y="1570"/>
                  </a:cubicBezTo>
                  <a:cubicBezTo>
                    <a:pt x="356" y="1904"/>
                    <a:pt x="607" y="2218"/>
                    <a:pt x="879" y="2511"/>
                  </a:cubicBezTo>
                  <a:cubicBezTo>
                    <a:pt x="1737" y="3474"/>
                    <a:pt x="3118" y="3955"/>
                    <a:pt x="4938" y="3955"/>
                  </a:cubicBezTo>
                  <a:cubicBezTo>
                    <a:pt x="5399" y="3955"/>
                    <a:pt x="5901" y="3934"/>
                    <a:pt x="6424" y="3871"/>
                  </a:cubicBezTo>
                  <a:cubicBezTo>
                    <a:pt x="6403" y="3599"/>
                    <a:pt x="6382" y="3348"/>
                    <a:pt x="6361" y="3160"/>
                  </a:cubicBezTo>
                  <a:lnTo>
                    <a:pt x="6298" y="3160"/>
                  </a:lnTo>
                  <a:cubicBezTo>
                    <a:pt x="5796" y="3223"/>
                    <a:pt x="5357" y="3243"/>
                    <a:pt x="4938" y="3243"/>
                  </a:cubicBezTo>
                  <a:cubicBezTo>
                    <a:pt x="2888" y="3243"/>
                    <a:pt x="1904" y="2574"/>
                    <a:pt x="1402" y="2051"/>
                  </a:cubicBezTo>
                  <a:cubicBezTo>
                    <a:pt x="1402" y="2030"/>
                    <a:pt x="1402" y="2030"/>
                    <a:pt x="1402" y="2030"/>
                  </a:cubicBezTo>
                  <a:cubicBezTo>
                    <a:pt x="754" y="1318"/>
                    <a:pt x="377" y="586"/>
                    <a:pt x="1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3877200" y="3056000"/>
              <a:ext cx="141250" cy="29850"/>
            </a:xfrm>
            <a:custGeom>
              <a:avLst/>
              <a:gdLst/>
              <a:ahLst/>
              <a:cxnLst/>
              <a:rect l="l" t="t" r="r" b="b"/>
              <a:pathLst>
                <a:path w="5650" h="1194" extrusionOk="0">
                  <a:moveTo>
                    <a:pt x="4059" y="1"/>
                  </a:moveTo>
                  <a:cubicBezTo>
                    <a:pt x="3243" y="1"/>
                    <a:pt x="2239" y="84"/>
                    <a:pt x="1046" y="314"/>
                  </a:cubicBezTo>
                  <a:cubicBezTo>
                    <a:pt x="691" y="377"/>
                    <a:pt x="335" y="440"/>
                    <a:pt x="0" y="482"/>
                  </a:cubicBezTo>
                  <a:cubicBezTo>
                    <a:pt x="21" y="670"/>
                    <a:pt x="42" y="921"/>
                    <a:pt x="63" y="1193"/>
                  </a:cubicBezTo>
                  <a:lnTo>
                    <a:pt x="105" y="1193"/>
                  </a:lnTo>
                  <a:cubicBezTo>
                    <a:pt x="188" y="1172"/>
                    <a:pt x="293" y="1172"/>
                    <a:pt x="398" y="1151"/>
                  </a:cubicBezTo>
                  <a:cubicBezTo>
                    <a:pt x="649" y="1109"/>
                    <a:pt x="900" y="1068"/>
                    <a:pt x="1172" y="1026"/>
                  </a:cubicBezTo>
                  <a:cubicBezTo>
                    <a:pt x="2218" y="817"/>
                    <a:pt x="3201" y="733"/>
                    <a:pt x="4059" y="733"/>
                  </a:cubicBezTo>
                  <a:cubicBezTo>
                    <a:pt x="4415" y="733"/>
                    <a:pt x="4729" y="733"/>
                    <a:pt x="5001" y="775"/>
                  </a:cubicBezTo>
                  <a:lnTo>
                    <a:pt x="5650" y="126"/>
                  </a:lnTo>
                  <a:cubicBezTo>
                    <a:pt x="5210" y="63"/>
                    <a:pt x="4687" y="1"/>
                    <a:pt x="4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4002200" y="3059150"/>
              <a:ext cx="23575" cy="19375"/>
            </a:xfrm>
            <a:custGeom>
              <a:avLst/>
              <a:gdLst/>
              <a:ahLst/>
              <a:cxnLst/>
              <a:rect l="l" t="t" r="r" b="b"/>
              <a:pathLst>
                <a:path w="943" h="775" extrusionOk="0">
                  <a:moveTo>
                    <a:pt x="650" y="0"/>
                  </a:moveTo>
                  <a:lnTo>
                    <a:pt x="1" y="649"/>
                  </a:lnTo>
                  <a:cubicBezTo>
                    <a:pt x="378" y="670"/>
                    <a:pt x="670" y="732"/>
                    <a:pt x="942" y="774"/>
                  </a:cubicBezTo>
                  <a:lnTo>
                    <a:pt x="942" y="42"/>
                  </a:lnTo>
                  <a:cubicBezTo>
                    <a:pt x="859" y="21"/>
                    <a:pt x="754" y="21"/>
                    <a:pt x="6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4025750" y="3060175"/>
              <a:ext cx="21475" cy="24625"/>
            </a:xfrm>
            <a:custGeom>
              <a:avLst/>
              <a:gdLst/>
              <a:ahLst/>
              <a:cxnLst/>
              <a:rect l="l" t="t" r="r" b="b"/>
              <a:pathLst>
                <a:path w="859" h="985" extrusionOk="0">
                  <a:moveTo>
                    <a:pt x="0" y="1"/>
                  </a:moveTo>
                  <a:lnTo>
                    <a:pt x="0" y="733"/>
                  </a:lnTo>
                  <a:cubicBezTo>
                    <a:pt x="356" y="817"/>
                    <a:pt x="649" y="901"/>
                    <a:pt x="858" y="984"/>
                  </a:cubicBezTo>
                  <a:lnTo>
                    <a:pt x="858" y="231"/>
                  </a:lnTo>
                  <a:cubicBezTo>
                    <a:pt x="628" y="147"/>
                    <a:pt x="356" y="8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3877200" y="3063850"/>
              <a:ext cx="26175" cy="4200"/>
            </a:xfrm>
            <a:custGeom>
              <a:avLst/>
              <a:gdLst/>
              <a:ahLst/>
              <a:cxnLst/>
              <a:rect l="l" t="t" r="r" b="b"/>
              <a:pathLst>
                <a:path w="1047" h="168" extrusionOk="0">
                  <a:moveTo>
                    <a:pt x="1046" y="0"/>
                  </a:moveTo>
                  <a:lnTo>
                    <a:pt x="1046" y="0"/>
                  </a:lnTo>
                  <a:cubicBezTo>
                    <a:pt x="825" y="37"/>
                    <a:pt x="604" y="74"/>
                    <a:pt x="396" y="111"/>
                  </a:cubicBezTo>
                  <a:lnTo>
                    <a:pt x="396" y="111"/>
                  </a:lnTo>
                  <a:cubicBezTo>
                    <a:pt x="610" y="77"/>
                    <a:pt x="828" y="39"/>
                    <a:pt x="1046" y="0"/>
                  </a:cubicBezTo>
                  <a:close/>
                  <a:moveTo>
                    <a:pt x="396" y="111"/>
                  </a:moveTo>
                  <a:cubicBezTo>
                    <a:pt x="364" y="116"/>
                    <a:pt x="332" y="121"/>
                    <a:pt x="300" y="126"/>
                  </a:cubicBezTo>
                  <a:lnTo>
                    <a:pt x="300" y="126"/>
                  </a:lnTo>
                  <a:cubicBezTo>
                    <a:pt x="305" y="126"/>
                    <a:pt x="309" y="126"/>
                    <a:pt x="314" y="126"/>
                  </a:cubicBezTo>
                  <a:cubicBezTo>
                    <a:pt x="341" y="121"/>
                    <a:pt x="369" y="116"/>
                    <a:pt x="396" y="111"/>
                  </a:cubicBezTo>
                  <a:close/>
                  <a:moveTo>
                    <a:pt x="300" y="126"/>
                  </a:moveTo>
                  <a:cubicBezTo>
                    <a:pt x="200" y="128"/>
                    <a:pt x="100" y="148"/>
                    <a:pt x="0" y="168"/>
                  </a:cubicBezTo>
                  <a:cubicBezTo>
                    <a:pt x="98" y="155"/>
                    <a:pt x="198" y="141"/>
                    <a:pt x="300" y="126"/>
                  </a:cubicBezTo>
                  <a:close/>
                </a:path>
              </a:pathLst>
            </a:custGeom>
            <a:solidFill>
              <a:srgbClr val="693E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3730725" y="2942500"/>
              <a:ext cx="340550" cy="79000"/>
            </a:xfrm>
            <a:custGeom>
              <a:avLst/>
              <a:gdLst/>
              <a:ahLst/>
              <a:cxnLst/>
              <a:rect l="l" t="t" r="r" b="b"/>
              <a:pathLst>
                <a:path w="13622" h="3160" extrusionOk="0">
                  <a:moveTo>
                    <a:pt x="231" y="0"/>
                  </a:moveTo>
                  <a:cubicBezTo>
                    <a:pt x="168" y="0"/>
                    <a:pt x="126" y="42"/>
                    <a:pt x="105" y="63"/>
                  </a:cubicBezTo>
                  <a:cubicBezTo>
                    <a:pt x="84" y="105"/>
                    <a:pt x="1" y="209"/>
                    <a:pt x="22" y="523"/>
                  </a:cubicBezTo>
                  <a:cubicBezTo>
                    <a:pt x="273" y="1716"/>
                    <a:pt x="3620" y="2051"/>
                    <a:pt x="5022" y="2553"/>
                  </a:cubicBezTo>
                  <a:cubicBezTo>
                    <a:pt x="5755" y="2825"/>
                    <a:pt x="7387" y="3160"/>
                    <a:pt x="9019" y="3160"/>
                  </a:cubicBezTo>
                  <a:cubicBezTo>
                    <a:pt x="10546" y="3160"/>
                    <a:pt x="12073" y="2867"/>
                    <a:pt x="12869" y="1883"/>
                  </a:cubicBezTo>
                  <a:cubicBezTo>
                    <a:pt x="13538" y="1088"/>
                    <a:pt x="13622" y="858"/>
                    <a:pt x="13413" y="753"/>
                  </a:cubicBezTo>
                  <a:lnTo>
                    <a:pt x="13015" y="732"/>
                  </a:lnTo>
                  <a:lnTo>
                    <a:pt x="12994" y="732"/>
                  </a:lnTo>
                  <a:cubicBezTo>
                    <a:pt x="12910" y="774"/>
                    <a:pt x="12827" y="795"/>
                    <a:pt x="12701" y="816"/>
                  </a:cubicBezTo>
                  <a:cubicBezTo>
                    <a:pt x="12597" y="858"/>
                    <a:pt x="12325" y="1004"/>
                    <a:pt x="12073" y="1130"/>
                  </a:cubicBezTo>
                  <a:cubicBezTo>
                    <a:pt x="11006" y="1674"/>
                    <a:pt x="9207" y="2595"/>
                    <a:pt x="7554" y="2595"/>
                  </a:cubicBezTo>
                  <a:cubicBezTo>
                    <a:pt x="7198" y="2595"/>
                    <a:pt x="6884" y="2553"/>
                    <a:pt x="6592" y="2490"/>
                  </a:cubicBezTo>
                  <a:cubicBezTo>
                    <a:pt x="4541" y="1946"/>
                    <a:pt x="3014" y="1235"/>
                    <a:pt x="1654" y="544"/>
                  </a:cubicBezTo>
                  <a:cubicBezTo>
                    <a:pt x="1549" y="481"/>
                    <a:pt x="1444" y="439"/>
                    <a:pt x="1340" y="377"/>
                  </a:cubicBezTo>
                  <a:cubicBezTo>
                    <a:pt x="712" y="63"/>
                    <a:pt x="377" y="0"/>
                    <a:pt x="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26" name="Google Shape;226;p27"/>
          <p:cNvGrpSpPr/>
          <p:nvPr/>
        </p:nvGrpSpPr>
        <p:grpSpPr>
          <a:xfrm>
            <a:off x="4921000" y="3861650"/>
            <a:ext cx="278825" cy="438225"/>
            <a:chOff x="4492350" y="2378225"/>
            <a:chExt cx="278825" cy="438225"/>
          </a:xfrm>
        </p:grpSpPr>
        <p:sp>
          <p:nvSpPr>
            <p:cNvPr id="227" name="Google Shape;227;p27"/>
            <p:cNvSpPr/>
            <p:nvPr/>
          </p:nvSpPr>
          <p:spPr>
            <a:xfrm>
              <a:off x="4496525" y="2507275"/>
              <a:ext cx="223400" cy="287725"/>
            </a:xfrm>
            <a:custGeom>
              <a:avLst/>
              <a:gdLst/>
              <a:ahLst/>
              <a:cxnLst/>
              <a:rect l="l" t="t" r="r" b="b"/>
              <a:pathLst>
                <a:path w="8936" h="11509" extrusionOk="0">
                  <a:moveTo>
                    <a:pt x="3976" y="1"/>
                  </a:moveTo>
                  <a:lnTo>
                    <a:pt x="3976" y="22"/>
                  </a:lnTo>
                  <a:cubicBezTo>
                    <a:pt x="4144" y="1423"/>
                    <a:pt x="4353" y="2846"/>
                    <a:pt x="4520" y="4081"/>
                  </a:cubicBezTo>
                  <a:cubicBezTo>
                    <a:pt x="4520" y="4164"/>
                    <a:pt x="4541" y="4269"/>
                    <a:pt x="4562" y="4353"/>
                  </a:cubicBezTo>
                  <a:cubicBezTo>
                    <a:pt x="4688" y="5336"/>
                    <a:pt x="4813" y="6173"/>
                    <a:pt x="4897" y="6780"/>
                  </a:cubicBezTo>
                  <a:cubicBezTo>
                    <a:pt x="5022" y="7240"/>
                    <a:pt x="4876" y="8224"/>
                    <a:pt x="4604" y="8517"/>
                  </a:cubicBezTo>
                  <a:cubicBezTo>
                    <a:pt x="4144" y="9061"/>
                    <a:pt x="3348" y="9207"/>
                    <a:pt x="2679" y="9333"/>
                  </a:cubicBezTo>
                  <a:cubicBezTo>
                    <a:pt x="1926" y="9500"/>
                    <a:pt x="1" y="9877"/>
                    <a:pt x="1" y="11341"/>
                  </a:cubicBezTo>
                  <a:lnTo>
                    <a:pt x="1" y="11509"/>
                  </a:lnTo>
                  <a:lnTo>
                    <a:pt x="105" y="11509"/>
                  </a:lnTo>
                  <a:cubicBezTo>
                    <a:pt x="817" y="11509"/>
                    <a:pt x="1549" y="11488"/>
                    <a:pt x="2260" y="11488"/>
                  </a:cubicBezTo>
                  <a:lnTo>
                    <a:pt x="4395" y="11488"/>
                  </a:lnTo>
                  <a:cubicBezTo>
                    <a:pt x="5022" y="11174"/>
                    <a:pt x="5420" y="10881"/>
                    <a:pt x="5755" y="10881"/>
                  </a:cubicBezTo>
                  <a:cubicBezTo>
                    <a:pt x="6382" y="10881"/>
                    <a:pt x="7010" y="10902"/>
                    <a:pt x="7638" y="10902"/>
                  </a:cubicBezTo>
                  <a:lnTo>
                    <a:pt x="8182" y="10902"/>
                  </a:lnTo>
                  <a:cubicBezTo>
                    <a:pt x="8370" y="10902"/>
                    <a:pt x="8558" y="10902"/>
                    <a:pt x="8747" y="10881"/>
                  </a:cubicBezTo>
                  <a:cubicBezTo>
                    <a:pt x="8789" y="10128"/>
                    <a:pt x="8830" y="9542"/>
                    <a:pt x="8558" y="8914"/>
                  </a:cubicBezTo>
                  <a:cubicBezTo>
                    <a:pt x="8538" y="8830"/>
                    <a:pt x="8307" y="8600"/>
                    <a:pt x="8328" y="8558"/>
                  </a:cubicBezTo>
                  <a:cubicBezTo>
                    <a:pt x="8328" y="8454"/>
                    <a:pt x="8705" y="8517"/>
                    <a:pt x="8726" y="8307"/>
                  </a:cubicBezTo>
                  <a:cubicBezTo>
                    <a:pt x="8077" y="7680"/>
                    <a:pt x="8893" y="7701"/>
                    <a:pt x="8872" y="7617"/>
                  </a:cubicBezTo>
                  <a:cubicBezTo>
                    <a:pt x="8935" y="7408"/>
                    <a:pt x="8056" y="7052"/>
                    <a:pt x="8684" y="6822"/>
                  </a:cubicBezTo>
                  <a:cubicBezTo>
                    <a:pt x="8830" y="4688"/>
                    <a:pt x="8872" y="2511"/>
                    <a:pt x="8872" y="335"/>
                  </a:cubicBezTo>
                  <a:lnTo>
                    <a:pt x="7157" y="231"/>
                  </a:lnTo>
                  <a:lnTo>
                    <a:pt x="397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4496525" y="2699775"/>
              <a:ext cx="220775" cy="95225"/>
            </a:xfrm>
            <a:custGeom>
              <a:avLst/>
              <a:gdLst/>
              <a:ahLst/>
              <a:cxnLst/>
              <a:rect l="l" t="t" r="r" b="b"/>
              <a:pathLst>
                <a:path w="8831" h="3809" extrusionOk="0">
                  <a:moveTo>
                    <a:pt x="4897" y="1"/>
                  </a:moveTo>
                  <a:cubicBezTo>
                    <a:pt x="4834" y="335"/>
                    <a:pt x="4729" y="670"/>
                    <a:pt x="4604" y="817"/>
                  </a:cubicBezTo>
                  <a:cubicBezTo>
                    <a:pt x="4144" y="1361"/>
                    <a:pt x="3348" y="1507"/>
                    <a:pt x="2679" y="1633"/>
                  </a:cubicBezTo>
                  <a:cubicBezTo>
                    <a:pt x="1926" y="1800"/>
                    <a:pt x="1" y="2177"/>
                    <a:pt x="1" y="3641"/>
                  </a:cubicBezTo>
                  <a:lnTo>
                    <a:pt x="1" y="3809"/>
                  </a:lnTo>
                  <a:lnTo>
                    <a:pt x="105" y="3809"/>
                  </a:lnTo>
                  <a:cubicBezTo>
                    <a:pt x="817" y="3809"/>
                    <a:pt x="1549" y="3788"/>
                    <a:pt x="2260" y="3788"/>
                  </a:cubicBezTo>
                  <a:lnTo>
                    <a:pt x="4395" y="3788"/>
                  </a:lnTo>
                  <a:cubicBezTo>
                    <a:pt x="5022" y="3474"/>
                    <a:pt x="5420" y="3181"/>
                    <a:pt x="5755" y="3181"/>
                  </a:cubicBezTo>
                  <a:cubicBezTo>
                    <a:pt x="6382" y="3181"/>
                    <a:pt x="7010" y="3202"/>
                    <a:pt x="7638" y="3202"/>
                  </a:cubicBezTo>
                  <a:cubicBezTo>
                    <a:pt x="8014" y="3202"/>
                    <a:pt x="8370" y="3202"/>
                    <a:pt x="8747" y="3181"/>
                  </a:cubicBezTo>
                  <a:cubicBezTo>
                    <a:pt x="8789" y="2428"/>
                    <a:pt x="8830" y="1842"/>
                    <a:pt x="8558" y="1214"/>
                  </a:cubicBezTo>
                  <a:cubicBezTo>
                    <a:pt x="8538" y="1130"/>
                    <a:pt x="8307" y="900"/>
                    <a:pt x="8328" y="858"/>
                  </a:cubicBezTo>
                  <a:cubicBezTo>
                    <a:pt x="8328" y="754"/>
                    <a:pt x="8705" y="817"/>
                    <a:pt x="8726" y="607"/>
                  </a:cubicBezTo>
                  <a:lnTo>
                    <a:pt x="8705" y="586"/>
                  </a:lnTo>
                  <a:cubicBezTo>
                    <a:pt x="8412" y="524"/>
                    <a:pt x="8119" y="503"/>
                    <a:pt x="7910" y="482"/>
                  </a:cubicBezTo>
                  <a:cubicBezTo>
                    <a:pt x="7892" y="481"/>
                    <a:pt x="7874" y="481"/>
                    <a:pt x="7857" y="481"/>
                  </a:cubicBezTo>
                  <a:cubicBezTo>
                    <a:pt x="7338" y="481"/>
                    <a:pt x="7225" y="783"/>
                    <a:pt x="6759" y="1047"/>
                  </a:cubicBezTo>
                  <a:cubicBezTo>
                    <a:pt x="6580" y="1154"/>
                    <a:pt x="6448" y="1203"/>
                    <a:pt x="6344" y="1203"/>
                  </a:cubicBezTo>
                  <a:cubicBezTo>
                    <a:pt x="6143" y="1203"/>
                    <a:pt x="6046" y="1022"/>
                    <a:pt x="5922" y="733"/>
                  </a:cubicBezTo>
                  <a:cubicBezTo>
                    <a:pt x="5755" y="168"/>
                    <a:pt x="5336" y="84"/>
                    <a:pt x="48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4492350" y="2779275"/>
              <a:ext cx="227050" cy="22000"/>
            </a:xfrm>
            <a:custGeom>
              <a:avLst/>
              <a:gdLst/>
              <a:ahLst/>
              <a:cxnLst/>
              <a:rect l="l" t="t" r="r" b="b"/>
              <a:pathLst>
                <a:path w="9082" h="880" extrusionOk="0">
                  <a:moveTo>
                    <a:pt x="5922" y="1"/>
                  </a:moveTo>
                  <a:cubicBezTo>
                    <a:pt x="5587" y="1"/>
                    <a:pt x="5189" y="294"/>
                    <a:pt x="4562" y="608"/>
                  </a:cubicBezTo>
                  <a:lnTo>
                    <a:pt x="2427" y="608"/>
                  </a:lnTo>
                  <a:cubicBezTo>
                    <a:pt x="1716" y="608"/>
                    <a:pt x="984" y="629"/>
                    <a:pt x="272" y="629"/>
                  </a:cubicBezTo>
                  <a:lnTo>
                    <a:pt x="0" y="629"/>
                  </a:lnTo>
                  <a:lnTo>
                    <a:pt x="0" y="880"/>
                  </a:lnTo>
                  <a:lnTo>
                    <a:pt x="4331" y="880"/>
                  </a:lnTo>
                  <a:cubicBezTo>
                    <a:pt x="4813" y="880"/>
                    <a:pt x="4917" y="691"/>
                    <a:pt x="5315" y="503"/>
                  </a:cubicBezTo>
                  <a:cubicBezTo>
                    <a:pt x="5611" y="349"/>
                    <a:pt x="5819" y="316"/>
                    <a:pt x="5945" y="316"/>
                  </a:cubicBezTo>
                  <a:cubicBezTo>
                    <a:pt x="6042" y="316"/>
                    <a:pt x="6089" y="336"/>
                    <a:pt x="6089" y="336"/>
                  </a:cubicBezTo>
                  <a:lnTo>
                    <a:pt x="6089" y="880"/>
                  </a:lnTo>
                  <a:lnTo>
                    <a:pt x="9060" y="880"/>
                  </a:lnTo>
                  <a:lnTo>
                    <a:pt x="9081" y="1"/>
                  </a:lnTo>
                  <a:lnTo>
                    <a:pt x="8914" y="1"/>
                  </a:lnTo>
                  <a:cubicBezTo>
                    <a:pt x="8537" y="22"/>
                    <a:pt x="8181" y="22"/>
                    <a:pt x="7805" y="22"/>
                  </a:cubicBezTo>
                  <a:cubicBezTo>
                    <a:pt x="7177" y="22"/>
                    <a:pt x="6549" y="1"/>
                    <a:pt x="5922" y="1"/>
                  </a:cubicBezTo>
                  <a:close/>
                </a:path>
              </a:pathLst>
            </a:custGeom>
            <a:solidFill>
              <a:srgbClr val="672B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4531050" y="2507800"/>
              <a:ext cx="79550" cy="108300"/>
            </a:xfrm>
            <a:custGeom>
              <a:avLst/>
              <a:gdLst/>
              <a:ahLst/>
              <a:cxnLst/>
              <a:rect l="l" t="t" r="r" b="b"/>
              <a:pathLst>
                <a:path w="3182" h="4332" extrusionOk="0">
                  <a:moveTo>
                    <a:pt x="2595" y="1"/>
                  </a:moveTo>
                  <a:cubicBezTo>
                    <a:pt x="2051" y="440"/>
                    <a:pt x="1528" y="963"/>
                    <a:pt x="1026" y="1486"/>
                  </a:cubicBezTo>
                  <a:cubicBezTo>
                    <a:pt x="1" y="2804"/>
                    <a:pt x="1570" y="4018"/>
                    <a:pt x="3181" y="4332"/>
                  </a:cubicBezTo>
                  <a:cubicBezTo>
                    <a:pt x="3160" y="4248"/>
                    <a:pt x="3139" y="4143"/>
                    <a:pt x="3139" y="4060"/>
                  </a:cubicBezTo>
                  <a:cubicBezTo>
                    <a:pt x="2972" y="2825"/>
                    <a:pt x="2763" y="1402"/>
                    <a:pt x="25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4571325" y="2600400"/>
              <a:ext cx="39275" cy="15700"/>
            </a:xfrm>
            <a:custGeom>
              <a:avLst/>
              <a:gdLst/>
              <a:ahLst/>
              <a:cxnLst/>
              <a:rect l="l" t="t" r="r" b="b"/>
              <a:pathLst>
                <a:path w="1571" h="628" extrusionOk="0">
                  <a:moveTo>
                    <a:pt x="1570" y="628"/>
                  </a:moveTo>
                  <a:cubicBezTo>
                    <a:pt x="1005" y="523"/>
                    <a:pt x="440" y="293"/>
                    <a:pt x="1" y="0"/>
                  </a:cubicBezTo>
                  <a:lnTo>
                    <a:pt x="1" y="0"/>
                  </a:lnTo>
                  <a:cubicBezTo>
                    <a:pt x="440" y="293"/>
                    <a:pt x="1005" y="523"/>
                    <a:pt x="1570" y="628"/>
                  </a:cubicBezTo>
                </a:path>
              </a:pathLst>
            </a:custGeom>
            <a:solidFill>
              <a:srgbClr val="B9A9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" name="Google Shape;232;p27"/>
            <p:cNvSpPr/>
            <p:nvPr/>
          </p:nvSpPr>
          <p:spPr>
            <a:xfrm>
              <a:off x="4601675" y="2552275"/>
              <a:ext cx="7875" cy="57025"/>
            </a:xfrm>
            <a:custGeom>
              <a:avLst/>
              <a:gdLst/>
              <a:ahLst/>
              <a:cxnLst/>
              <a:rect l="l" t="t" r="r" b="b"/>
              <a:pathLst>
                <a:path w="315" h="2281" extrusionOk="0">
                  <a:moveTo>
                    <a:pt x="314" y="2281"/>
                  </a:moveTo>
                  <a:cubicBezTo>
                    <a:pt x="210" y="1569"/>
                    <a:pt x="105" y="795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5" y="795"/>
                    <a:pt x="210" y="1569"/>
                    <a:pt x="314" y="2281"/>
                  </a:cubicBezTo>
                  <a:close/>
                </a:path>
              </a:pathLst>
            </a:custGeom>
            <a:solidFill>
              <a:srgbClr val="5B2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" name="Google Shape;233;p27"/>
            <p:cNvSpPr/>
            <p:nvPr/>
          </p:nvSpPr>
          <p:spPr>
            <a:xfrm>
              <a:off x="4548325" y="2378225"/>
              <a:ext cx="222850" cy="432475"/>
            </a:xfrm>
            <a:custGeom>
              <a:avLst/>
              <a:gdLst/>
              <a:ahLst/>
              <a:cxnLst/>
              <a:rect l="l" t="t" r="r" b="b"/>
              <a:pathLst>
                <a:path w="8914" h="17299" extrusionOk="0">
                  <a:moveTo>
                    <a:pt x="5140" y="1"/>
                  </a:moveTo>
                  <a:cubicBezTo>
                    <a:pt x="4626" y="1"/>
                    <a:pt x="4096" y="124"/>
                    <a:pt x="3536" y="434"/>
                  </a:cubicBezTo>
                  <a:cubicBezTo>
                    <a:pt x="3536" y="3614"/>
                    <a:pt x="4541" y="10101"/>
                    <a:pt x="4875" y="12549"/>
                  </a:cubicBezTo>
                  <a:lnTo>
                    <a:pt x="4875" y="12570"/>
                  </a:lnTo>
                  <a:cubicBezTo>
                    <a:pt x="5001" y="13030"/>
                    <a:pt x="4854" y="14013"/>
                    <a:pt x="4582" y="14306"/>
                  </a:cubicBezTo>
                  <a:cubicBezTo>
                    <a:pt x="4122" y="14850"/>
                    <a:pt x="3327" y="14997"/>
                    <a:pt x="2678" y="15122"/>
                  </a:cubicBezTo>
                  <a:cubicBezTo>
                    <a:pt x="1925" y="15290"/>
                    <a:pt x="0" y="15666"/>
                    <a:pt x="0" y="17131"/>
                  </a:cubicBezTo>
                  <a:lnTo>
                    <a:pt x="0" y="17298"/>
                  </a:lnTo>
                  <a:lnTo>
                    <a:pt x="105" y="17298"/>
                  </a:lnTo>
                  <a:cubicBezTo>
                    <a:pt x="795" y="17298"/>
                    <a:pt x="1548" y="17277"/>
                    <a:pt x="2239" y="17277"/>
                  </a:cubicBezTo>
                  <a:lnTo>
                    <a:pt x="4373" y="17277"/>
                  </a:lnTo>
                  <a:cubicBezTo>
                    <a:pt x="5001" y="16964"/>
                    <a:pt x="5419" y="16671"/>
                    <a:pt x="5733" y="16671"/>
                  </a:cubicBezTo>
                  <a:cubicBezTo>
                    <a:pt x="6361" y="16671"/>
                    <a:pt x="6989" y="16692"/>
                    <a:pt x="7616" y="16692"/>
                  </a:cubicBezTo>
                  <a:cubicBezTo>
                    <a:pt x="7993" y="16692"/>
                    <a:pt x="8370" y="16692"/>
                    <a:pt x="8725" y="16671"/>
                  </a:cubicBezTo>
                  <a:cubicBezTo>
                    <a:pt x="8788" y="15917"/>
                    <a:pt x="8809" y="15332"/>
                    <a:pt x="8537" y="14704"/>
                  </a:cubicBezTo>
                  <a:cubicBezTo>
                    <a:pt x="8516" y="14620"/>
                    <a:pt x="8286" y="14390"/>
                    <a:pt x="8307" y="14348"/>
                  </a:cubicBezTo>
                  <a:cubicBezTo>
                    <a:pt x="8307" y="14243"/>
                    <a:pt x="8683" y="14306"/>
                    <a:pt x="8704" y="14097"/>
                  </a:cubicBezTo>
                  <a:cubicBezTo>
                    <a:pt x="8077" y="13469"/>
                    <a:pt x="8872" y="13490"/>
                    <a:pt x="8851" y="13407"/>
                  </a:cubicBezTo>
                  <a:cubicBezTo>
                    <a:pt x="8914" y="13197"/>
                    <a:pt x="8035" y="12821"/>
                    <a:pt x="8683" y="12611"/>
                  </a:cubicBezTo>
                  <a:cubicBezTo>
                    <a:pt x="8914" y="8866"/>
                    <a:pt x="8893" y="5037"/>
                    <a:pt x="8830" y="1250"/>
                  </a:cubicBezTo>
                  <a:cubicBezTo>
                    <a:pt x="7554" y="731"/>
                    <a:pt x="6393" y="1"/>
                    <a:pt x="5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" name="Google Shape;234;p27"/>
            <p:cNvSpPr/>
            <p:nvPr/>
          </p:nvSpPr>
          <p:spPr>
            <a:xfrm>
              <a:off x="4548325" y="2715475"/>
              <a:ext cx="220225" cy="95225"/>
            </a:xfrm>
            <a:custGeom>
              <a:avLst/>
              <a:gdLst/>
              <a:ahLst/>
              <a:cxnLst/>
              <a:rect l="l" t="t" r="r" b="b"/>
              <a:pathLst>
                <a:path w="8809" h="3809" extrusionOk="0">
                  <a:moveTo>
                    <a:pt x="4875" y="0"/>
                  </a:moveTo>
                  <a:cubicBezTo>
                    <a:pt x="4813" y="335"/>
                    <a:pt x="4729" y="670"/>
                    <a:pt x="4582" y="816"/>
                  </a:cubicBezTo>
                  <a:cubicBezTo>
                    <a:pt x="4122" y="1360"/>
                    <a:pt x="3327" y="1507"/>
                    <a:pt x="2678" y="1632"/>
                  </a:cubicBezTo>
                  <a:cubicBezTo>
                    <a:pt x="1925" y="1800"/>
                    <a:pt x="0" y="2176"/>
                    <a:pt x="0" y="3641"/>
                  </a:cubicBezTo>
                  <a:lnTo>
                    <a:pt x="0" y="3808"/>
                  </a:lnTo>
                  <a:lnTo>
                    <a:pt x="105" y="3808"/>
                  </a:lnTo>
                  <a:cubicBezTo>
                    <a:pt x="795" y="3808"/>
                    <a:pt x="1548" y="3787"/>
                    <a:pt x="2239" y="3787"/>
                  </a:cubicBezTo>
                  <a:lnTo>
                    <a:pt x="4373" y="3787"/>
                  </a:lnTo>
                  <a:cubicBezTo>
                    <a:pt x="5001" y="3474"/>
                    <a:pt x="5419" y="3181"/>
                    <a:pt x="5733" y="3181"/>
                  </a:cubicBezTo>
                  <a:cubicBezTo>
                    <a:pt x="6361" y="3181"/>
                    <a:pt x="6989" y="3202"/>
                    <a:pt x="7616" y="3202"/>
                  </a:cubicBezTo>
                  <a:cubicBezTo>
                    <a:pt x="7993" y="3202"/>
                    <a:pt x="8370" y="3202"/>
                    <a:pt x="8725" y="3181"/>
                  </a:cubicBezTo>
                  <a:cubicBezTo>
                    <a:pt x="8788" y="2427"/>
                    <a:pt x="8809" y="1842"/>
                    <a:pt x="8537" y="1214"/>
                  </a:cubicBezTo>
                  <a:cubicBezTo>
                    <a:pt x="8516" y="1130"/>
                    <a:pt x="8286" y="900"/>
                    <a:pt x="8307" y="858"/>
                  </a:cubicBezTo>
                  <a:cubicBezTo>
                    <a:pt x="8307" y="753"/>
                    <a:pt x="8683" y="816"/>
                    <a:pt x="8704" y="607"/>
                  </a:cubicBezTo>
                  <a:lnTo>
                    <a:pt x="8683" y="565"/>
                  </a:lnTo>
                  <a:cubicBezTo>
                    <a:pt x="8390" y="523"/>
                    <a:pt x="8098" y="502"/>
                    <a:pt x="7888" y="481"/>
                  </a:cubicBezTo>
                  <a:cubicBezTo>
                    <a:pt x="7870" y="481"/>
                    <a:pt x="7853" y="480"/>
                    <a:pt x="7836" y="480"/>
                  </a:cubicBezTo>
                  <a:cubicBezTo>
                    <a:pt x="7316" y="480"/>
                    <a:pt x="7204" y="783"/>
                    <a:pt x="6758" y="1046"/>
                  </a:cubicBezTo>
                  <a:cubicBezTo>
                    <a:pt x="6580" y="1154"/>
                    <a:pt x="6445" y="1202"/>
                    <a:pt x="6338" y="1202"/>
                  </a:cubicBezTo>
                  <a:cubicBezTo>
                    <a:pt x="6133" y="1202"/>
                    <a:pt x="6032" y="1022"/>
                    <a:pt x="5922" y="733"/>
                  </a:cubicBezTo>
                  <a:cubicBezTo>
                    <a:pt x="5733" y="147"/>
                    <a:pt x="5336" y="84"/>
                    <a:pt x="48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27"/>
            <p:cNvSpPr/>
            <p:nvPr/>
          </p:nvSpPr>
          <p:spPr>
            <a:xfrm>
              <a:off x="4543600" y="2794975"/>
              <a:ext cx="227050" cy="21475"/>
            </a:xfrm>
            <a:custGeom>
              <a:avLst/>
              <a:gdLst/>
              <a:ahLst/>
              <a:cxnLst/>
              <a:rect l="l" t="t" r="r" b="b"/>
              <a:pathLst>
                <a:path w="9082" h="859" extrusionOk="0">
                  <a:moveTo>
                    <a:pt x="5922" y="1"/>
                  </a:moveTo>
                  <a:cubicBezTo>
                    <a:pt x="5608" y="1"/>
                    <a:pt x="5190" y="294"/>
                    <a:pt x="4562" y="607"/>
                  </a:cubicBezTo>
                  <a:lnTo>
                    <a:pt x="2428" y="607"/>
                  </a:lnTo>
                  <a:cubicBezTo>
                    <a:pt x="1737" y="607"/>
                    <a:pt x="984" y="628"/>
                    <a:pt x="294" y="628"/>
                  </a:cubicBezTo>
                  <a:lnTo>
                    <a:pt x="1" y="628"/>
                  </a:lnTo>
                  <a:lnTo>
                    <a:pt x="1" y="859"/>
                  </a:lnTo>
                  <a:lnTo>
                    <a:pt x="4353" y="859"/>
                  </a:lnTo>
                  <a:cubicBezTo>
                    <a:pt x="4813" y="859"/>
                    <a:pt x="4918" y="691"/>
                    <a:pt x="5315" y="482"/>
                  </a:cubicBezTo>
                  <a:cubicBezTo>
                    <a:pt x="5612" y="345"/>
                    <a:pt x="5816" y="314"/>
                    <a:pt x="5939" y="314"/>
                  </a:cubicBezTo>
                  <a:cubicBezTo>
                    <a:pt x="6042" y="314"/>
                    <a:pt x="6090" y="335"/>
                    <a:pt x="6090" y="335"/>
                  </a:cubicBezTo>
                  <a:lnTo>
                    <a:pt x="6090" y="859"/>
                  </a:lnTo>
                  <a:lnTo>
                    <a:pt x="9082" y="859"/>
                  </a:lnTo>
                  <a:lnTo>
                    <a:pt x="9082" y="1"/>
                  </a:lnTo>
                  <a:lnTo>
                    <a:pt x="8914" y="1"/>
                  </a:lnTo>
                  <a:cubicBezTo>
                    <a:pt x="8559" y="22"/>
                    <a:pt x="8182" y="22"/>
                    <a:pt x="7805" y="22"/>
                  </a:cubicBezTo>
                  <a:cubicBezTo>
                    <a:pt x="7178" y="22"/>
                    <a:pt x="6550" y="1"/>
                    <a:pt x="59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4636725" y="2378375"/>
              <a:ext cx="132875" cy="93350"/>
            </a:xfrm>
            <a:custGeom>
              <a:avLst/>
              <a:gdLst/>
              <a:ahLst/>
              <a:cxnLst/>
              <a:rect l="l" t="t" r="r" b="b"/>
              <a:pathLst>
                <a:path w="5315" h="3734" extrusionOk="0">
                  <a:moveTo>
                    <a:pt x="1580" y="1"/>
                  </a:moveTo>
                  <a:cubicBezTo>
                    <a:pt x="1069" y="1"/>
                    <a:pt x="542" y="121"/>
                    <a:pt x="0" y="428"/>
                  </a:cubicBezTo>
                  <a:cubicBezTo>
                    <a:pt x="0" y="1328"/>
                    <a:pt x="84" y="2478"/>
                    <a:pt x="209" y="3734"/>
                  </a:cubicBezTo>
                  <a:lnTo>
                    <a:pt x="5315" y="3734"/>
                  </a:lnTo>
                  <a:cubicBezTo>
                    <a:pt x="5315" y="2897"/>
                    <a:pt x="5315" y="2060"/>
                    <a:pt x="5294" y="1244"/>
                  </a:cubicBezTo>
                  <a:cubicBezTo>
                    <a:pt x="4520" y="930"/>
                    <a:pt x="3787" y="533"/>
                    <a:pt x="3055" y="281"/>
                  </a:cubicBezTo>
                  <a:lnTo>
                    <a:pt x="3055" y="2248"/>
                  </a:lnTo>
                  <a:lnTo>
                    <a:pt x="1821" y="2248"/>
                  </a:lnTo>
                  <a:lnTo>
                    <a:pt x="1821" y="9"/>
                  </a:lnTo>
                  <a:cubicBezTo>
                    <a:pt x="1741" y="4"/>
                    <a:pt x="1661" y="1"/>
                    <a:pt x="15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4682225" y="2378600"/>
              <a:ext cx="30900" cy="56000"/>
            </a:xfrm>
            <a:custGeom>
              <a:avLst/>
              <a:gdLst/>
              <a:ahLst/>
              <a:cxnLst/>
              <a:rect l="l" t="t" r="r" b="b"/>
              <a:pathLst>
                <a:path w="1236" h="2240" extrusionOk="0">
                  <a:moveTo>
                    <a:pt x="1" y="0"/>
                  </a:moveTo>
                  <a:lnTo>
                    <a:pt x="1" y="2239"/>
                  </a:lnTo>
                  <a:lnTo>
                    <a:pt x="1235" y="2239"/>
                  </a:lnTo>
                  <a:lnTo>
                    <a:pt x="1235" y="272"/>
                  </a:lnTo>
                  <a:cubicBezTo>
                    <a:pt x="817" y="126"/>
                    <a:pt x="419" y="2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4741850" y="2727500"/>
              <a:ext cx="26700" cy="68025"/>
            </a:xfrm>
            <a:custGeom>
              <a:avLst/>
              <a:gdLst/>
              <a:ahLst/>
              <a:cxnLst/>
              <a:rect l="l" t="t" r="r" b="b"/>
              <a:pathLst>
                <a:path w="1068" h="2721" extrusionOk="0">
                  <a:moveTo>
                    <a:pt x="1" y="0"/>
                  </a:moveTo>
                  <a:cubicBezTo>
                    <a:pt x="168" y="1047"/>
                    <a:pt x="315" y="1884"/>
                    <a:pt x="357" y="2721"/>
                  </a:cubicBezTo>
                  <a:cubicBezTo>
                    <a:pt x="566" y="2721"/>
                    <a:pt x="775" y="2700"/>
                    <a:pt x="984" y="2700"/>
                  </a:cubicBezTo>
                  <a:cubicBezTo>
                    <a:pt x="1026" y="1946"/>
                    <a:pt x="1068" y="1361"/>
                    <a:pt x="796" y="733"/>
                  </a:cubicBezTo>
                  <a:cubicBezTo>
                    <a:pt x="775" y="649"/>
                    <a:pt x="545" y="419"/>
                    <a:pt x="566" y="377"/>
                  </a:cubicBezTo>
                  <a:cubicBezTo>
                    <a:pt x="566" y="272"/>
                    <a:pt x="942" y="335"/>
                    <a:pt x="963" y="126"/>
                  </a:cubicBezTo>
                  <a:cubicBezTo>
                    <a:pt x="963" y="105"/>
                    <a:pt x="942" y="105"/>
                    <a:pt x="922" y="84"/>
                  </a:cubicBezTo>
                  <a:cubicBezTo>
                    <a:pt x="649" y="42"/>
                    <a:pt x="357" y="21"/>
                    <a:pt x="1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4626250" y="2509375"/>
              <a:ext cx="45550" cy="220250"/>
            </a:xfrm>
            <a:custGeom>
              <a:avLst/>
              <a:gdLst/>
              <a:ahLst/>
              <a:cxnLst/>
              <a:rect l="l" t="t" r="r" b="b"/>
              <a:pathLst>
                <a:path w="1822" h="8810" extrusionOk="0">
                  <a:moveTo>
                    <a:pt x="1" y="0"/>
                  </a:moveTo>
                  <a:cubicBezTo>
                    <a:pt x="315" y="1967"/>
                    <a:pt x="1026" y="6738"/>
                    <a:pt x="1235" y="8014"/>
                  </a:cubicBezTo>
                  <a:cubicBezTo>
                    <a:pt x="1277" y="8328"/>
                    <a:pt x="1235" y="8579"/>
                    <a:pt x="1068" y="8809"/>
                  </a:cubicBezTo>
                  <a:lnTo>
                    <a:pt x="1152" y="8809"/>
                  </a:lnTo>
                  <a:cubicBezTo>
                    <a:pt x="1256" y="8809"/>
                    <a:pt x="1403" y="8767"/>
                    <a:pt x="1570" y="8663"/>
                  </a:cubicBezTo>
                  <a:cubicBezTo>
                    <a:pt x="1612" y="8642"/>
                    <a:pt x="1654" y="8621"/>
                    <a:pt x="1675" y="8600"/>
                  </a:cubicBezTo>
                  <a:cubicBezTo>
                    <a:pt x="1696" y="8516"/>
                    <a:pt x="1716" y="8453"/>
                    <a:pt x="1737" y="8391"/>
                  </a:cubicBezTo>
                  <a:cubicBezTo>
                    <a:pt x="1737" y="8349"/>
                    <a:pt x="1758" y="8286"/>
                    <a:pt x="1758" y="8244"/>
                  </a:cubicBezTo>
                  <a:cubicBezTo>
                    <a:pt x="1821" y="7909"/>
                    <a:pt x="1821" y="7554"/>
                    <a:pt x="1758" y="7324"/>
                  </a:cubicBezTo>
                  <a:lnTo>
                    <a:pt x="1758" y="7303"/>
                  </a:lnTo>
                  <a:cubicBezTo>
                    <a:pt x="1570" y="5817"/>
                    <a:pt x="1110" y="2867"/>
                    <a:pt x="796" y="6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7445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4592775" y="2724350"/>
              <a:ext cx="75350" cy="37700"/>
            </a:xfrm>
            <a:custGeom>
              <a:avLst/>
              <a:gdLst/>
              <a:ahLst/>
              <a:cxnLst/>
              <a:rect l="l" t="t" r="r" b="b"/>
              <a:pathLst>
                <a:path w="3014" h="1508" extrusionOk="0">
                  <a:moveTo>
                    <a:pt x="3014" y="1"/>
                  </a:moveTo>
                  <a:cubicBezTo>
                    <a:pt x="2993" y="22"/>
                    <a:pt x="2951" y="43"/>
                    <a:pt x="2909" y="64"/>
                  </a:cubicBezTo>
                  <a:cubicBezTo>
                    <a:pt x="2742" y="168"/>
                    <a:pt x="2595" y="210"/>
                    <a:pt x="2491" y="210"/>
                  </a:cubicBezTo>
                  <a:lnTo>
                    <a:pt x="2407" y="210"/>
                  </a:lnTo>
                  <a:cubicBezTo>
                    <a:pt x="2072" y="712"/>
                    <a:pt x="1235" y="1068"/>
                    <a:pt x="1" y="1507"/>
                  </a:cubicBezTo>
                  <a:cubicBezTo>
                    <a:pt x="356" y="1382"/>
                    <a:pt x="670" y="1319"/>
                    <a:pt x="900" y="1277"/>
                  </a:cubicBezTo>
                  <a:cubicBezTo>
                    <a:pt x="1549" y="1152"/>
                    <a:pt x="2344" y="1005"/>
                    <a:pt x="2804" y="461"/>
                  </a:cubicBezTo>
                  <a:cubicBezTo>
                    <a:pt x="2846" y="419"/>
                    <a:pt x="2867" y="398"/>
                    <a:pt x="2888" y="336"/>
                  </a:cubicBezTo>
                  <a:lnTo>
                    <a:pt x="2909" y="294"/>
                  </a:lnTo>
                  <a:cubicBezTo>
                    <a:pt x="2951" y="210"/>
                    <a:pt x="2993" y="126"/>
                    <a:pt x="3014" y="22"/>
                  </a:cubicBezTo>
                  <a:lnTo>
                    <a:pt x="3014" y="1"/>
                  </a:lnTo>
                  <a:close/>
                </a:path>
              </a:pathLst>
            </a:custGeom>
            <a:solidFill>
              <a:srgbClr val="7A4B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245" name="Google Shape;245;p27"/>
          <p:cNvCxnSpPr>
            <a:stCxn id="246" idx="2"/>
          </p:cNvCxnSpPr>
          <p:nvPr/>
        </p:nvCxnSpPr>
        <p:spPr>
          <a:xfrm flipH="1">
            <a:off x="3847110" y="1862556"/>
            <a:ext cx="3900" cy="3318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" name="Google Shape;246;p27"/>
          <p:cNvSpPr/>
          <p:nvPr/>
        </p:nvSpPr>
        <p:spPr>
          <a:xfrm flipH="1">
            <a:off x="3851000" y="1469775"/>
            <a:ext cx="791100" cy="791100"/>
          </a:xfrm>
          <a:prstGeom prst="arc">
            <a:avLst>
              <a:gd name="adj1" fmla="val 16186740"/>
              <a:gd name="adj2" fmla="val 2157593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47" name="Google Shape;247;p27"/>
          <p:cNvCxnSpPr>
            <a:stCxn id="246" idx="0"/>
          </p:cNvCxnSpPr>
          <p:nvPr/>
        </p:nvCxnSpPr>
        <p:spPr>
          <a:xfrm>
            <a:off x="4248076" y="1469778"/>
            <a:ext cx="445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49" name="Google Shape;249;p27"/>
          <p:cNvSpPr txBox="1"/>
          <p:nvPr/>
        </p:nvSpPr>
        <p:spPr>
          <a:xfrm>
            <a:off x="5504800" y="1116850"/>
            <a:ext cx="292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Introduction</a:t>
            </a:r>
            <a:endParaRPr sz="20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251" name="Google Shape;251;p27"/>
          <p:cNvCxnSpPr>
            <a:stCxn id="252" idx="3"/>
            <a:endCxn id="246" idx="2"/>
          </p:cNvCxnSpPr>
          <p:nvPr/>
        </p:nvCxnSpPr>
        <p:spPr>
          <a:xfrm>
            <a:off x="3395650" y="1861075"/>
            <a:ext cx="455400" cy="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7"/>
          <p:cNvCxnSpPr/>
          <p:nvPr/>
        </p:nvCxnSpPr>
        <p:spPr>
          <a:xfrm>
            <a:off x="3856575" y="24945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55" name="Google Shape;255;p27"/>
          <p:cNvSpPr txBox="1"/>
          <p:nvPr/>
        </p:nvSpPr>
        <p:spPr>
          <a:xfrm>
            <a:off x="5504800" y="2004492"/>
            <a:ext cx="292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Why I choose this topic</a:t>
            </a:r>
            <a:endParaRPr sz="20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257" name="Google Shape;257;p27"/>
          <p:cNvCxnSpPr/>
          <p:nvPr/>
        </p:nvCxnSpPr>
        <p:spPr>
          <a:xfrm>
            <a:off x="3856575" y="332145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8" name="Google Shape;258;p27"/>
          <p:cNvCxnSpPr/>
          <p:nvPr/>
        </p:nvCxnSpPr>
        <p:spPr>
          <a:xfrm>
            <a:off x="3856575" y="4148400"/>
            <a:ext cx="838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60" name="Google Shape;260;p27"/>
          <p:cNvSpPr txBox="1"/>
          <p:nvPr/>
        </p:nvSpPr>
        <p:spPr>
          <a:xfrm>
            <a:off x="5504800" y="2892133"/>
            <a:ext cx="292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Features</a:t>
            </a:r>
            <a:endParaRPr sz="20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5504800" y="3779775"/>
            <a:ext cx="2924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Conclusion</a:t>
            </a:r>
            <a:endParaRPr sz="2000" dirty="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2134750" y="1660975"/>
            <a:ext cx="1260900" cy="400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Index</a:t>
            </a:r>
            <a:endParaRPr dirty="0"/>
          </a:p>
        </p:txBody>
      </p:sp>
      <p:sp>
        <p:nvSpPr>
          <p:cNvPr id="265" name="Google Shape;265;p27"/>
          <p:cNvSpPr/>
          <p:nvPr/>
        </p:nvSpPr>
        <p:spPr>
          <a:xfrm>
            <a:off x="2283204" y="3212522"/>
            <a:ext cx="1078486" cy="474418"/>
          </a:xfrm>
          <a:custGeom>
            <a:avLst/>
            <a:gdLst/>
            <a:ahLst/>
            <a:cxnLst/>
            <a:rect l="l" t="t" r="r" b="b"/>
            <a:pathLst>
              <a:path w="25213" h="11091" extrusionOk="0">
                <a:moveTo>
                  <a:pt x="0" y="1"/>
                </a:moveTo>
                <a:lnTo>
                  <a:pt x="0" y="11090"/>
                </a:lnTo>
                <a:lnTo>
                  <a:pt x="25213" y="11090"/>
                </a:lnTo>
                <a:lnTo>
                  <a:pt x="25213" y="1"/>
                </a:lnTo>
                <a:close/>
              </a:path>
            </a:pathLst>
          </a:custGeom>
          <a:solidFill>
            <a:srgbClr val="B1B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7"/>
          <p:cNvSpPr/>
          <p:nvPr/>
        </p:nvSpPr>
        <p:spPr>
          <a:xfrm>
            <a:off x="2283204" y="3628722"/>
            <a:ext cx="145007" cy="58217"/>
          </a:xfrm>
          <a:custGeom>
            <a:avLst/>
            <a:gdLst/>
            <a:ahLst/>
            <a:cxnLst/>
            <a:rect l="l" t="t" r="r" b="b"/>
            <a:pathLst>
              <a:path w="3390" h="1361" extrusionOk="0">
                <a:moveTo>
                  <a:pt x="0" y="0"/>
                </a:moveTo>
                <a:lnTo>
                  <a:pt x="0" y="1360"/>
                </a:lnTo>
                <a:lnTo>
                  <a:pt x="3390" y="1360"/>
                </a:lnTo>
                <a:lnTo>
                  <a:pt x="3390" y="0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7" name="Google Shape;267;p27"/>
          <p:cNvSpPr/>
          <p:nvPr/>
        </p:nvSpPr>
        <p:spPr>
          <a:xfrm>
            <a:off x="2438905" y="3628722"/>
            <a:ext cx="145050" cy="58217"/>
          </a:xfrm>
          <a:custGeom>
            <a:avLst/>
            <a:gdLst/>
            <a:ahLst/>
            <a:cxnLst/>
            <a:rect l="l" t="t" r="r" b="b"/>
            <a:pathLst>
              <a:path w="3391" h="1361" extrusionOk="0">
                <a:moveTo>
                  <a:pt x="1" y="0"/>
                </a:moveTo>
                <a:lnTo>
                  <a:pt x="1" y="1360"/>
                </a:lnTo>
                <a:lnTo>
                  <a:pt x="3390" y="1360"/>
                </a:lnTo>
                <a:lnTo>
                  <a:pt x="3390" y="0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8" name="Google Shape;268;p27"/>
          <p:cNvSpPr/>
          <p:nvPr/>
        </p:nvSpPr>
        <p:spPr>
          <a:xfrm>
            <a:off x="2594648" y="3628722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0" y="0"/>
                </a:moveTo>
                <a:lnTo>
                  <a:pt x="0" y="1360"/>
                </a:lnTo>
                <a:lnTo>
                  <a:pt x="3369" y="1360"/>
                </a:lnTo>
                <a:lnTo>
                  <a:pt x="3369" y="0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9" name="Google Shape;269;p27"/>
          <p:cNvSpPr/>
          <p:nvPr/>
        </p:nvSpPr>
        <p:spPr>
          <a:xfrm>
            <a:off x="2750392" y="3628722"/>
            <a:ext cx="144109" cy="58217"/>
          </a:xfrm>
          <a:custGeom>
            <a:avLst/>
            <a:gdLst/>
            <a:ahLst/>
            <a:cxnLst/>
            <a:rect l="l" t="t" r="r" b="b"/>
            <a:pathLst>
              <a:path w="3369" h="1361" extrusionOk="0">
                <a:moveTo>
                  <a:pt x="0" y="0"/>
                </a:moveTo>
                <a:lnTo>
                  <a:pt x="0" y="1360"/>
                </a:lnTo>
                <a:lnTo>
                  <a:pt x="3369" y="1360"/>
                </a:lnTo>
                <a:lnTo>
                  <a:pt x="3369" y="0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0" name="Google Shape;270;p27"/>
          <p:cNvSpPr/>
          <p:nvPr/>
        </p:nvSpPr>
        <p:spPr>
          <a:xfrm>
            <a:off x="2906093" y="3628722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1" y="0"/>
                </a:moveTo>
                <a:lnTo>
                  <a:pt x="1" y="1360"/>
                </a:lnTo>
                <a:lnTo>
                  <a:pt x="3370" y="1360"/>
                </a:lnTo>
                <a:lnTo>
                  <a:pt x="3370" y="0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1" name="Google Shape;271;p27"/>
          <p:cNvSpPr/>
          <p:nvPr/>
        </p:nvSpPr>
        <p:spPr>
          <a:xfrm>
            <a:off x="3061837" y="3628722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1" y="0"/>
                </a:moveTo>
                <a:lnTo>
                  <a:pt x="1" y="1360"/>
                </a:lnTo>
                <a:lnTo>
                  <a:pt x="3369" y="1360"/>
                </a:lnTo>
                <a:lnTo>
                  <a:pt x="3369" y="0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2" name="Google Shape;272;p27"/>
          <p:cNvSpPr/>
          <p:nvPr/>
        </p:nvSpPr>
        <p:spPr>
          <a:xfrm>
            <a:off x="3216682" y="3628722"/>
            <a:ext cx="145007" cy="58217"/>
          </a:xfrm>
          <a:custGeom>
            <a:avLst/>
            <a:gdLst/>
            <a:ahLst/>
            <a:cxnLst/>
            <a:rect l="l" t="t" r="r" b="b"/>
            <a:pathLst>
              <a:path w="3390" h="1361" extrusionOk="0">
                <a:moveTo>
                  <a:pt x="0" y="0"/>
                </a:moveTo>
                <a:lnTo>
                  <a:pt x="0" y="1360"/>
                </a:lnTo>
                <a:lnTo>
                  <a:pt x="3390" y="1360"/>
                </a:lnTo>
                <a:lnTo>
                  <a:pt x="3390" y="0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27"/>
          <p:cNvSpPr/>
          <p:nvPr/>
        </p:nvSpPr>
        <p:spPr>
          <a:xfrm>
            <a:off x="2283204" y="3558871"/>
            <a:ext cx="67157" cy="59115"/>
          </a:xfrm>
          <a:custGeom>
            <a:avLst/>
            <a:gdLst/>
            <a:ahLst/>
            <a:cxnLst/>
            <a:rect l="l" t="t" r="r" b="b"/>
            <a:pathLst>
              <a:path w="1570" h="1382" extrusionOk="0">
                <a:moveTo>
                  <a:pt x="0" y="1"/>
                </a:moveTo>
                <a:lnTo>
                  <a:pt x="0" y="1382"/>
                </a:lnTo>
                <a:lnTo>
                  <a:pt x="1569" y="1382"/>
                </a:lnTo>
                <a:lnTo>
                  <a:pt x="15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4" name="Google Shape;274;p27"/>
          <p:cNvSpPr/>
          <p:nvPr/>
        </p:nvSpPr>
        <p:spPr>
          <a:xfrm>
            <a:off x="2361054" y="3558871"/>
            <a:ext cx="145007" cy="59115"/>
          </a:xfrm>
          <a:custGeom>
            <a:avLst/>
            <a:gdLst/>
            <a:ahLst/>
            <a:cxnLst/>
            <a:rect l="l" t="t" r="r" b="b"/>
            <a:pathLst>
              <a:path w="3390" h="1382" extrusionOk="0">
                <a:moveTo>
                  <a:pt x="0" y="1"/>
                </a:moveTo>
                <a:lnTo>
                  <a:pt x="0" y="1382"/>
                </a:lnTo>
                <a:lnTo>
                  <a:pt x="3390" y="1382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5" name="Google Shape;275;p27"/>
          <p:cNvSpPr/>
          <p:nvPr/>
        </p:nvSpPr>
        <p:spPr>
          <a:xfrm>
            <a:off x="2516798" y="3558871"/>
            <a:ext cx="144109" cy="59115"/>
          </a:xfrm>
          <a:custGeom>
            <a:avLst/>
            <a:gdLst/>
            <a:ahLst/>
            <a:cxnLst/>
            <a:rect l="l" t="t" r="r" b="b"/>
            <a:pathLst>
              <a:path w="3369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27"/>
          <p:cNvSpPr/>
          <p:nvPr/>
        </p:nvSpPr>
        <p:spPr>
          <a:xfrm>
            <a:off x="2672499" y="3558871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1" y="1"/>
                </a:moveTo>
                <a:lnTo>
                  <a:pt x="1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7" name="Google Shape;277;p27"/>
          <p:cNvSpPr/>
          <p:nvPr/>
        </p:nvSpPr>
        <p:spPr>
          <a:xfrm>
            <a:off x="2828243" y="3558871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8" name="Google Shape;278;p27"/>
          <p:cNvSpPr/>
          <p:nvPr/>
        </p:nvSpPr>
        <p:spPr>
          <a:xfrm>
            <a:off x="2983986" y="3558871"/>
            <a:ext cx="144109" cy="59115"/>
          </a:xfrm>
          <a:custGeom>
            <a:avLst/>
            <a:gdLst/>
            <a:ahLst/>
            <a:cxnLst/>
            <a:rect l="l" t="t" r="r" b="b"/>
            <a:pathLst>
              <a:path w="3369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9" name="Google Shape;279;p27"/>
          <p:cNvSpPr/>
          <p:nvPr/>
        </p:nvSpPr>
        <p:spPr>
          <a:xfrm>
            <a:off x="3139687" y="3558871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1" y="1"/>
                </a:moveTo>
                <a:lnTo>
                  <a:pt x="1" y="1382"/>
                </a:lnTo>
                <a:lnTo>
                  <a:pt x="3370" y="1382"/>
                </a:lnTo>
                <a:lnTo>
                  <a:pt x="337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27"/>
          <p:cNvSpPr/>
          <p:nvPr/>
        </p:nvSpPr>
        <p:spPr>
          <a:xfrm>
            <a:off x="3294533" y="3558871"/>
            <a:ext cx="67157" cy="59115"/>
          </a:xfrm>
          <a:custGeom>
            <a:avLst/>
            <a:gdLst/>
            <a:ahLst/>
            <a:cxnLst/>
            <a:rect l="l" t="t" r="r" b="b"/>
            <a:pathLst>
              <a:path w="1570" h="1382" extrusionOk="0">
                <a:moveTo>
                  <a:pt x="1" y="1"/>
                </a:moveTo>
                <a:lnTo>
                  <a:pt x="1" y="1382"/>
                </a:lnTo>
                <a:lnTo>
                  <a:pt x="1570" y="1382"/>
                </a:lnTo>
                <a:lnTo>
                  <a:pt x="157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1" name="Google Shape;281;p27"/>
          <p:cNvSpPr/>
          <p:nvPr/>
        </p:nvSpPr>
        <p:spPr>
          <a:xfrm>
            <a:off x="2283204" y="3489960"/>
            <a:ext cx="145007" cy="58217"/>
          </a:xfrm>
          <a:custGeom>
            <a:avLst/>
            <a:gdLst/>
            <a:ahLst/>
            <a:cxnLst/>
            <a:rect l="l" t="t" r="r" b="b"/>
            <a:pathLst>
              <a:path w="3390" h="1361" extrusionOk="0">
                <a:moveTo>
                  <a:pt x="0" y="1"/>
                </a:moveTo>
                <a:lnTo>
                  <a:pt x="0" y="1361"/>
                </a:lnTo>
                <a:lnTo>
                  <a:pt x="3390" y="1361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2" name="Google Shape;282;p27"/>
          <p:cNvSpPr/>
          <p:nvPr/>
        </p:nvSpPr>
        <p:spPr>
          <a:xfrm>
            <a:off x="2438905" y="3489960"/>
            <a:ext cx="145050" cy="58217"/>
          </a:xfrm>
          <a:custGeom>
            <a:avLst/>
            <a:gdLst/>
            <a:ahLst/>
            <a:cxnLst/>
            <a:rect l="l" t="t" r="r" b="b"/>
            <a:pathLst>
              <a:path w="3391" h="1361" extrusionOk="0">
                <a:moveTo>
                  <a:pt x="1" y="1"/>
                </a:moveTo>
                <a:lnTo>
                  <a:pt x="1" y="1361"/>
                </a:lnTo>
                <a:lnTo>
                  <a:pt x="3390" y="1361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3" name="Google Shape;283;p27"/>
          <p:cNvSpPr/>
          <p:nvPr/>
        </p:nvSpPr>
        <p:spPr>
          <a:xfrm>
            <a:off x="2594648" y="3489960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0" y="1"/>
                </a:moveTo>
                <a:lnTo>
                  <a:pt x="0" y="1361"/>
                </a:lnTo>
                <a:lnTo>
                  <a:pt x="3369" y="1361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4" name="Google Shape;284;p27"/>
          <p:cNvSpPr/>
          <p:nvPr/>
        </p:nvSpPr>
        <p:spPr>
          <a:xfrm>
            <a:off x="2750392" y="3489960"/>
            <a:ext cx="144109" cy="58217"/>
          </a:xfrm>
          <a:custGeom>
            <a:avLst/>
            <a:gdLst/>
            <a:ahLst/>
            <a:cxnLst/>
            <a:rect l="l" t="t" r="r" b="b"/>
            <a:pathLst>
              <a:path w="3369" h="1361" extrusionOk="0">
                <a:moveTo>
                  <a:pt x="0" y="1"/>
                </a:moveTo>
                <a:lnTo>
                  <a:pt x="0" y="1361"/>
                </a:lnTo>
                <a:lnTo>
                  <a:pt x="3369" y="1361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5" name="Google Shape;285;p27"/>
          <p:cNvSpPr/>
          <p:nvPr/>
        </p:nvSpPr>
        <p:spPr>
          <a:xfrm>
            <a:off x="2906093" y="3489960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1" y="1"/>
                </a:moveTo>
                <a:lnTo>
                  <a:pt x="1" y="1361"/>
                </a:lnTo>
                <a:lnTo>
                  <a:pt x="3370" y="1361"/>
                </a:lnTo>
                <a:lnTo>
                  <a:pt x="337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6" name="Google Shape;286;p27"/>
          <p:cNvSpPr/>
          <p:nvPr/>
        </p:nvSpPr>
        <p:spPr>
          <a:xfrm>
            <a:off x="3061837" y="3489960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1" y="1"/>
                </a:moveTo>
                <a:lnTo>
                  <a:pt x="1" y="1361"/>
                </a:lnTo>
                <a:lnTo>
                  <a:pt x="3369" y="1361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7" name="Google Shape;287;p27"/>
          <p:cNvSpPr/>
          <p:nvPr/>
        </p:nvSpPr>
        <p:spPr>
          <a:xfrm>
            <a:off x="3216682" y="3489960"/>
            <a:ext cx="145007" cy="58217"/>
          </a:xfrm>
          <a:custGeom>
            <a:avLst/>
            <a:gdLst/>
            <a:ahLst/>
            <a:cxnLst/>
            <a:rect l="l" t="t" r="r" b="b"/>
            <a:pathLst>
              <a:path w="3390" h="1361" extrusionOk="0">
                <a:moveTo>
                  <a:pt x="0" y="1"/>
                </a:moveTo>
                <a:lnTo>
                  <a:pt x="0" y="1361"/>
                </a:lnTo>
                <a:lnTo>
                  <a:pt x="3390" y="1361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8" name="Google Shape;288;p27"/>
          <p:cNvSpPr/>
          <p:nvPr/>
        </p:nvSpPr>
        <p:spPr>
          <a:xfrm>
            <a:off x="2283204" y="3420151"/>
            <a:ext cx="67157" cy="59115"/>
          </a:xfrm>
          <a:custGeom>
            <a:avLst/>
            <a:gdLst/>
            <a:ahLst/>
            <a:cxnLst/>
            <a:rect l="l" t="t" r="r" b="b"/>
            <a:pathLst>
              <a:path w="1570" h="1382" extrusionOk="0">
                <a:moveTo>
                  <a:pt x="0" y="1"/>
                </a:moveTo>
                <a:lnTo>
                  <a:pt x="0" y="1382"/>
                </a:lnTo>
                <a:lnTo>
                  <a:pt x="1569" y="1382"/>
                </a:lnTo>
                <a:lnTo>
                  <a:pt x="15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9" name="Google Shape;289;p27"/>
          <p:cNvSpPr/>
          <p:nvPr/>
        </p:nvSpPr>
        <p:spPr>
          <a:xfrm>
            <a:off x="2361054" y="3420151"/>
            <a:ext cx="145007" cy="59115"/>
          </a:xfrm>
          <a:custGeom>
            <a:avLst/>
            <a:gdLst/>
            <a:ahLst/>
            <a:cxnLst/>
            <a:rect l="l" t="t" r="r" b="b"/>
            <a:pathLst>
              <a:path w="3390" h="1382" extrusionOk="0">
                <a:moveTo>
                  <a:pt x="0" y="1"/>
                </a:moveTo>
                <a:lnTo>
                  <a:pt x="0" y="1382"/>
                </a:lnTo>
                <a:lnTo>
                  <a:pt x="3390" y="1382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0" name="Google Shape;290;p27"/>
          <p:cNvSpPr/>
          <p:nvPr/>
        </p:nvSpPr>
        <p:spPr>
          <a:xfrm>
            <a:off x="2516798" y="3420151"/>
            <a:ext cx="144109" cy="59115"/>
          </a:xfrm>
          <a:custGeom>
            <a:avLst/>
            <a:gdLst/>
            <a:ahLst/>
            <a:cxnLst/>
            <a:rect l="l" t="t" r="r" b="b"/>
            <a:pathLst>
              <a:path w="3369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1" name="Google Shape;291;p27"/>
          <p:cNvSpPr/>
          <p:nvPr/>
        </p:nvSpPr>
        <p:spPr>
          <a:xfrm>
            <a:off x="2672499" y="3420151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1" y="1"/>
                </a:moveTo>
                <a:lnTo>
                  <a:pt x="1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2" name="Google Shape;292;p27"/>
          <p:cNvSpPr/>
          <p:nvPr/>
        </p:nvSpPr>
        <p:spPr>
          <a:xfrm>
            <a:off x="2828243" y="3420151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3" name="Google Shape;293;p27"/>
          <p:cNvSpPr/>
          <p:nvPr/>
        </p:nvSpPr>
        <p:spPr>
          <a:xfrm>
            <a:off x="2983986" y="3420151"/>
            <a:ext cx="144109" cy="59115"/>
          </a:xfrm>
          <a:custGeom>
            <a:avLst/>
            <a:gdLst/>
            <a:ahLst/>
            <a:cxnLst/>
            <a:rect l="l" t="t" r="r" b="b"/>
            <a:pathLst>
              <a:path w="3369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4" name="Google Shape;294;p27"/>
          <p:cNvSpPr/>
          <p:nvPr/>
        </p:nvSpPr>
        <p:spPr>
          <a:xfrm>
            <a:off x="3139687" y="3420151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1" y="1"/>
                </a:moveTo>
                <a:lnTo>
                  <a:pt x="1" y="1382"/>
                </a:lnTo>
                <a:lnTo>
                  <a:pt x="3370" y="1382"/>
                </a:lnTo>
                <a:lnTo>
                  <a:pt x="337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5" name="Google Shape;295;p27"/>
          <p:cNvSpPr/>
          <p:nvPr/>
        </p:nvSpPr>
        <p:spPr>
          <a:xfrm>
            <a:off x="3294533" y="3420151"/>
            <a:ext cx="67157" cy="59115"/>
          </a:xfrm>
          <a:custGeom>
            <a:avLst/>
            <a:gdLst/>
            <a:ahLst/>
            <a:cxnLst/>
            <a:rect l="l" t="t" r="r" b="b"/>
            <a:pathLst>
              <a:path w="1570" h="1382" extrusionOk="0">
                <a:moveTo>
                  <a:pt x="1" y="1"/>
                </a:moveTo>
                <a:lnTo>
                  <a:pt x="1" y="1382"/>
                </a:lnTo>
                <a:lnTo>
                  <a:pt x="1570" y="1382"/>
                </a:lnTo>
                <a:lnTo>
                  <a:pt x="157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6" name="Google Shape;296;p27"/>
          <p:cNvSpPr/>
          <p:nvPr/>
        </p:nvSpPr>
        <p:spPr>
          <a:xfrm>
            <a:off x="2283204" y="3351241"/>
            <a:ext cx="145007" cy="58217"/>
          </a:xfrm>
          <a:custGeom>
            <a:avLst/>
            <a:gdLst/>
            <a:ahLst/>
            <a:cxnLst/>
            <a:rect l="l" t="t" r="r" b="b"/>
            <a:pathLst>
              <a:path w="3390" h="1361" extrusionOk="0">
                <a:moveTo>
                  <a:pt x="0" y="1"/>
                </a:moveTo>
                <a:lnTo>
                  <a:pt x="0" y="1361"/>
                </a:lnTo>
                <a:lnTo>
                  <a:pt x="3390" y="1361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7" name="Google Shape;297;p27"/>
          <p:cNvSpPr/>
          <p:nvPr/>
        </p:nvSpPr>
        <p:spPr>
          <a:xfrm>
            <a:off x="2438905" y="3351241"/>
            <a:ext cx="145050" cy="58217"/>
          </a:xfrm>
          <a:custGeom>
            <a:avLst/>
            <a:gdLst/>
            <a:ahLst/>
            <a:cxnLst/>
            <a:rect l="l" t="t" r="r" b="b"/>
            <a:pathLst>
              <a:path w="3391" h="1361" extrusionOk="0">
                <a:moveTo>
                  <a:pt x="1" y="1"/>
                </a:moveTo>
                <a:lnTo>
                  <a:pt x="1" y="1361"/>
                </a:lnTo>
                <a:lnTo>
                  <a:pt x="3390" y="1361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8" name="Google Shape;298;p27"/>
          <p:cNvSpPr/>
          <p:nvPr/>
        </p:nvSpPr>
        <p:spPr>
          <a:xfrm>
            <a:off x="2594648" y="3351241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0" y="1"/>
                </a:moveTo>
                <a:lnTo>
                  <a:pt x="0" y="1361"/>
                </a:lnTo>
                <a:lnTo>
                  <a:pt x="3369" y="1361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9" name="Google Shape;299;p27"/>
          <p:cNvSpPr/>
          <p:nvPr/>
        </p:nvSpPr>
        <p:spPr>
          <a:xfrm>
            <a:off x="2750392" y="3351241"/>
            <a:ext cx="144109" cy="58217"/>
          </a:xfrm>
          <a:custGeom>
            <a:avLst/>
            <a:gdLst/>
            <a:ahLst/>
            <a:cxnLst/>
            <a:rect l="l" t="t" r="r" b="b"/>
            <a:pathLst>
              <a:path w="3369" h="1361" extrusionOk="0">
                <a:moveTo>
                  <a:pt x="0" y="1"/>
                </a:moveTo>
                <a:lnTo>
                  <a:pt x="0" y="1361"/>
                </a:lnTo>
                <a:lnTo>
                  <a:pt x="3369" y="1361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0" name="Google Shape;300;p27"/>
          <p:cNvSpPr/>
          <p:nvPr/>
        </p:nvSpPr>
        <p:spPr>
          <a:xfrm>
            <a:off x="2906093" y="3351241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1" y="1"/>
                </a:moveTo>
                <a:lnTo>
                  <a:pt x="1" y="1361"/>
                </a:lnTo>
                <a:lnTo>
                  <a:pt x="3370" y="1361"/>
                </a:lnTo>
                <a:lnTo>
                  <a:pt x="337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1" name="Google Shape;301;p27"/>
          <p:cNvSpPr/>
          <p:nvPr/>
        </p:nvSpPr>
        <p:spPr>
          <a:xfrm>
            <a:off x="3061837" y="3351241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1" y="1"/>
                </a:moveTo>
                <a:lnTo>
                  <a:pt x="1" y="1361"/>
                </a:lnTo>
                <a:lnTo>
                  <a:pt x="3369" y="1361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2" name="Google Shape;302;p27"/>
          <p:cNvSpPr/>
          <p:nvPr/>
        </p:nvSpPr>
        <p:spPr>
          <a:xfrm>
            <a:off x="3216682" y="3351241"/>
            <a:ext cx="145007" cy="58217"/>
          </a:xfrm>
          <a:custGeom>
            <a:avLst/>
            <a:gdLst/>
            <a:ahLst/>
            <a:cxnLst/>
            <a:rect l="l" t="t" r="r" b="b"/>
            <a:pathLst>
              <a:path w="3390" h="1361" extrusionOk="0">
                <a:moveTo>
                  <a:pt x="0" y="1"/>
                </a:moveTo>
                <a:lnTo>
                  <a:pt x="0" y="1361"/>
                </a:lnTo>
                <a:lnTo>
                  <a:pt x="3390" y="1361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3" name="Google Shape;303;p27"/>
          <p:cNvSpPr/>
          <p:nvPr/>
        </p:nvSpPr>
        <p:spPr>
          <a:xfrm>
            <a:off x="2283204" y="3281432"/>
            <a:ext cx="67157" cy="59115"/>
          </a:xfrm>
          <a:custGeom>
            <a:avLst/>
            <a:gdLst/>
            <a:ahLst/>
            <a:cxnLst/>
            <a:rect l="l" t="t" r="r" b="b"/>
            <a:pathLst>
              <a:path w="1570" h="1382" extrusionOk="0">
                <a:moveTo>
                  <a:pt x="0" y="1"/>
                </a:moveTo>
                <a:lnTo>
                  <a:pt x="0" y="1382"/>
                </a:lnTo>
                <a:lnTo>
                  <a:pt x="1569" y="1382"/>
                </a:lnTo>
                <a:lnTo>
                  <a:pt x="15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4" name="Google Shape;304;p27"/>
          <p:cNvSpPr/>
          <p:nvPr/>
        </p:nvSpPr>
        <p:spPr>
          <a:xfrm>
            <a:off x="2361054" y="3281432"/>
            <a:ext cx="145007" cy="59115"/>
          </a:xfrm>
          <a:custGeom>
            <a:avLst/>
            <a:gdLst/>
            <a:ahLst/>
            <a:cxnLst/>
            <a:rect l="l" t="t" r="r" b="b"/>
            <a:pathLst>
              <a:path w="3390" h="1382" extrusionOk="0">
                <a:moveTo>
                  <a:pt x="0" y="1"/>
                </a:moveTo>
                <a:lnTo>
                  <a:pt x="0" y="1382"/>
                </a:lnTo>
                <a:lnTo>
                  <a:pt x="3390" y="1382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5" name="Google Shape;305;p27"/>
          <p:cNvSpPr/>
          <p:nvPr/>
        </p:nvSpPr>
        <p:spPr>
          <a:xfrm>
            <a:off x="2516798" y="3281432"/>
            <a:ext cx="144109" cy="59115"/>
          </a:xfrm>
          <a:custGeom>
            <a:avLst/>
            <a:gdLst/>
            <a:ahLst/>
            <a:cxnLst/>
            <a:rect l="l" t="t" r="r" b="b"/>
            <a:pathLst>
              <a:path w="3369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6" name="Google Shape;306;p27"/>
          <p:cNvSpPr/>
          <p:nvPr/>
        </p:nvSpPr>
        <p:spPr>
          <a:xfrm>
            <a:off x="2672499" y="3281432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1" y="1"/>
                </a:moveTo>
                <a:lnTo>
                  <a:pt x="1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7" name="Google Shape;307;p27"/>
          <p:cNvSpPr/>
          <p:nvPr/>
        </p:nvSpPr>
        <p:spPr>
          <a:xfrm>
            <a:off x="2828243" y="3281432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8" name="Google Shape;308;p27"/>
          <p:cNvSpPr/>
          <p:nvPr/>
        </p:nvSpPr>
        <p:spPr>
          <a:xfrm>
            <a:off x="2983986" y="3281432"/>
            <a:ext cx="144109" cy="59115"/>
          </a:xfrm>
          <a:custGeom>
            <a:avLst/>
            <a:gdLst/>
            <a:ahLst/>
            <a:cxnLst/>
            <a:rect l="l" t="t" r="r" b="b"/>
            <a:pathLst>
              <a:path w="3369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9" name="Google Shape;309;p27"/>
          <p:cNvSpPr/>
          <p:nvPr/>
        </p:nvSpPr>
        <p:spPr>
          <a:xfrm>
            <a:off x="3139687" y="3281432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1" y="1"/>
                </a:moveTo>
                <a:lnTo>
                  <a:pt x="1" y="1382"/>
                </a:lnTo>
                <a:lnTo>
                  <a:pt x="3370" y="1382"/>
                </a:lnTo>
                <a:lnTo>
                  <a:pt x="337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0" name="Google Shape;310;p27"/>
          <p:cNvSpPr/>
          <p:nvPr/>
        </p:nvSpPr>
        <p:spPr>
          <a:xfrm>
            <a:off x="3294533" y="3281432"/>
            <a:ext cx="67157" cy="59115"/>
          </a:xfrm>
          <a:custGeom>
            <a:avLst/>
            <a:gdLst/>
            <a:ahLst/>
            <a:cxnLst/>
            <a:rect l="l" t="t" r="r" b="b"/>
            <a:pathLst>
              <a:path w="1570" h="1382" extrusionOk="0">
                <a:moveTo>
                  <a:pt x="1" y="1"/>
                </a:moveTo>
                <a:lnTo>
                  <a:pt x="1" y="1382"/>
                </a:lnTo>
                <a:lnTo>
                  <a:pt x="1570" y="1382"/>
                </a:lnTo>
                <a:lnTo>
                  <a:pt x="157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1" name="Google Shape;311;p27"/>
          <p:cNvSpPr/>
          <p:nvPr/>
        </p:nvSpPr>
        <p:spPr>
          <a:xfrm>
            <a:off x="2283204" y="3212522"/>
            <a:ext cx="145007" cy="58217"/>
          </a:xfrm>
          <a:custGeom>
            <a:avLst/>
            <a:gdLst/>
            <a:ahLst/>
            <a:cxnLst/>
            <a:rect l="l" t="t" r="r" b="b"/>
            <a:pathLst>
              <a:path w="3390" h="1361" extrusionOk="0">
                <a:moveTo>
                  <a:pt x="0" y="1"/>
                </a:moveTo>
                <a:lnTo>
                  <a:pt x="0" y="1361"/>
                </a:lnTo>
                <a:lnTo>
                  <a:pt x="3390" y="1361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2" name="Google Shape;312;p27"/>
          <p:cNvSpPr/>
          <p:nvPr/>
        </p:nvSpPr>
        <p:spPr>
          <a:xfrm>
            <a:off x="2438905" y="3212522"/>
            <a:ext cx="145050" cy="58217"/>
          </a:xfrm>
          <a:custGeom>
            <a:avLst/>
            <a:gdLst/>
            <a:ahLst/>
            <a:cxnLst/>
            <a:rect l="l" t="t" r="r" b="b"/>
            <a:pathLst>
              <a:path w="3391" h="1361" extrusionOk="0">
                <a:moveTo>
                  <a:pt x="1" y="1"/>
                </a:moveTo>
                <a:lnTo>
                  <a:pt x="1" y="1361"/>
                </a:lnTo>
                <a:lnTo>
                  <a:pt x="3390" y="1361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3" name="Google Shape;313;p27"/>
          <p:cNvSpPr/>
          <p:nvPr/>
        </p:nvSpPr>
        <p:spPr>
          <a:xfrm>
            <a:off x="2594648" y="3212522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0" y="1"/>
                </a:moveTo>
                <a:lnTo>
                  <a:pt x="0" y="1361"/>
                </a:lnTo>
                <a:lnTo>
                  <a:pt x="3369" y="1361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4" name="Google Shape;314;p27"/>
          <p:cNvSpPr/>
          <p:nvPr/>
        </p:nvSpPr>
        <p:spPr>
          <a:xfrm>
            <a:off x="2750392" y="3212522"/>
            <a:ext cx="144109" cy="58217"/>
          </a:xfrm>
          <a:custGeom>
            <a:avLst/>
            <a:gdLst/>
            <a:ahLst/>
            <a:cxnLst/>
            <a:rect l="l" t="t" r="r" b="b"/>
            <a:pathLst>
              <a:path w="3369" h="1361" extrusionOk="0">
                <a:moveTo>
                  <a:pt x="0" y="1"/>
                </a:moveTo>
                <a:lnTo>
                  <a:pt x="0" y="1361"/>
                </a:lnTo>
                <a:lnTo>
                  <a:pt x="3369" y="1361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5" name="Google Shape;315;p27"/>
          <p:cNvSpPr/>
          <p:nvPr/>
        </p:nvSpPr>
        <p:spPr>
          <a:xfrm>
            <a:off x="2906093" y="3212522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1" y="1"/>
                </a:moveTo>
                <a:lnTo>
                  <a:pt x="1" y="1361"/>
                </a:lnTo>
                <a:lnTo>
                  <a:pt x="3370" y="1361"/>
                </a:lnTo>
                <a:lnTo>
                  <a:pt x="337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6" name="Google Shape;316;p27"/>
          <p:cNvSpPr/>
          <p:nvPr/>
        </p:nvSpPr>
        <p:spPr>
          <a:xfrm>
            <a:off x="3061837" y="3212522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1" y="1"/>
                </a:moveTo>
                <a:lnTo>
                  <a:pt x="1" y="1361"/>
                </a:lnTo>
                <a:lnTo>
                  <a:pt x="3369" y="1361"/>
                </a:lnTo>
                <a:lnTo>
                  <a:pt x="3369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7" name="Google Shape;317;p27"/>
          <p:cNvSpPr/>
          <p:nvPr/>
        </p:nvSpPr>
        <p:spPr>
          <a:xfrm>
            <a:off x="3216682" y="3212522"/>
            <a:ext cx="145007" cy="58217"/>
          </a:xfrm>
          <a:custGeom>
            <a:avLst/>
            <a:gdLst/>
            <a:ahLst/>
            <a:cxnLst/>
            <a:rect l="l" t="t" r="r" b="b"/>
            <a:pathLst>
              <a:path w="3390" h="1361" extrusionOk="0">
                <a:moveTo>
                  <a:pt x="0" y="1"/>
                </a:moveTo>
                <a:lnTo>
                  <a:pt x="0" y="1361"/>
                </a:lnTo>
                <a:lnTo>
                  <a:pt x="3390" y="1361"/>
                </a:lnTo>
                <a:lnTo>
                  <a:pt x="3390" y="1"/>
                </a:ln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8" name="Google Shape;318;p27"/>
          <p:cNvSpPr/>
          <p:nvPr/>
        </p:nvSpPr>
        <p:spPr>
          <a:xfrm>
            <a:off x="2082717" y="3054126"/>
            <a:ext cx="218409" cy="632813"/>
          </a:xfrm>
          <a:custGeom>
            <a:avLst/>
            <a:gdLst/>
            <a:ahLst/>
            <a:cxnLst/>
            <a:rect l="l" t="t" r="r" b="b"/>
            <a:pathLst>
              <a:path w="5106" h="14794" extrusionOk="0">
                <a:moveTo>
                  <a:pt x="0" y="0"/>
                </a:moveTo>
                <a:lnTo>
                  <a:pt x="0" y="14793"/>
                </a:lnTo>
                <a:lnTo>
                  <a:pt x="5106" y="14793"/>
                </a:lnTo>
                <a:lnTo>
                  <a:pt x="5106" y="0"/>
                </a:lnTo>
                <a:close/>
              </a:path>
            </a:pathLst>
          </a:custGeom>
          <a:solidFill>
            <a:srgbClr val="DEDD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9" name="Google Shape;319;p27"/>
          <p:cNvSpPr/>
          <p:nvPr/>
        </p:nvSpPr>
        <p:spPr>
          <a:xfrm>
            <a:off x="2196370" y="3054126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0" y="0"/>
                </a:moveTo>
                <a:lnTo>
                  <a:pt x="0" y="1360"/>
                </a:lnTo>
                <a:lnTo>
                  <a:pt x="2553" y="1360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0" name="Google Shape;320;p27"/>
          <p:cNvSpPr/>
          <p:nvPr/>
        </p:nvSpPr>
        <p:spPr>
          <a:xfrm>
            <a:off x="2120274" y="3122138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1" y="0"/>
                </a:moveTo>
                <a:lnTo>
                  <a:pt x="1" y="1360"/>
                </a:lnTo>
                <a:lnTo>
                  <a:pt x="3370" y="1360"/>
                </a:lnTo>
                <a:lnTo>
                  <a:pt x="3370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1" name="Google Shape;321;p27"/>
          <p:cNvSpPr/>
          <p:nvPr/>
        </p:nvSpPr>
        <p:spPr>
          <a:xfrm>
            <a:off x="2274221" y="3122138"/>
            <a:ext cx="31397" cy="59115"/>
          </a:xfrm>
          <a:custGeom>
            <a:avLst/>
            <a:gdLst/>
            <a:ahLst/>
            <a:cxnLst/>
            <a:rect l="l" t="t" r="r" b="b"/>
            <a:pathLst>
              <a:path w="734" h="1382" extrusionOk="0">
                <a:moveTo>
                  <a:pt x="1" y="0"/>
                </a:moveTo>
                <a:lnTo>
                  <a:pt x="1" y="1381"/>
                </a:lnTo>
                <a:lnTo>
                  <a:pt x="733" y="1381"/>
                </a:lnTo>
                <a:lnTo>
                  <a:pt x="73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2" name="Google Shape;322;p27"/>
          <p:cNvSpPr/>
          <p:nvPr/>
        </p:nvSpPr>
        <p:spPr>
          <a:xfrm>
            <a:off x="2078226" y="3122138"/>
            <a:ext cx="32252" cy="59115"/>
          </a:xfrm>
          <a:custGeom>
            <a:avLst/>
            <a:gdLst/>
            <a:ahLst/>
            <a:cxnLst/>
            <a:rect l="l" t="t" r="r" b="b"/>
            <a:pathLst>
              <a:path w="754" h="1382" extrusionOk="0">
                <a:moveTo>
                  <a:pt x="1" y="0"/>
                </a:moveTo>
                <a:lnTo>
                  <a:pt x="1" y="1381"/>
                </a:lnTo>
                <a:lnTo>
                  <a:pt x="754" y="1381"/>
                </a:lnTo>
                <a:lnTo>
                  <a:pt x="754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3" name="Google Shape;323;p27"/>
          <p:cNvSpPr/>
          <p:nvPr/>
        </p:nvSpPr>
        <p:spPr>
          <a:xfrm>
            <a:off x="2078226" y="3054126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1" y="0"/>
                </a:moveTo>
                <a:lnTo>
                  <a:pt x="1" y="1360"/>
                </a:lnTo>
                <a:lnTo>
                  <a:pt x="2553" y="1360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4" name="Google Shape;324;p27"/>
          <p:cNvSpPr/>
          <p:nvPr/>
        </p:nvSpPr>
        <p:spPr>
          <a:xfrm>
            <a:off x="2196370" y="3191048"/>
            <a:ext cx="109247" cy="59115"/>
          </a:xfrm>
          <a:custGeom>
            <a:avLst/>
            <a:gdLst/>
            <a:ahLst/>
            <a:cxnLst/>
            <a:rect l="l" t="t" r="r" b="b"/>
            <a:pathLst>
              <a:path w="2554" h="1382" extrusionOk="0">
                <a:moveTo>
                  <a:pt x="0" y="0"/>
                </a:moveTo>
                <a:lnTo>
                  <a:pt x="0" y="1381"/>
                </a:lnTo>
                <a:lnTo>
                  <a:pt x="2553" y="1381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5" name="Google Shape;325;p27"/>
          <p:cNvSpPr/>
          <p:nvPr/>
        </p:nvSpPr>
        <p:spPr>
          <a:xfrm>
            <a:off x="2120274" y="3259959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1" y="0"/>
                </a:moveTo>
                <a:lnTo>
                  <a:pt x="1" y="1361"/>
                </a:lnTo>
                <a:lnTo>
                  <a:pt x="3370" y="1361"/>
                </a:lnTo>
                <a:lnTo>
                  <a:pt x="3370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6" name="Google Shape;326;p27"/>
          <p:cNvSpPr/>
          <p:nvPr/>
        </p:nvSpPr>
        <p:spPr>
          <a:xfrm>
            <a:off x="2274221" y="3259959"/>
            <a:ext cx="31397" cy="58217"/>
          </a:xfrm>
          <a:custGeom>
            <a:avLst/>
            <a:gdLst/>
            <a:ahLst/>
            <a:cxnLst/>
            <a:rect l="l" t="t" r="r" b="b"/>
            <a:pathLst>
              <a:path w="734" h="1361" extrusionOk="0">
                <a:moveTo>
                  <a:pt x="1" y="0"/>
                </a:moveTo>
                <a:lnTo>
                  <a:pt x="1" y="1361"/>
                </a:lnTo>
                <a:lnTo>
                  <a:pt x="733" y="1361"/>
                </a:lnTo>
                <a:lnTo>
                  <a:pt x="73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7" name="Google Shape;327;p27"/>
          <p:cNvSpPr/>
          <p:nvPr/>
        </p:nvSpPr>
        <p:spPr>
          <a:xfrm>
            <a:off x="2078226" y="3259959"/>
            <a:ext cx="32252" cy="58217"/>
          </a:xfrm>
          <a:custGeom>
            <a:avLst/>
            <a:gdLst/>
            <a:ahLst/>
            <a:cxnLst/>
            <a:rect l="l" t="t" r="r" b="b"/>
            <a:pathLst>
              <a:path w="754" h="1361" extrusionOk="0">
                <a:moveTo>
                  <a:pt x="1" y="0"/>
                </a:moveTo>
                <a:lnTo>
                  <a:pt x="1" y="1361"/>
                </a:lnTo>
                <a:lnTo>
                  <a:pt x="754" y="1361"/>
                </a:lnTo>
                <a:lnTo>
                  <a:pt x="754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8" name="Google Shape;328;p27"/>
          <p:cNvSpPr/>
          <p:nvPr/>
        </p:nvSpPr>
        <p:spPr>
          <a:xfrm>
            <a:off x="2078226" y="3191048"/>
            <a:ext cx="109247" cy="59115"/>
          </a:xfrm>
          <a:custGeom>
            <a:avLst/>
            <a:gdLst/>
            <a:ahLst/>
            <a:cxnLst/>
            <a:rect l="l" t="t" r="r" b="b"/>
            <a:pathLst>
              <a:path w="2554" h="1382" extrusionOk="0">
                <a:moveTo>
                  <a:pt x="1" y="0"/>
                </a:moveTo>
                <a:lnTo>
                  <a:pt x="1" y="1381"/>
                </a:lnTo>
                <a:lnTo>
                  <a:pt x="2553" y="1381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9" name="Google Shape;329;p27"/>
          <p:cNvSpPr/>
          <p:nvPr/>
        </p:nvSpPr>
        <p:spPr>
          <a:xfrm>
            <a:off x="2196370" y="3328870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0" y="1"/>
                </a:moveTo>
                <a:lnTo>
                  <a:pt x="0" y="1361"/>
                </a:lnTo>
                <a:lnTo>
                  <a:pt x="2553" y="1361"/>
                </a:lnTo>
                <a:lnTo>
                  <a:pt x="2553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0" name="Google Shape;330;p27"/>
          <p:cNvSpPr/>
          <p:nvPr/>
        </p:nvSpPr>
        <p:spPr>
          <a:xfrm>
            <a:off x="2120274" y="3396882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1" y="1"/>
                </a:moveTo>
                <a:lnTo>
                  <a:pt x="1" y="1382"/>
                </a:lnTo>
                <a:lnTo>
                  <a:pt x="3370" y="1382"/>
                </a:lnTo>
                <a:lnTo>
                  <a:pt x="3370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1" name="Google Shape;331;p27"/>
          <p:cNvSpPr/>
          <p:nvPr/>
        </p:nvSpPr>
        <p:spPr>
          <a:xfrm>
            <a:off x="2274221" y="3396882"/>
            <a:ext cx="31397" cy="59115"/>
          </a:xfrm>
          <a:custGeom>
            <a:avLst/>
            <a:gdLst/>
            <a:ahLst/>
            <a:cxnLst/>
            <a:rect l="l" t="t" r="r" b="b"/>
            <a:pathLst>
              <a:path w="734" h="1382" extrusionOk="0">
                <a:moveTo>
                  <a:pt x="1" y="1"/>
                </a:moveTo>
                <a:lnTo>
                  <a:pt x="1" y="1382"/>
                </a:lnTo>
                <a:lnTo>
                  <a:pt x="733" y="1382"/>
                </a:lnTo>
                <a:lnTo>
                  <a:pt x="733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2" name="Google Shape;332;p27"/>
          <p:cNvSpPr/>
          <p:nvPr/>
        </p:nvSpPr>
        <p:spPr>
          <a:xfrm>
            <a:off x="2078226" y="3396882"/>
            <a:ext cx="32252" cy="59115"/>
          </a:xfrm>
          <a:custGeom>
            <a:avLst/>
            <a:gdLst/>
            <a:ahLst/>
            <a:cxnLst/>
            <a:rect l="l" t="t" r="r" b="b"/>
            <a:pathLst>
              <a:path w="754" h="1382" extrusionOk="0">
                <a:moveTo>
                  <a:pt x="1" y="1"/>
                </a:moveTo>
                <a:lnTo>
                  <a:pt x="1" y="1382"/>
                </a:lnTo>
                <a:lnTo>
                  <a:pt x="754" y="1382"/>
                </a:lnTo>
                <a:lnTo>
                  <a:pt x="754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3" name="Google Shape;333;p27"/>
          <p:cNvSpPr/>
          <p:nvPr/>
        </p:nvSpPr>
        <p:spPr>
          <a:xfrm>
            <a:off x="2078226" y="3328870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1" y="1"/>
                </a:moveTo>
                <a:lnTo>
                  <a:pt x="1" y="1361"/>
                </a:lnTo>
                <a:lnTo>
                  <a:pt x="2553" y="1361"/>
                </a:lnTo>
                <a:lnTo>
                  <a:pt x="2553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4" name="Google Shape;334;p27"/>
          <p:cNvSpPr/>
          <p:nvPr/>
        </p:nvSpPr>
        <p:spPr>
          <a:xfrm>
            <a:off x="2196370" y="3466691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0" y="1"/>
                </a:moveTo>
                <a:lnTo>
                  <a:pt x="0" y="1361"/>
                </a:lnTo>
                <a:lnTo>
                  <a:pt x="2553" y="1361"/>
                </a:lnTo>
                <a:lnTo>
                  <a:pt x="2553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5" name="Google Shape;335;p27"/>
          <p:cNvSpPr/>
          <p:nvPr/>
        </p:nvSpPr>
        <p:spPr>
          <a:xfrm>
            <a:off x="2120274" y="3534746"/>
            <a:ext cx="144152" cy="59072"/>
          </a:xfrm>
          <a:custGeom>
            <a:avLst/>
            <a:gdLst/>
            <a:ahLst/>
            <a:cxnLst/>
            <a:rect l="l" t="t" r="r" b="b"/>
            <a:pathLst>
              <a:path w="3370" h="1381" extrusionOk="0">
                <a:moveTo>
                  <a:pt x="1" y="0"/>
                </a:moveTo>
                <a:lnTo>
                  <a:pt x="1" y="1381"/>
                </a:lnTo>
                <a:lnTo>
                  <a:pt x="3370" y="1381"/>
                </a:lnTo>
                <a:lnTo>
                  <a:pt x="3370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6" name="Google Shape;336;p27"/>
          <p:cNvSpPr/>
          <p:nvPr/>
        </p:nvSpPr>
        <p:spPr>
          <a:xfrm>
            <a:off x="2274221" y="3534746"/>
            <a:ext cx="31397" cy="59072"/>
          </a:xfrm>
          <a:custGeom>
            <a:avLst/>
            <a:gdLst/>
            <a:ahLst/>
            <a:cxnLst/>
            <a:rect l="l" t="t" r="r" b="b"/>
            <a:pathLst>
              <a:path w="734" h="1381" extrusionOk="0">
                <a:moveTo>
                  <a:pt x="1" y="0"/>
                </a:moveTo>
                <a:lnTo>
                  <a:pt x="1" y="1381"/>
                </a:lnTo>
                <a:lnTo>
                  <a:pt x="733" y="1381"/>
                </a:lnTo>
                <a:lnTo>
                  <a:pt x="73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7" name="Google Shape;337;p27"/>
          <p:cNvSpPr/>
          <p:nvPr/>
        </p:nvSpPr>
        <p:spPr>
          <a:xfrm>
            <a:off x="2078226" y="3534746"/>
            <a:ext cx="32252" cy="59072"/>
          </a:xfrm>
          <a:custGeom>
            <a:avLst/>
            <a:gdLst/>
            <a:ahLst/>
            <a:cxnLst/>
            <a:rect l="l" t="t" r="r" b="b"/>
            <a:pathLst>
              <a:path w="754" h="1381" extrusionOk="0">
                <a:moveTo>
                  <a:pt x="1" y="0"/>
                </a:moveTo>
                <a:lnTo>
                  <a:pt x="1" y="1381"/>
                </a:lnTo>
                <a:lnTo>
                  <a:pt x="754" y="1381"/>
                </a:lnTo>
                <a:lnTo>
                  <a:pt x="754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8" name="Google Shape;338;p27"/>
          <p:cNvSpPr/>
          <p:nvPr/>
        </p:nvSpPr>
        <p:spPr>
          <a:xfrm>
            <a:off x="2078226" y="3466691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1" y="1"/>
                </a:moveTo>
                <a:lnTo>
                  <a:pt x="1" y="1361"/>
                </a:lnTo>
                <a:lnTo>
                  <a:pt x="2553" y="1361"/>
                </a:lnTo>
                <a:lnTo>
                  <a:pt x="2553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p27"/>
          <p:cNvSpPr/>
          <p:nvPr/>
        </p:nvSpPr>
        <p:spPr>
          <a:xfrm>
            <a:off x="2196370" y="3603656"/>
            <a:ext cx="109247" cy="59115"/>
          </a:xfrm>
          <a:custGeom>
            <a:avLst/>
            <a:gdLst/>
            <a:ahLst/>
            <a:cxnLst/>
            <a:rect l="l" t="t" r="r" b="b"/>
            <a:pathLst>
              <a:path w="2554" h="1382" extrusionOk="0">
                <a:moveTo>
                  <a:pt x="0" y="0"/>
                </a:moveTo>
                <a:lnTo>
                  <a:pt x="0" y="1381"/>
                </a:lnTo>
                <a:lnTo>
                  <a:pt x="2553" y="1381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0" name="Google Shape;340;p27"/>
          <p:cNvSpPr/>
          <p:nvPr/>
        </p:nvSpPr>
        <p:spPr>
          <a:xfrm>
            <a:off x="2120274" y="3672567"/>
            <a:ext cx="144152" cy="14372"/>
          </a:xfrm>
          <a:custGeom>
            <a:avLst/>
            <a:gdLst/>
            <a:ahLst/>
            <a:cxnLst/>
            <a:rect l="l" t="t" r="r" b="b"/>
            <a:pathLst>
              <a:path w="3370" h="336" extrusionOk="0">
                <a:moveTo>
                  <a:pt x="1" y="0"/>
                </a:moveTo>
                <a:lnTo>
                  <a:pt x="1" y="335"/>
                </a:lnTo>
                <a:lnTo>
                  <a:pt x="3370" y="335"/>
                </a:lnTo>
                <a:lnTo>
                  <a:pt x="3370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1" name="Google Shape;341;p27"/>
          <p:cNvSpPr/>
          <p:nvPr/>
        </p:nvSpPr>
        <p:spPr>
          <a:xfrm>
            <a:off x="2274221" y="3672567"/>
            <a:ext cx="31397" cy="14372"/>
          </a:xfrm>
          <a:custGeom>
            <a:avLst/>
            <a:gdLst/>
            <a:ahLst/>
            <a:cxnLst/>
            <a:rect l="l" t="t" r="r" b="b"/>
            <a:pathLst>
              <a:path w="734" h="336" extrusionOk="0">
                <a:moveTo>
                  <a:pt x="1" y="0"/>
                </a:moveTo>
                <a:lnTo>
                  <a:pt x="1" y="335"/>
                </a:lnTo>
                <a:lnTo>
                  <a:pt x="733" y="335"/>
                </a:lnTo>
                <a:lnTo>
                  <a:pt x="73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2" name="Google Shape;342;p27"/>
          <p:cNvSpPr/>
          <p:nvPr/>
        </p:nvSpPr>
        <p:spPr>
          <a:xfrm>
            <a:off x="2078226" y="3672567"/>
            <a:ext cx="32252" cy="14372"/>
          </a:xfrm>
          <a:custGeom>
            <a:avLst/>
            <a:gdLst/>
            <a:ahLst/>
            <a:cxnLst/>
            <a:rect l="l" t="t" r="r" b="b"/>
            <a:pathLst>
              <a:path w="754" h="336" extrusionOk="0">
                <a:moveTo>
                  <a:pt x="1" y="0"/>
                </a:moveTo>
                <a:lnTo>
                  <a:pt x="1" y="335"/>
                </a:lnTo>
                <a:lnTo>
                  <a:pt x="754" y="335"/>
                </a:lnTo>
                <a:lnTo>
                  <a:pt x="754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3" name="Google Shape;343;p27"/>
          <p:cNvSpPr/>
          <p:nvPr/>
        </p:nvSpPr>
        <p:spPr>
          <a:xfrm>
            <a:off x="2078226" y="3603656"/>
            <a:ext cx="109247" cy="59115"/>
          </a:xfrm>
          <a:custGeom>
            <a:avLst/>
            <a:gdLst/>
            <a:ahLst/>
            <a:cxnLst/>
            <a:rect l="l" t="t" r="r" b="b"/>
            <a:pathLst>
              <a:path w="2554" h="1382" extrusionOk="0">
                <a:moveTo>
                  <a:pt x="1" y="0"/>
                </a:moveTo>
                <a:lnTo>
                  <a:pt x="1" y="1381"/>
                </a:lnTo>
                <a:lnTo>
                  <a:pt x="2553" y="1381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4" name="Google Shape;344;p27"/>
          <p:cNvSpPr/>
          <p:nvPr/>
        </p:nvSpPr>
        <p:spPr>
          <a:xfrm>
            <a:off x="3333030" y="3054126"/>
            <a:ext cx="217511" cy="632813"/>
          </a:xfrm>
          <a:custGeom>
            <a:avLst/>
            <a:gdLst/>
            <a:ahLst/>
            <a:cxnLst/>
            <a:rect l="l" t="t" r="r" b="b"/>
            <a:pathLst>
              <a:path w="5085" h="14794" extrusionOk="0">
                <a:moveTo>
                  <a:pt x="0" y="0"/>
                </a:moveTo>
                <a:lnTo>
                  <a:pt x="0" y="14793"/>
                </a:lnTo>
                <a:lnTo>
                  <a:pt x="5085" y="14793"/>
                </a:lnTo>
                <a:lnTo>
                  <a:pt x="5085" y="0"/>
                </a:lnTo>
                <a:close/>
              </a:path>
            </a:pathLst>
          </a:custGeom>
          <a:solidFill>
            <a:srgbClr val="DEDD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5" name="Google Shape;345;p27"/>
          <p:cNvSpPr/>
          <p:nvPr/>
        </p:nvSpPr>
        <p:spPr>
          <a:xfrm>
            <a:off x="3446684" y="3054126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1" y="0"/>
                </a:moveTo>
                <a:lnTo>
                  <a:pt x="1" y="1360"/>
                </a:lnTo>
                <a:lnTo>
                  <a:pt x="2553" y="1360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6" name="Google Shape;346;p27"/>
          <p:cNvSpPr/>
          <p:nvPr/>
        </p:nvSpPr>
        <p:spPr>
          <a:xfrm>
            <a:off x="3369731" y="3122138"/>
            <a:ext cx="144109" cy="58217"/>
          </a:xfrm>
          <a:custGeom>
            <a:avLst/>
            <a:gdLst/>
            <a:ahLst/>
            <a:cxnLst/>
            <a:rect l="l" t="t" r="r" b="b"/>
            <a:pathLst>
              <a:path w="3369" h="1361" extrusionOk="0">
                <a:moveTo>
                  <a:pt x="0" y="0"/>
                </a:moveTo>
                <a:lnTo>
                  <a:pt x="0" y="1360"/>
                </a:lnTo>
                <a:lnTo>
                  <a:pt x="3369" y="1360"/>
                </a:lnTo>
                <a:lnTo>
                  <a:pt x="3369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7" name="Google Shape;347;p27"/>
          <p:cNvSpPr/>
          <p:nvPr/>
        </p:nvSpPr>
        <p:spPr>
          <a:xfrm>
            <a:off x="3524577" y="3122138"/>
            <a:ext cx="31354" cy="59115"/>
          </a:xfrm>
          <a:custGeom>
            <a:avLst/>
            <a:gdLst/>
            <a:ahLst/>
            <a:cxnLst/>
            <a:rect l="l" t="t" r="r" b="b"/>
            <a:pathLst>
              <a:path w="733" h="1382" extrusionOk="0">
                <a:moveTo>
                  <a:pt x="0" y="0"/>
                </a:moveTo>
                <a:lnTo>
                  <a:pt x="0" y="1381"/>
                </a:lnTo>
                <a:lnTo>
                  <a:pt x="732" y="1381"/>
                </a:lnTo>
                <a:lnTo>
                  <a:pt x="732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8" name="Google Shape;348;p27"/>
          <p:cNvSpPr/>
          <p:nvPr/>
        </p:nvSpPr>
        <p:spPr>
          <a:xfrm>
            <a:off x="3328539" y="3122138"/>
            <a:ext cx="31397" cy="59115"/>
          </a:xfrm>
          <a:custGeom>
            <a:avLst/>
            <a:gdLst/>
            <a:ahLst/>
            <a:cxnLst/>
            <a:rect l="l" t="t" r="r" b="b"/>
            <a:pathLst>
              <a:path w="734" h="1382" extrusionOk="0">
                <a:moveTo>
                  <a:pt x="1" y="0"/>
                </a:moveTo>
                <a:lnTo>
                  <a:pt x="1" y="1381"/>
                </a:lnTo>
                <a:lnTo>
                  <a:pt x="733" y="1381"/>
                </a:lnTo>
                <a:lnTo>
                  <a:pt x="73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9" name="Google Shape;349;p27"/>
          <p:cNvSpPr/>
          <p:nvPr/>
        </p:nvSpPr>
        <p:spPr>
          <a:xfrm>
            <a:off x="3328539" y="3054126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1" y="0"/>
                </a:moveTo>
                <a:lnTo>
                  <a:pt x="1" y="1360"/>
                </a:lnTo>
                <a:lnTo>
                  <a:pt x="2553" y="1360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0" name="Google Shape;350;p27"/>
          <p:cNvSpPr/>
          <p:nvPr/>
        </p:nvSpPr>
        <p:spPr>
          <a:xfrm>
            <a:off x="3446684" y="3191048"/>
            <a:ext cx="109247" cy="59115"/>
          </a:xfrm>
          <a:custGeom>
            <a:avLst/>
            <a:gdLst/>
            <a:ahLst/>
            <a:cxnLst/>
            <a:rect l="l" t="t" r="r" b="b"/>
            <a:pathLst>
              <a:path w="2554" h="1382" extrusionOk="0">
                <a:moveTo>
                  <a:pt x="1" y="0"/>
                </a:moveTo>
                <a:lnTo>
                  <a:pt x="1" y="1381"/>
                </a:lnTo>
                <a:lnTo>
                  <a:pt x="2553" y="1381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1" name="Google Shape;351;p27"/>
          <p:cNvSpPr/>
          <p:nvPr/>
        </p:nvSpPr>
        <p:spPr>
          <a:xfrm>
            <a:off x="3369731" y="3259959"/>
            <a:ext cx="144109" cy="58217"/>
          </a:xfrm>
          <a:custGeom>
            <a:avLst/>
            <a:gdLst/>
            <a:ahLst/>
            <a:cxnLst/>
            <a:rect l="l" t="t" r="r" b="b"/>
            <a:pathLst>
              <a:path w="3369" h="1361" extrusionOk="0">
                <a:moveTo>
                  <a:pt x="0" y="0"/>
                </a:moveTo>
                <a:lnTo>
                  <a:pt x="0" y="1361"/>
                </a:lnTo>
                <a:lnTo>
                  <a:pt x="3369" y="1361"/>
                </a:lnTo>
                <a:lnTo>
                  <a:pt x="3369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2" name="Google Shape;352;p27"/>
          <p:cNvSpPr/>
          <p:nvPr/>
        </p:nvSpPr>
        <p:spPr>
          <a:xfrm>
            <a:off x="3524577" y="3259959"/>
            <a:ext cx="31354" cy="58217"/>
          </a:xfrm>
          <a:custGeom>
            <a:avLst/>
            <a:gdLst/>
            <a:ahLst/>
            <a:cxnLst/>
            <a:rect l="l" t="t" r="r" b="b"/>
            <a:pathLst>
              <a:path w="733" h="1361" extrusionOk="0">
                <a:moveTo>
                  <a:pt x="0" y="0"/>
                </a:moveTo>
                <a:lnTo>
                  <a:pt x="0" y="1361"/>
                </a:lnTo>
                <a:lnTo>
                  <a:pt x="732" y="1361"/>
                </a:lnTo>
                <a:lnTo>
                  <a:pt x="732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27"/>
          <p:cNvSpPr/>
          <p:nvPr/>
        </p:nvSpPr>
        <p:spPr>
          <a:xfrm>
            <a:off x="3328539" y="3259959"/>
            <a:ext cx="31397" cy="58217"/>
          </a:xfrm>
          <a:custGeom>
            <a:avLst/>
            <a:gdLst/>
            <a:ahLst/>
            <a:cxnLst/>
            <a:rect l="l" t="t" r="r" b="b"/>
            <a:pathLst>
              <a:path w="734" h="1361" extrusionOk="0">
                <a:moveTo>
                  <a:pt x="1" y="0"/>
                </a:moveTo>
                <a:lnTo>
                  <a:pt x="1" y="1361"/>
                </a:lnTo>
                <a:lnTo>
                  <a:pt x="733" y="1361"/>
                </a:lnTo>
                <a:lnTo>
                  <a:pt x="73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4" name="Google Shape;354;p27"/>
          <p:cNvSpPr/>
          <p:nvPr/>
        </p:nvSpPr>
        <p:spPr>
          <a:xfrm>
            <a:off x="3328539" y="3191048"/>
            <a:ext cx="109247" cy="59115"/>
          </a:xfrm>
          <a:custGeom>
            <a:avLst/>
            <a:gdLst/>
            <a:ahLst/>
            <a:cxnLst/>
            <a:rect l="l" t="t" r="r" b="b"/>
            <a:pathLst>
              <a:path w="2554" h="1382" extrusionOk="0">
                <a:moveTo>
                  <a:pt x="1" y="0"/>
                </a:moveTo>
                <a:lnTo>
                  <a:pt x="1" y="1381"/>
                </a:lnTo>
                <a:lnTo>
                  <a:pt x="2553" y="1381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5" name="Google Shape;355;p27"/>
          <p:cNvSpPr/>
          <p:nvPr/>
        </p:nvSpPr>
        <p:spPr>
          <a:xfrm>
            <a:off x="3446684" y="3328870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1" y="1"/>
                </a:moveTo>
                <a:lnTo>
                  <a:pt x="1" y="1361"/>
                </a:lnTo>
                <a:lnTo>
                  <a:pt x="2553" y="1361"/>
                </a:lnTo>
                <a:lnTo>
                  <a:pt x="2553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6" name="Google Shape;356;p27"/>
          <p:cNvSpPr/>
          <p:nvPr/>
        </p:nvSpPr>
        <p:spPr>
          <a:xfrm>
            <a:off x="3369731" y="3396882"/>
            <a:ext cx="144109" cy="59115"/>
          </a:xfrm>
          <a:custGeom>
            <a:avLst/>
            <a:gdLst/>
            <a:ahLst/>
            <a:cxnLst/>
            <a:rect l="l" t="t" r="r" b="b"/>
            <a:pathLst>
              <a:path w="3369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7" name="Google Shape;357;p27"/>
          <p:cNvSpPr/>
          <p:nvPr/>
        </p:nvSpPr>
        <p:spPr>
          <a:xfrm>
            <a:off x="3524577" y="3396882"/>
            <a:ext cx="31354" cy="59115"/>
          </a:xfrm>
          <a:custGeom>
            <a:avLst/>
            <a:gdLst/>
            <a:ahLst/>
            <a:cxnLst/>
            <a:rect l="l" t="t" r="r" b="b"/>
            <a:pathLst>
              <a:path w="733" h="1382" extrusionOk="0">
                <a:moveTo>
                  <a:pt x="0" y="1"/>
                </a:moveTo>
                <a:lnTo>
                  <a:pt x="0" y="1382"/>
                </a:lnTo>
                <a:lnTo>
                  <a:pt x="732" y="1382"/>
                </a:lnTo>
                <a:lnTo>
                  <a:pt x="732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8" name="Google Shape;358;p27"/>
          <p:cNvSpPr/>
          <p:nvPr/>
        </p:nvSpPr>
        <p:spPr>
          <a:xfrm>
            <a:off x="3328539" y="3396882"/>
            <a:ext cx="31397" cy="59115"/>
          </a:xfrm>
          <a:custGeom>
            <a:avLst/>
            <a:gdLst/>
            <a:ahLst/>
            <a:cxnLst/>
            <a:rect l="l" t="t" r="r" b="b"/>
            <a:pathLst>
              <a:path w="734" h="1382" extrusionOk="0">
                <a:moveTo>
                  <a:pt x="1" y="1"/>
                </a:moveTo>
                <a:lnTo>
                  <a:pt x="1" y="1382"/>
                </a:lnTo>
                <a:lnTo>
                  <a:pt x="733" y="1382"/>
                </a:lnTo>
                <a:lnTo>
                  <a:pt x="733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9" name="Google Shape;359;p27"/>
          <p:cNvSpPr/>
          <p:nvPr/>
        </p:nvSpPr>
        <p:spPr>
          <a:xfrm>
            <a:off x="3328539" y="3328870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1" y="1"/>
                </a:moveTo>
                <a:lnTo>
                  <a:pt x="1" y="1361"/>
                </a:lnTo>
                <a:lnTo>
                  <a:pt x="2553" y="1361"/>
                </a:lnTo>
                <a:lnTo>
                  <a:pt x="2553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0" name="Google Shape;360;p27"/>
          <p:cNvSpPr/>
          <p:nvPr/>
        </p:nvSpPr>
        <p:spPr>
          <a:xfrm>
            <a:off x="3446684" y="3466691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1" y="1"/>
                </a:moveTo>
                <a:lnTo>
                  <a:pt x="1" y="1361"/>
                </a:lnTo>
                <a:lnTo>
                  <a:pt x="2553" y="1361"/>
                </a:lnTo>
                <a:lnTo>
                  <a:pt x="2553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27"/>
          <p:cNvSpPr/>
          <p:nvPr/>
        </p:nvSpPr>
        <p:spPr>
          <a:xfrm>
            <a:off x="3369731" y="3534746"/>
            <a:ext cx="144109" cy="59072"/>
          </a:xfrm>
          <a:custGeom>
            <a:avLst/>
            <a:gdLst/>
            <a:ahLst/>
            <a:cxnLst/>
            <a:rect l="l" t="t" r="r" b="b"/>
            <a:pathLst>
              <a:path w="3369" h="1381" extrusionOk="0">
                <a:moveTo>
                  <a:pt x="0" y="0"/>
                </a:moveTo>
                <a:lnTo>
                  <a:pt x="0" y="1381"/>
                </a:lnTo>
                <a:lnTo>
                  <a:pt x="3369" y="1381"/>
                </a:lnTo>
                <a:lnTo>
                  <a:pt x="3369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2" name="Google Shape;362;p27"/>
          <p:cNvSpPr/>
          <p:nvPr/>
        </p:nvSpPr>
        <p:spPr>
          <a:xfrm>
            <a:off x="3524577" y="3534746"/>
            <a:ext cx="31354" cy="59072"/>
          </a:xfrm>
          <a:custGeom>
            <a:avLst/>
            <a:gdLst/>
            <a:ahLst/>
            <a:cxnLst/>
            <a:rect l="l" t="t" r="r" b="b"/>
            <a:pathLst>
              <a:path w="733" h="1381" extrusionOk="0">
                <a:moveTo>
                  <a:pt x="0" y="0"/>
                </a:moveTo>
                <a:lnTo>
                  <a:pt x="0" y="1381"/>
                </a:lnTo>
                <a:lnTo>
                  <a:pt x="732" y="1381"/>
                </a:lnTo>
                <a:lnTo>
                  <a:pt x="732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3" name="Google Shape;363;p27"/>
          <p:cNvSpPr/>
          <p:nvPr/>
        </p:nvSpPr>
        <p:spPr>
          <a:xfrm>
            <a:off x="3328539" y="3534746"/>
            <a:ext cx="31397" cy="59072"/>
          </a:xfrm>
          <a:custGeom>
            <a:avLst/>
            <a:gdLst/>
            <a:ahLst/>
            <a:cxnLst/>
            <a:rect l="l" t="t" r="r" b="b"/>
            <a:pathLst>
              <a:path w="734" h="1381" extrusionOk="0">
                <a:moveTo>
                  <a:pt x="1" y="0"/>
                </a:moveTo>
                <a:lnTo>
                  <a:pt x="1" y="1381"/>
                </a:lnTo>
                <a:lnTo>
                  <a:pt x="733" y="1381"/>
                </a:lnTo>
                <a:lnTo>
                  <a:pt x="73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4" name="Google Shape;364;p27"/>
          <p:cNvSpPr/>
          <p:nvPr/>
        </p:nvSpPr>
        <p:spPr>
          <a:xfrm>
            <a:off x="3328539" y="3466691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1" y="1"/>
                </a:moveTo>
                <a:lnTo>
                  <a:pt x="1" y="1361"/>
                </a:lnTo>
                <a:lnTo>
                  <a:pt x="2553" y="1361"/>
                </a:lnTo>
                <a:lnTo>
                  <a:pt x="2553" y="1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5" name="Google Shape;365;p27"/>
          <p:cNvSpPr/>
          <p:nvPr/>
        </p:nvSpPr>
        <p:spPr>
          <a:xfrm>
            <a:off x="3446684" y="3603656"/>
            <a:ext cx="109247" cy="59115"/>
          </a:xfrm>
          <a:custGeom>
            <a:avLst/>
            <a:gdLst/>
            <a:ahLst/>
            <a:cxnLst/>
            <a:rect l="l" t="t" r="r" b="b"/>
            <a:pathLst>
              <a:path w="2554" h="1382" extrusionOk="0">
                <a:moveTo>
                  <a:pt x="1" y="0"/>
                </a:moveTo>
                <a:lnTo>
                  <a:pt x="1" y="1381"/>
                </a:lnTo>
                <a:lnTo>
                  <a:pt x="2553" y="1381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6" name="Google Shape;366;p27"/>
          <p:cNvSpPr/>
          <p:nvPr/>
        </p:nvSpPr>
        <p:spPr>
          <a:xfrm>
            <a:off x="3369731" y="3672567"/>
            <a:ext cx="144109" cy="14372"/>
          </a:xfrm>
          <a:custGeom>
            <a:avLst/>
            <a:gdLst/>
            <a:ahLst/>
            <a:cxnLst/>
            <a:rect l="l" t="t" r="r" b="b"/>
            <a:pathLst>
              <a:path w="3369" h="336" extrusionOk="0">
                <a:moveTo>
                  <a:pt x="0" y="0"/>
                </a:moveTo>
                <a:lnTo>
                  <a:pt x="0" y="335"/>
                </a:lnTo>
                <a:lnTo>
                  <a:pt x="3369" y="335"/>
                </a:lnTo>
                <a:lnTo>
                  <a:pt x="3369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7" name="Google Shape;367;p27"/>
          <p:cNvSpPr/>
          <p:nvPr/>
        </p:nvSpPr>
        <p:spPr>
          <a:xfrm>
            <a:off x="3524577" y="3672567"/>
            <a:ext cx="31354" cy="14372"/>
          </a:xfrm>
          <a:custGeom>
            <a:avLst/>
            <a:gdLst/>
            <a:ahLst/>
            <a:cxnLst/>
            <a:rect l="l" t="t" r="r" b="b"/>
            <a:pathLst>
              <a:path w="733" h="336" extrusionOk="0">
                <a:moveTo>
                  <a:pt x="0" y="0"/>
                </a:moveTo>
                <a:lnTo>
                  <a:pt x="0" y="335"/>
                </a:lnTo>
                <a:lnTo>
                  <a:pt x="732" y="335"/>
                </a:lnTo>
                <a:lnTo>
                  <a:pt x="732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8" name="Google Shape;368;p27"/>
          <p:cNvSpPr/>
          <p:nvPr/>
        </p:nvSpPr>
        <p:spPr>
          <a:xfrm>
            <a:off x="3328539" y="3672567"/>
            <a:ext cx="31397" cy="14372"/>
          </a:xfrm>
          <a:custGeom>
            <a:avLst/>
            <a:gdLst/>
            <a:ahLst/>
            <a:cxnLst/>
            <a:rect l="l" t="t" r="r" b="b"/>
            <a:pathLst>
              <a:path w="734" h="336" extrusionOk="0">
                <a:moveTo>
                  <a:pt x="1" y="0"/>
                </a:moveTo>
                <a:lnTo>
                  <a:pt x="1" y="335"/>
                </a:lnTo>
                <a:lnTo>
                  <a:pt x="733" y="335"/>
                </a:lnTo>
                <a:lnTo>
                  <a:pt x="73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9" name="Google Shape;369;p27"/>
          <p:cNvSpPr/>
          <p:nvPr/>
        </p:nvSpPr>
        <p:spPr>
          <a:xfrm>
            <a:off x="3328539" y="3603656"/>
            <a:ext cx="109247" cy="59115"/>
          </a:xfrm>
          <a:custGeom>
            <a:avLst/>
            <a:gdLst/>
            <a:ahLst/>
            <a:cxnLst/>
            <a:rect l="l" t="t" r="r" b="b"/>
            <a:pathLst>
              <a:path w="2554" h="1382" extrusionOk="0">
                <a:moveTo>
                  <a:pt x="1" y="0"/>
                </a:moveTo>
                <a:lnTo>
                  <a:pt x="1" y="1381"/>
                </a:lnTo>
                <a:lnTo>
                  <a:pt x="2553" y="1381"/>
                </a:lnTo>
                <a:lnTo>
                  <a:pt x="2553" y="0"/>
                </a:lnTo>
                <a:close/>
              </a:path>
            </a:pathLst>
          </a:custGeom>
          <a:solidFill>
            <a:srgbClr val="CF6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0" name="Google Shape;370;p27"/>
          <p:cNvSpPr/>
          <p:nvPr/>
        </p:nvSpPr>
        <p:spPr>
          <a:xfrm>
            <a:off x="2062100" y="3029958"/>
            <a:ext cx="260500" cy="24211"/>
          </a:xfrm>
          <a:custGeom>
            <a:avLst/>
            <a:gdLst/>
            <a:ahLst/>
            <a:cxnLst/>
            <a:rect l="l" t="t" r="r" b="b"/>
            <a:pathLst>
              <a:path w="6090" h="566" extrusionOk="0">
                <a:moveTo>
                  <a:pt x="1" y="0"/>
                </a:moveTo>
                <a:lnTo>
                  <a:pt x="1" y="565"/>
                </a:lnTo>
                <a:lnTo>
                  <a:pt x="6090" y="565"/>
                </a:lnTo>
                <a:lnTo>
                  <a:pt x="6090" y="0"/>
                </a:lnTo>
                <a:close/>
              </a:path>
            </a:pathLst>
          </a:custGeom>
          <a:solidFill>
            <a:srgbClr val="B1B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1" name="Google Shape;371;p27"/>
          <p:cNvSpPr/>
          <p:nvPr/>
        </p:nvSpPr>
        <p:spPr>
          <a:xfrm>
            <a:off x="2062100" y="2897484"/>
            <a:ext cx="260500" cy="132517"/>
          </a:xfrm>
          <a:custGeom>
            <a:avLst/>
            <a:gdLst/>
            <a:ahLst/>
            <a:cxnLst/>
            <a:rect l="l" t="t" r="r" b="b"/>
            <a:pathLst>
              <a:path w="6090" h="3098" extrusionOk="0">
                <a:moveTo>
                  <a:pt x="3035" y="0"/>
                </a:moveTo>
                <a:lnTo>
                  <a:pt x="1" y="3097"/>
                </a:lnTo>
                <a:lnTo>
                  <a:pt x="6090" y="3097"/>
                </a:lnTo>
                <a:lnTo>
                  <a:pt x="3035" y="0"/>
                </a:lnTo>
                <a:close/>
              </a:path>
            </a:pathLst>
          </a:custGeom>
          <a:solidFill>
            <a:srgbClr val="E1E0D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2" name="Google Shape;372;p27"/>
          <p:cNvSpPr/>
          <p:nvPr/>
        </p:nvSpPr>
        <p:spPr>
          <a:xfrm>
            <a:off x="3311557" y="3029958"/>
            <a:ext cx="260457" cy="24211"/>
          </a:xfrm>
          <a:custGeom>
            <a:avLst/>
            <a:gdLst/>
            <a:ahLst/>
            <a:cxnLst/>
            <a:rect l="l" t="t" r="r" b="b"/>
            <a:pathLst>
              <a:path w="6089" h="566" extrusionOk="0">
                <a:moveTo>
                  <a:pt x="0" y="0"/>
                </a:moveTo>
                <a:lnTo>
                  <a:pt x="0" y="565"/>
                </a:lnTo>
                <a:lnTo>
                  <a:pt x="6089" y="565"/>
                </a:lnTo>
                <a:lnTo>
                  <a:pt x="6089" y="0"/>
                </a:lnTo>
                <a:close/>
              </a:path>
            </a:pathLst>
          </a:custGeom>
          <a:solidFill>
            <a:srgbClr val="C8C7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3" name="Google Shape;373;p27"/>
          <p:cNvSpPr/>
          <p:nvPr/>
        </p:nvSpPr>
        <p:spPr>
          <a:xfrm>
            <a:off x="3311557" y="2897484"/>
            <a:ext cx="260457" cy="132517"/>
          </a:xfrm>
          <a:custGeom>
            <a:avLst/>
            <a:gdLst/>
            <a:ahLst/>
            <a:cxnLst/>
            <a:rect l="l" t="t" r="r" b="b"/>
            <a:pathLst>
              <a:path w="6089" h="3098" extrusionOk="0">
                <a:moveTo>
                  <a:pt x="3055" y="0"/>
                </a:moveTo>
                <a:lnTo>
                  <a:pt x="0" y="3097"/>
                </a:lnTo>
                <a:lnTo>
                  <a:pt x="6089" y="3097"/>
                </a:lnTo>
                <a:lnTo>
                  <a:pt x="305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4" name="Google Shape;374;p27"/>
          <p:cNvSpPr/>
          <p:nvPr/>
        </p:nvSpPr>
        <p:spPr>
          <a:xfrm>
            <a:off x="2443396" y="3270696"/>
            <a:ext cx="479764" cy="416244"/>
          </a:xfrm>
          <a:custGeom>
            <a:avLst/>
            <a:gdLst/>
            <a:ahLst/>
            <a:cxnLst/>
            <a:rect l="l" t="t" r="r" b="b"/>
            <a:pathLst>
              <a:path w="11216" h="9731" extrusionOk="0">
                <a:moveTo>
                  <a:pt x="5085" y="3495"/>
                </a:moveTo>
                <a:lnTo>
                  <a:pt x="5085" y="4876"/>
                </a:lnTo>
                <a:lnTo>
                  <a:pt x="1716" y="4876"/>
                </a:lnTo>
                <a:lnTo>
                  <a:pt x="1716" y="3495"/>
                </a:lnTo>
                <a:close/>
                <a:moveTo>
                  <a:pt x="6905" y="5127"/>
                </a:moveTo>
                <a:lnTo>
                  <a:pt x="6905" y="6487"/>
                </a:lnTo>
                <a:lnTo>
                  <a:pt x="3536" y="6487"/>
                </a:lnTo>
                <a:lnTo>
                  <a:pt x="3536" y="5127"/>
                </a:lnTo>
                <a:close/>
                <a:moveTo>
                  <a:pt x="5085" y="6738"/>
                </a:moveTo>
                <a:lnTo>
                  <a:pt x="5085" y="8119"/>
                </a:lnTo>
                <a:lnTo>
                  <a:pt x="1716" y="8119"/>
                </a:lnTo>
                <a:lnTo>
                  <a:pt x="1716" y="6738"/>
                </a:lnTo>
                <a:close/>
                <a:moveTo>
                  <a:pt x="8725" y="6738"/>
                </a:moveTo>
                <a:lnTo>
                  <a:pt x="8725" y="8119"/>
                </a:lnTo>
                <a:lnTo>
                  <a:pt x="5357" y="8119"/>
                </a:lnTo>
                <a:lnTo>
                  <a:pt x="5357" y="6738"/>
                </a:lnTo>
                <a:close/>
                <a:moveTo>
                  <a:pt x="0" y="1"/>
                </a:moveTo>
                <a:lnTo>
                  <a:pt x="0" y="252"/>
                </a:lnTo>
                <a:lnTo>
                  <a:pt x="1465" y="252"/>
                </a:lnTo>
                <a:lnTo>
                  <a:pt x="1465" y="1633"/>
                </a:lnTo>
                <a:lnTo>
                  <a:pt x="0" y="1633"/>
                </a:lnTo>
                <a:lnTo>
                  <a:pt x="0" y="1884"/>
                </a:lnTo>
                <a:lnTo>
                  <a:pt x="3264" y="1884"/>
                </a:lnTo>
                <a:lnTo>
                  <a:pt x="3264" y="3244"/>
                </a:lnTo>
                <a:lnTo>
                  <a:pt x="0" y="3244"/>
                </a:lnTo>
                <a:lnTo>
                  <a:pt x="0" y="3495"/>
                </a:lnTo>
                <a:lnTo>
                  <a:pt x="1465" y="3495"/>
                </a:lnTo>
                <a:lnTo>
                  <a:pt x="1465" y="4876"/>
                </a:lnTo>
                <a:lnTo>
                  <a:pt x="0" y="4876"/>
                </a:lnTo>
                <a:lnTo>
                  <a:pt x="0" y="5127"/>
                </a:lnTo>
                <a:lnTo>
                  <a:pt x="3264" y="5127"/>
                </a:lnTo>
                <a:lnTo>
                  <a:pt x="3264" y="6487"/>
                </a:lnTo>
                <a:lnTo>
                  <a:pt x="0" y="6487"/>
                </a:lnTo>
                <a:lnTo>
                  <a:pt x="0" y="6738"/>
                </a:lnTo>
                <a:lnTo>
                  <a:pt x="1465" y="6738"/>
                </a:lnTo>
                <a:lnTo>
                  <a:pt x="1465" y="8119"/>
                </a:lnTo>
                <a:lnTo>
                  <a:pt x="0" y="8119"/>
                </a:lnTo>
                <a:lnTo>
                  <a:pt x="0" y="8370"/>
                </a:lnTo>
                <a:lnTo>
                  <a:pt x="3264" y="8370"/>
                </a:lnTo>
                <a:lnTo>
                  <a:pt x="3264" y="9730"/>
                </a:lnTo>
                <a:lnTo>
                  <a:pt x="3536" y="9730"/>
                </a:lnTo>
                <a:lnTo>
                  <a:pt x="3536" y="8370"/>
                </a:lnTo>
                <a:lnTo>
                  <a:pt x="6905" y="8370"/>
                </a:lnTo>
                <a:lnTo>
                  <a:pt x="6905" y="9730"/>
                </a:lnTo>
                <a:lnTo>
                  <a:pt x="7177" y="9730"/>
                </a:lnTo>
                <a:lnTo>
                  <a:pt x="7177" y="8370"/>
                </a:lnTo>
                <a:lnTo>
                  <a:pt x="10546" y="8370"/>
                </a:lnTo>
                <a:lnTo>
                  <a:pt x="10546" y="9730"/>
                </a:lnTo>
                <a:lnTo>
                  <a:pt x="10818" y="9730"/>
                </a:lnTo>
                <a:lnTo>
                  <a:pt x="10818" y="8370"/>
                </a:lnTo>
                <a:lnTo>
                  <a:pt x="11215" y="8370"/>
                </a:lnTo>
                <a:lnTo>
                  <a:pt x="10964" y="8119"/>
                </a:lnTo>
                <a:lnTo>
                  <a:pt x="8997" y="8119"/>
                </a:lnTo>
                <a:lnTo>
                  <a:pt x="8997" y="6738"/>
                </a:lnTo>
                <a:lnTo>
                  <a:pt x="9583" y="6738"/>
                </a:lnTo>
                <a:lnTo>
                  <a:pt x="9332" y="6487"/>
                </a:lnTo>
                <a:lnTo>
                  <a:pt x="7177" y="6487"/>
                </a:lnTo>
                <a:lnTo>
                  <a:pt x="7177" y="5127"/>
                </a:lnTo>
                <a:lnTo>
                  <a:pt x="7972" y="5127"/>
                </a:lnTo>
                <a:lnTo>
                  <a:pt x="7721" y="4876"/>
                </a:lnTo>
                <a:lnTo>
                  <a:pt x="5357" y="4876"/>
                </a:lnTo>
                <a:lnTo>
                  <a:pt x="5357" y="3495"/>
                </a:lnTo>
                <a:lnTo>
                  <a:pt x="6340" y="3495"/>
                </a:lnTo>
                <a:lnTo>
                  <a:pt x="6089" y="3244"/>
                </a:lnTo>
                <a:lnTo>
                  <a:pt x="3536" y="3244"/>
                </a:lnTo>
                <a:lnTo>
                  <a:pt x="3536" y="1884"/>
                </a:lnTo>
                <a:lnTo>
                  <a:pt x="4729" y="1884"/>
                </a:lnTo>
                <a:lnTo>
                  <a:pt x="4478" y="1633"/>
                </a:lnTo>
                <a:lnTo>
                  <a:pt x="1716" y="1633"/>
                </a:lnTo>
                <a:lnTo>
                  <a:pt x="1716" y="252"/>
                </a:lnTo>
                <a:lnTo>
                  <a:pt x="3097" y="252"/>
                </a:lnTo>
                <a:lnTo>
                  <a:pt x="2846" y="1"/>
                </a:lnTo>
                <a:close/>
              </a:path>
            </a:pathLst>
          </a:custGeom>
          <a:solidFill>
            <a:srgbClr val="95948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5" name="Google Shape;375;p27"/>
          <p:cNvSpPr/>
          <p:nvPr/>
        </p:nvSpPr>
        <p:spPr>
          <a:xfrm>
            <a:off x="2443396" y="3628722"/>
            <a:ext cx="140559" cy="58217"/>
          </a:xfrm>
          <a:custGeom>
            <a:avLst/>
            <a:gdLst/>
            <a:ahLst/>
            <a:cxnLst/>
            <a:rect l="l" t="t" r="r" b="b"/>
            <a:pathLst>
              <a:path w="3286" h="1361" extrusionOk="0">
                <a:moveTo>
                  <a:pt x="0" y="0"/>
                </a:moveTo>
                <a:lnTo>
                  <a:pt x="0" y="1360"/>
                </a:lnTo>
                <a:lnTo>
                  <a:pt x="3285" y="1360"/>
                </a:lnTo>
                <a:lnTo>
                  <a:pt x="3285" y="0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6" name="Google Shape;376;p27"/>
          <p:cNvSpPr/>
          <p:nvPr/>
        </p:nvSpPr>
        <p:spPr>
          <a:xfrm>
            <a:off x="2594648" y="3628722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0" y="0"/>
                </a:moveTo>
                <a:lnTo>
                  <a:pt x="0" y="1360"/>
                </a:lnTo>
                <a:lnTo>
                  <a:pt x="3369" y="1360"/>
                </a:lnTo>
                <a:lnTo>
                  <a:pt x="3369" y="0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7" name="Google Shape;377;p27"/>
          <p:cNvSpPr/>
          <p:nvPr/>
        </p:nvSpPr>
        <p:spPr>
          <a:xfrm>
            <a:off x="2750392" y="3628722"/>
            <a:ext cx="144109" cy="58217"/>
          </a:xfrm>
          <a:custGeom>
            <a:avLst/>
            <a:gdLst/>
            <a:ahLst/>
            <a:cxnLst/>
            <a:rect l="l" t="t" r="r" b="b"/>
            <a:pathLst>
              <a:path w="3369" h="1361" extrusionOk="0">
                <a:moveTo>
                  <a:pt x="0" y="0"/>
                </a:moveTo>
                <a:lnTo>
                  <a:pt x="0" y="1360"/>
                </a:lnTo>
                <a:lnTo>
                  <a:pt x="3369" y="1360"/>
                </a:lnTo>
                <a:lnTo>
                  <a:pt x="3369" y="0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8" name="Google Shape;378;p27"/>
          <p:cNvSpPr/>
          <p:nvPr/>
        </p:nvSpPr>
        <p:spPr>
          <a:xfrm>
            <a:off x="2906093" y="3628722"/>
            <a:ext cx="75241" cy="58217"/>
          </a:xfrm>
          <a:custGeom>
            <a:avLst/>
            <a:gdLst/>
            <a:ahLst/>
            <a:cxnLst/>
            <a:rect l="l" t="t" r="r" b="b"/>
            <a:pathLst>
              <a:path w="1759" h="1361" extrusionOk="0">
                <a:moveTo>
                  <a:pt x="1" y="0"/>
                </a:moveTo>
                <a:lnTo>
                  <a:pt x="1" y="1360"/>
                </a:lnTo>
                <a:lnTo>
                  <a:pt x="1758" y="1360"/>
                </a:lnTo>
                <a:lnTo>
                  <a:pt x="398" y="0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9" name="Google Shape;379;p27"/>
          <p:cNvSpPr/>
          <p:nvPr/>
        </p:nvSpPr>
        <p:spPr>
          <a:xfrm>
            <a:off x="2443396" y="3558871"/>
            <a:ext cx="62665" cy="59115"/>
          </a:xfrm>
          <a:custGeom>
            <a:avLst/>
            <a:gdLst/>
            <a:ahLst/>
            <a:cxnLst/>
            <a:rect l="l" t="t" r="r" b="b"/>
            <a:pathLst>
              <a:path w="1465" h="1382" extrusionOk="0">
                <a:moveTo>
                  <a:pt x="0" y="1"/>
                </a:moveTo>
                <a:lnTo>
                  <a:pt x="0" y="1382"/>
                </a:lnTo>
                <a:lnTo>
                  <a:pt x="1465" y="1382"/>
                </a:lnTo>
                <a:lnTo>
                  <a:pt x="1465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0" name="Google Shape;380;p27"/>
          <p:cNvSpPr/>
          <p:nvPr/>
        </p:nvSpPr>
        <p:spPr>
          <a:xfrm>
            <a:off x="2516798" y="3558871"/>
            <a:ext cx="144109" cy="59115"/>
          </a:xfrm>
          <a:custGeom>
            <a:avLst/>
            <a:gdLst/>
            <a:ahLst/>
            <a:cxnLst/>
            <a:rect l="l" t="t" r="r" b="b"/>
            <a:pathLst>
              <a:path w="3369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1" name="Google Shape;381;p27"/>
          <p:cNvSpPr/>
          <p:nvPr/>
        </p:nvSpPr>
        <p:spPr>
          <a:xfrm>
            <a:off x="2672499" y="3558871"/>
            <a:ext cx="144152" cy="59115"/>
          </a:xfrm>
          <a:custGeom>
            <a:avLst/>
            <a:gdLst/>
            <a:ahLst/>
            <a:cxnLst/>
            <a:rect l="l" t="t" r="r" b="b"/>
            <a:pathLst>
              <a:path w="3370" h="1382" extrusionOk="0">
                <a:moveTo>
                  <a:pt x="1" y="1"/>
                </a:moveTo>
                <a:lnTo>
                  <a:pt x="1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2" name="Google Shape;382;p27"/>
          <p:cNvSpPr/>
          <p:nvPr/>
        </p:nvSpPr>
        <p:spPr>
          <a:xfrm>
            <a:off x="2828243" y="3558871"/>
            <a:ext cx="84181" cy="59115"/>
          </a:xfrm>
          <a:custGeom>
            <a:avLst/>
            <a:gdLst/>
            <a:ahLst/>
            <a:cxnLst/>
            <a:rect l="l" t="t" r="r" b="b"/>
            <a:pathLst>
              <a:path w="1968" h="1382" extrusionOk="0">
                <a:moveTo>
                  <a:pt x="0" y="1"/>
                </a:moveTo>
                <a:lnTo>
                  <a:pt x="0" y="1382"/>
                </a:lnTo>
                <a:lnTo>
                  <a:pt x="1967" y="1382"/>
                </a:lnTo>
                <a:lnTo>
                  <a:pt x="586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3" name="Google Shape;383;p27"/>
          <p:cNvSpPr/>
          <p:nvPr/>
        </p:nvSpPr>
        <p:spPr>
          <a:xfrm>
            <a:off x="2443396" y="3489960"/>
            <a:ext cx="140559" cy="58217"/>
          </a:xfrm>
          <a:custGeom>
            <a:avLst/>
            <a:gdLst/>
            <a:ahLst/>
            <a:cxnLst/>
            <a:rect l="l" t="t" r="r" b="b"/>
            <a:pathLst>
              <a:path w="3286" h="1361" extrusionOk="0">
                <a:moveTo>
                  <a:pt x="0" y="1"/>
                </a:moveTo>
                <a:lnTo>
                  <a:pt x="0" y="1361"/>
                </a:lnTo>
                <a:lnTo>
                  <a:pt x="3285" y="1361"/>
                </a:lnTo>
                <a:lnTo>
                  <a:pt x="3285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4" name="Google Shape;384;p27"/>
          <p:cNvSpPr/>
          <p:nvPr/>
        </p:nvSpPr>
        <p:spPr>
          <a:xfrm>
            <a:off x="2594648" y="3489960"/>
            <a:ext cx="144152" cy="58217"/>
          </a:xfrm>
          <a:custGeom>
            <a:avLst/>
            <a:gdLst/>
            <a:ahLst/>
            <a:cxnLst/>
            <a:rect l="l" t="t" r="r" b="b"/>
            <a:pathLst>
              <a:path w="3370" h="1361" extrusionOk="0">
                <a:moveTo>
                  <a:pt x="0" y="1"/>
                </a:moveTo>
                <a:lnTo>
                  <a:pt x="0" y="1361"/>
                </a:lnTo>
                <a:lnTo>
                  <a:pt x="3369" y="1361"/>
                </a:lnTo>
                <a:lnTo>
                  <a:pt x="3369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5" name="Google Shape;385;p27"/>
          <p:cNvSpPr/>
          <p:nvPr/>
        </p:nvSpPr>
        <p:spPr>
          <a:xfrm>
            <a:off x="2750392" y="3489960"/>
            <a:ext cx="92223" cy="58217"/>
          </a:xfrm>
          <a:custGeom>
            <a:avLst/>
            <a:gdLst/>
            <a:ahLst/>
            <a:cxnLst/>
            <a:rect l="l" t="t" r="r" b="b"/>
            <a:pathLst>
              <a:path w="2156" h="1361" extrusionOk="0">
                <a:moveTo>
                  <a:pt x="0" y="1"/>
                </a:moveTo>
                <a:lnTo>
                  <a:pt x="0" y="1361"/>
                </a:lnTo>
                <a:lnTo>
                  <a:pt x="2155" y="1361"/>
                </a:lnTo>
                <a:lnTo>
                  <a:pt x="795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6" name="Google Shape;386;p27"/>
          <p:cNvSpPr/>
          <p:nvPr/>
        </p:nvSpPr>
        <p:spPr>
          <a:xfrm>
            <a:off x="2443396" y="3420151"/>
            <a:ext cx="62665" cy="59115"/>
          </a:xfrm>
          <a:custGeom>
            <a:avLst/>
            <a:gdLst/>
            <a:ahLst/>
            <a:cxnLst/>
            <a:rect l="l" t="t" r="r" b="b"/>
            <a:pathLst>
              <a:path w="1465" h="1382" extrusionOk="0">
                <a:moveTo>
                  <a:pt x="0" y="1"/>
                </a:moveTo>
                <a:lnTo>
                  <a:pt x="0" y="1382"/>
                </a:lnTo>
                <a:lnTo>
                  <a:pt x="1465" y="1382"/>
                </a:lnTo>
                <a:lnTo>
                  <a:pt x="1465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7" name="Google Shape;387;p27"/>
          <p:cNvSpPr/>
          <p:nvPr/>
        </p:nvSpPr>
        <p:spPr>
          <a:xfrm>
            <a:off x="2516798" y="3420151"/>
            <a:ext cx="144109" cy="59115"/>
          </a:xfrm>
          <a:custGeom>
            <a:avLst/>
            <a:gdLst/>
            <a:ahLst/>
            <a:cxnLst/>
            <a:rect l="l" t="t" r="r" b="b"/>
            <a:pathLst>
              <a:path w="3369" h="1382" extrusionOk="0">
                <a:moveTo>
                  <a:pt x="0" y="1"/>
                </a:moveTo>
                <a:lnTo>
                  <a:pt x="0" y="1382"/>
                </a:lnTo>
                <a:lnTo>
                  <a:pt x="3369" y="1382"/>
                </a:lnTo>
                <a:lnTo>
                  <a:pt x="3369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8" name="Google Shape;388;p27"/>
          <p:cNvSpPr/>
          <p:nvPr/>
        </p:nvSpPr>
        <p:spPr>
          <a:xfrm>
            <a:off x="2672499" y="3420151"/>
            <a:ext cx="101206" cy="59115"/>
          </a:xfrm>
          <a:custGeom>
            <a:avLst/>
            <a:gdLst/>
            <a:ahLst/>
            <a:cxnLst/>
            <a:rect l="l" t="t" r="r" b="b"/>
            <a:pathLst>
              <a:path w="2366" h="1382" extrusionOk="0">
                <a:moveTo>
                  <a:pt x="1" y="1"/>
                </a:moveTo>
                <a:lnTo>
                  <a:pt x="1" y="1382"/>
                </a:lnTo>
                <a:lnTo>
                  <a:pt x="2365" y="1382"/>
                </a:lnTo>
                <a:lnTo>
                  <a:pt x="984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9" name="Google Shape;389;p27"/>
          <p:cNvSpPr/>
          <p:nvPr/>
        </p:nvSpPr>
        <p:spPr>
          <a:xfrm>
            <a:off x="2443396" y="3351241"/>
            <a:ext cx="140559" cy="58217"/>
          </a:xfrm>
          <a:custGeom>
            <a:avLst/>
            <a:gdLst/>
            <a:ahLst/>
            <a:cxnLst/>
            <a:rect l="l" t="t" r="r" b="b"/>
            <a:pathLst>
              <a:path w="3286" h="1361" extrusionOk="0">
                <a:moveTo>
                  <a:pt x="0" y="1"/>
                </a:moveTo>
                <a:lnTo>
                  <a:pt x="0" y="1361"/>
                </a:lnTo>
                <a:lnTo>
                  <a:pt x="3285" y="1361"/>
                </a:lnTo>
                <a:lnTo>
                  <a:pt x="3285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0" name="Google Shape;390;p27"/>
          <p:cNvSpPr/>
          <p:nvPr/>
        </p:nvSpPr>
        <p:spPr>
          <a:xfrm>
            <a:off x="2594648" y="3351241"/>
            <a:ext cx="109247" cy="58217"/>
          </a:xfrm>
          <a:custGeom>
            <a:avLst/>
            <a:gdLst/>
            <a:ahLst/>
            <a:cxnLst/>
            <a:rect l="l" t="t" r="r" b="b"/>
            <a:pathLst>
              <a:path w="2554" h="1361" extrusionOk="0">
                <a:moveTo>
                  <a:pt x="0" y="1"/>
                </a:moveTo>
                <a:lnTo>
                  <a:pt x="0" y="1361"/>
                </a:lnTo>
                <a:lnTo>
                  <a:pt x="2553" y="1361"/>
                </a:lnTo>
                <a:lnTo>
                  <a:pt x="1193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1" name="Google Shape;391;p27"/>
          <p:cNvSpPr/>
          <p:nvPr/>
        </p:nvSpPr>
        <p:spPr>
          <a:xfrm>
            <a:off x="2443396" y="3281432"/>
            <a:ext cx="62665" cy="59115"/>
          </a:xfrm>
          <a:custGeom>
            <a:avLst/>
            <a:gdLst/>
            <a:ahLst/>
            <a:cxnLst/>
            <a:rect l="l" t="t" r="r" b="b"/>
            <a:pathLst>
              <a:path w="1465" h="1382" extrusionOk="0">
                <a:moveTo>
                  <a:pt x="0" y="1"/>
                </a:moveTo>
                <a:lnTo>
                  <a:pt x="0" y="1382"/>
                </a:lnTo>
                <a:lnTo>
                  <a:pt x="1465" y="1382"/>
                </a:lnTo>
                <a:lnTo>
                  <a:pt x="1465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2" name="Google Shape;392;p27"/>
          <p:cNvSpPr/>
          <p:nvPr/>
        </p:nvSpPr>
        <p:spPr>
          <a:xfrm>
            <a:off x="2516798" y="3281432"/>
            <a:ext cx="118145" cy="59115"/>
          </a:xfrm>
          <a:custGeom>
            <a:avLst/>
            <a:gdLst/>
            <a:ahLst/>
            <a:cxnLst/>
            <a:rect l="l" t="t" r="r" b="b"/>
            <a:pathLst>
              <a:path w="2762" h="1382" extrusionOk="0">
                <a:moveTo>
                  <a:pt x="0" y="1"/>
                </a:moveTo>
                <a:lnTo>
                  <a:pt x="0" y="1382"/>
                </a:lnTo>
                <a:lnTo>
                  <a:pt x="2762" y="1382"/>
                </a:lnTo>
                <a:lnTo>
                  <a:pt x="1381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3" name="Google Shape;393;p27"/>
          <p:cNvSpPr/>
          <p:nvPr/>
        </p:nvSpPr>
        <p:spPr>
          <a:xfrm>
            <a:off x="2443396" y="3212522"/>
            <a:ext cx="121738" cy="58217"/>
          </a:xfrm>
          <a:custGeom>
            <a:avLst/>
            <a:gdLst/>
            <a:ahLst/>
            <a:cxnLst/>
            <a:rect l="l" t="t" r="r" b="b"/>
            <a:pathLst>
              <a:path w="2846" h="1361" extrusionOk="0">
                <a:moveTo>
                  <a:pt x="816" y="1"/>
                </a:moveTo>
                <a:cubicBezTo>
                  <a:pt x="544" y="126"/>
                  <a:pt x="272" y="273"/>
                  <a:pt x="0" y="419"/>
                </a:cubicBezTo>
                <a:lnTo>
                  <a:pt x="0" y="1361"/>
                </a:lnTo>
                <a:lnTo>
                  <a:pt x="2846" y="1361"/>
                </a:lnTo>
                <a:lnTo>
                  <a:pt x="1486" y="1"/>
                </a:lnTo>
                <a:close/>
              </a:path>
            </a:pathLst>
          </a:custGeom>
          <a:solidFill>
            <a:srgbClr val="9847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4" name="Google Shape;394;p27"/>
          <p:cNvSpPr/>
          <p:nvPr/>
        </p:nvSpPr>
        <p:spPr>
          <a:xfrm>
            <a:off x="817176" y="3215216"/>
            <a:ext cx="200529" cy="695436"/>
          </a:xfrm>
          <a:custGeom>
            <a:avLst/>
            <a:gdLst/>
            <a:ahLst/>
            <a:cxnLst/>
            <a:rect l="l" t="t" r="r" b="b"/>
            <a:pathLst>
              <a:path w="4688" h="16258" extrusionOk="0">
                <a:moveTo>
                  <a:pt x="0" y="0"/>
                </a:moveTo>
                <a:lnTo>
                  <a:pt x="0" y="16258"/>
                </a:lnTo>
                <a:lnTo>
                  <a:pt x="4687" y="16258"/>
                </a:lnTo>
                <a:lnTo>
                  <a:pt x="468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5" name="Google Shape;395;p27"/>
          <p:cNvSpPr/>
          <p:nvPr/>
        </p:nvSpPr>
        <p:spPr>
          <a:xfrm>
            <a:off x="2242909" y="3215216"/>
            <a:ext cx="200529" cy="695436"/>
          </a:xfrm>
          <a:custGeom>
            <a:avLst/>
            <a:gdLst/>
            <a:ahLst/>
            <a:cxnLst/>
            <a:rect l="l" t="t" r="r" b="b"/>
            <a:pathLst>
              <a:path w="4688" h="16258" extrusionOk="0">
                <a:moveTo>
                  <a:pt x="0" y="0"/>
                </a:moveTo>
                <a:lnTo>
                  <a:pt x="0" y="16258"/>
                </a:lnTo>
                <a:lnTo>
                  <a:pt x="4687" y="16258"/>
                </a:lnTo>
                <a:lnTo>
                  <a:pt x="468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6" name="Google Shape;396;p27"/>
          <p:cNvSpPr/>
          <p:nvPr/>
        </p:nvSpPr>
        <p:spPr>
          <a:xfrm>
            <a:off x="1017662" y="3340504"/>
            <a:ext cx="1225290" cy="85978"/>
          </a:xfrm>
          <a:custGeom>
            <a:avLst/>
            <a:gdLst/>
            <a:ahLst/>
            <a:cxnLst/>
            <a:rect l="l" t="t" r="r" b="b"/>
            <a:pathLst>
              <a:path w="28645" h="2010" extrusionOk="0">
                <a:moveTo>
                  <a:pt x="0" y="1"/>
                </a:moveTo>
                <a:lnTo>
                  <a:pt x="0" y="2009"/>
                </a:lnTo>
                <a:lnTo>
                  <a:pt x="28644" y="2009"/>
                </a:lnTo>
                <a:lnTo>
                  <a:pt x="2864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7" name="Google Shape;397;p27"/>
          <p:cNvSpPr/>
          <p:nvPr/>
        </p:nvSpPr>
        <p:spPr>
          <a:xfrm>
            <a:off x="1017662" y="3340504"/>
            <a:ext cx="186200" cy="85978"/>
          </a:xfrm>
          <a:custGeom>
            <a:avLst/>
            <a:gdLst/>
            <a:ahLst/>
            <a:cxnLst/>
            <a:rect l="l" t="t" r="r" b="b"/>
            <a:pathLst>
              <a:path w="4353" h="2010" extrusionOk="0">
                <a:moveTo>
                  <a:pt x="0" y="1"/>
                </a:moveTo>
                <a:lnTo>
                  <a:pt x="0" y="2009"/>
                </a:lnTo>
                <a:lnTo>
                  <a:pt x="4352" y="2009"/>
                </a:lnTo>
                <a:lnTo>
                  <a:pt x="435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8" name="Google Shape;398;p27"/>
          <p:cNvSpPr/>
          <p:nvPr/>
        </p:nvSpPr>
        <p:spPr>
          <a:xfrm>
            <a:off x="1364012" y="3340504"/>
            <a:ext cx="186200" cy="85978"/>
          </a:xfrm>
          <a:custGeom>
            <a:avLst/>
            <a:gdLst/>
            <a:ahLst/>
            <a:cxnLst/>
            <a:rect l="l" t="t" r="r" b="b"/>
            <a:pathLst>
              <a:path w="4353" h="2010" extrusionOk="0">
                <a:moveTo>
                  <a:pt x="1" y="1"/>
                </a:moveTo>
                <a:lnTo>
                  <a:pt x="1" y="2009"/>
                </a:lnTo>
                <a:lnTo>
                  <a:pt x="4353" y="2009"/>
                </a:lnTo>
                <a:lnTo>
                  <a:pt x="435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9" name="Google Shape;399;p27"/>
          <p:cNvSpPr/>
          <p:nvPr/>
        </p:nvSpPr>
        <p:spPr>
          <a:xfrm>
            <a:off x="1711259" y="3340504"/>
            <a:ext cx="185344" cy="85978"/>
          </a:xfrm>
          <a:custGeom>
            <a:avLst/>
            <a:gdLst/>
            <a:ahLst/>
            <a:cxnLst/>
            <a:rect l="l" t="t" r="r" b="b"/>
            <a:pathLst>
              <a:path w="4333" h="2010" extrusionOk="0">
                <a:moveTo>
                  <a:pt x="1" y="1"/>
                </a:moveTo>
                <a:lnTo>
                  <a:pt x="1" y="2009"/>
                </a:lnTo>
                <a:lnTo>
                  <a:pt x="4332" y="2009"/>
                </a:lnTo>
                <a:lnTo>
                  <a:pt x="43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0" name="Google Shape;400;p27"/>
          <p:cNvSpPr/>
          <p:nvPr/>
        </p:nvSpPr>
        <p:spPr>
          <a:xfrm>
            <a:off x="2057651" y="3340504"/>
            <a:ext cx="185301" cy="85978"/>
          </a:xfrm>
          <a:custGeom>
            <a:avLst/>
            <a:gdLst/>
            <a:ahLst/>
            <a:cxnLst/>
            <a:rect l="l" t="t" r="r" b="b"/>
            <a:pathLst>
              <a:path w="4332" h="2010" extrusionOk="0">
                <a:moveTo>
                  <a:pt x="0" y="1"/>
                </a:moveTo>
                <a:lnTo>
                  <a:pt x="0" y="2009"/>
                </a:lnTo>
                <a:lnTo>
                  <a:pt x="4331" y="2009"/>
                </a:lnTo>
                <a:lnTo>
                  <a:pt x="4331" y="1"/>
                </a:lnTo>
                <a:close/>
              </a:path>
            </a:pathLst>
          </a:custGeom>
          <a:solidFill>
            <a:srgbClr val="8ACF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1" name="Google Shape;401;p27"/>
          <p:cNvSpPr/>
          <p:nvPr/>
        </p:nvSpPr>
        <p:spPr>
          <a:xfrm>
            <a:off x="1017662" y="3520416"/>
            <a:ext cx="1225290" cy="85037"/>
          </a:xfrm>
          <a:custGeom>
            <a:avLst/>
            <a:gdLst/>
            <a:ahLst/>
            <a:cxnLst/>
            <a:rect l="l" t="t" r="r" b="b"/>
            <a:pathLst>
              <a:path w="28645" h="1988" extrusionOk="0">
                <a:moveTo>
                  <a:pt x="0" y="0"/>
                </a:moveTo>
                <a:lnTo>
                  <a:pt x="0" y="1988"/>
                </a:lnTo>
                <a:lnTo>
                  <a:pt x="28644" y="1988"/>
                </a:lnTo>
                <a:lnTo>
                  <a:pt x="2864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2" name="Google Shape;402;p27"/>
          <p:cNvSpPr/>
          <p:nvPr/>
        </p:nvSpPr>
        <p:spPr>
          <a:xfrm>
            <a:off x="1017662" y="3520416"/>
            <a:ext cx="186200" cy="85037"/>
          </a:xfrm>
          <a:custGeom>
            <a:avLst/>
            <a:gdLst/>
            <a:ahLst/>
            <a:cxnLst/>
            <a:rect l="l" t="t" r="r" b="b"/>
            <a:pathLst>
              <a:path w="4353" h="1988" extrusionOk="0">
                <a:moveTo>
                  <a:pt x="0" y="0"/>
                </a:moveTo>
                <a:lnTo>
                  <a:pt x="0" y="1988"/>
                </a:lnTo>
                <a:lnTo>
                  <a:pt x="4352" y="1988"/>
                </a:lnTo>
                <a:lnTo>
                  <a:pt x="4352" y="0"/>
                </a:lnTo>
                <a:close/>
              </a:path>
            </a:pathLst>
          </a:custGeom>
          <a:solidFill>
            <a:srgbClr val="8ACF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3" name="Google Shape;403;p27"/>
          <p:cNvSpPr/>
          <p:nvPr/>
        </p:nvSpPr>
        <p:spPr>
          <a:xfrm>
            <a:off x="1364012" y="3520416"/>
            <a:ext cx="186200" cy="85037"/>
          </a:xfrm>
          <a:custGeom>
            <a:avLst/>
            <a:gdLst/>
            <a:ahLst/>
            <a:cxnLst/>
            <a:rect l="l" t="t" r="r" b="b"/>
            <a:pathLst>
              <a:path w="4353" h="1988" extrusionOk="0">
                <a:moveTo>
                  <a:pt x="1" y="0"/>
                </a:moveTo>
                <a:lnTo>
                  <a:pt x="1" y="1988"/>
                </a:lnTo>
                <a:lnTo>
                  <a:pt x="4353" y="1988"/>
                </a:lnTo>
                <a:lnTo>
                  <a:pt x="435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4" name="Google Shape;404;p27"/>
          <p:cNvSpPr/>
          <p:nvPr/>
        </p:nvSpPr>
        <p:spPr>
          <a:xfrm>
            <a:off x="1711259" y="3520416"/>
            <a:ext cx="185344" cy="85037"/>
          </a:xfrm>
          <a:custGeom>
            <a:avLst/>
            <a:gdLst/>
            <a:ahLst/>
            <a:cxnLst/>
            <a:rect l="l" t="t" r="r" b="b"/>
            <a:pathLst>
              <a:path w="4333" h="1988" extrusionOk="0">
                <a:moveTo>
                  <a:pt x="1" y="0"/>
                </a:moveTo>
                <a:lnTo>
                  <a:pt x="1" y="1988"/>
                </a:lnTo>
                <a:lnTo>
                  <a:pt x="4332" y="1988"/>
                </a:lnTo>
                <a:lnTo>
                  <a:pt x="433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5" name="Google Shape;405;p27"/>
          <p:cNvSpPr/>
          <p:nvPr/>
        </p:nvSpPr>
        <p:spPr>
          <a:xfrm>
            <a:off x="2057651" y="3520416"/>
            <a:ext cx="185301" cy="85037"/>
          </a:xfrm>
          <a:custGeom>
            <a:avLst/>
            <a:gdLst/>
            <a:ahLst/>
            <a:cxnLst/>
            <a:rect l="l" t="t" r="r" b="b"/>
            <a:pathLst>
              <a:path w="4332" h="1988" extrusionOk="0">
                <a:moveTo>
                  <a:pt x="0" y="0"/>
                </a:moveTo>
                <a:lnTo>
                  <a:pt x="0" y="1988"/>
                </a:lnTo>
                <a:lnTo>
                  <a:pt x="4331" y="1988"/>
                </a:lnTo>
                <a:lnTo>
                  <a:pt x="43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6" name="Google Shape;406;p27"/>
          <p:cNvSpPr/>
          <p:nvPr/>
        </p:nvSpPr>
        <p:spPr>
          <a:xfrm>
            <a:off x="1017662" y="3699387"/>
            <a:ext cx="1225290" cy="85079"/>
          </a:xfrm>
          <a:custGeom>
            <a:avLst/>
            <a:gdLst/>
            <a:ahLst/>
            <a:cxnLst/>
            <a:rect l="l" t="t" r="r" b="b"/>
            <a:pathLst>
              <a:path w="28645" h="1989" extrusionOk="0">
                <a:moveTo>
                  <a:pt x="0" y="1"/>
                </a:moveTo>
                <a:lnTo>
                  <a:pt x="0" y="1989"/>
                </a:lnTo>
                <a:lnTo>
                  <a:pt x="28644" y="1989"/>
                </a:lnTo>
                <a:lnTo>
                  <a:pt x="2864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7" name="Google Shape;407;p27"/>
          <p:cNvSpPr/>
          <p:nvPr/>
        </p:nvSpPr>
        <p:spPr>
          <a:xfrm>
            <a:off x="1017662" y="3699387"/>
            <a:ext cx="186200" cy="85079"/>
          </a:xfrm>
          <a:custGeom>
            <a:avLst/>
            <a:gdLst/>
            <a:ahLst/>
            <a:cxnLst/>
            <a:rect l="l" t="t" r="r" b="b"/>
            <a:pathLst>
              <a:path w="4353" h="1989" extrusionOk="0">
                <a:moveTo>
                  <a:pt x="0" y="1"/>
                </a:moveTo>
                <a:lnTo>
                  <a:pt x="0" y="1989"/>
                </a:lnTo>
                <a:lnTo>
                  <a:pt x="4352" y="1989"/>
                </a:lnTo>
                <a:lnTo>
                  <a:pt x="4352" y="1"/>
                </a:lnTo>
                <a:close/>
              </a:path>
            </a:pathLst>
          </a:custGeom>
          <a:solidFill>
            <a:srgbClr val="8ACF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8" name="Google Shape;408;p27"/>
          <p:cNvSpPr/>
          <p:nvPr/>
        </p:nvSpPr>
        <p:spPr>
          <a:xfrm>
            <a:off x="1364012" y="3699387"/>
            <a:ext cx="186200" cy="85079"/>
          </a:xfrm>
          <a:custGeom>
            <a:avLst/>
            <a:gdLst/>
            <a:ahLst/>
            <a:cxnLst/>
            <a:rect l="l" t="t" r="r" b="b"/>
            <a:pathLst>
              <a:path w="4353" h="1989" extrusionOk="0">
                <a:moveTo>
                  <a:pt x="1" y="1"/>
                </a:moveTo>
                <a:lnTo>
                  <a:pt x="1" y="1989"/>
                </a:lnTo>
                <a:lnTo>
                  <a:pt x="4353" y="1989"/>
                </a:lnTo>
                <a:lnTo>
                  <a:pt x="4353" y="1"/>
                </a:lnTo>
                <a:close/>
              </a:path>
            </a:pathLst>
          </a:custGeom>
          <a:solidFill>
            <a:srgbClr val="8ACFC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9" name="Google Shape;409;p27"/>
          <p:cNvSpPr/>
          <p:nvPr/>
        </p:nvSpPr>
        <p:spPr>
          <a:xfrm>
            <a:off x="1711259" y="3699387"/>
            <a:ext cx="185344" cy="85079"/>
          </a:xfrm>
          <a:custGeom>
            <a:avLst/>
            <a:gdLst/>
            <a:ahLst/>
            <a:cxnLst/>
            <a:rect l="l" t="t" r="r" b="b"/>
            <a:pathLst>
              <a:path w="4333" h="1989" extrusionOk="0">
                <a:moveTo>
                  <a:pt x="1" y="1"/>
                </a:moveTo>
                <a:lnTo>
                  <a:pt x="1" y="1989"/>
                </a:lnTo>
                <a:lnTo>
                  <a:pt x="4332" y="1989"/>
                </a:lnTo>
                <a:lnTo>
                  <a:pt x="433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0" name="Google Shape;410;p27"/>
          <p:cNvSpPr/>
          <p:nvPr/>
        </p:nvSpPr>
        <p:spPr>
          <a:xfrm>
            <a:off x="2057651" y="3699387"/>
            <a:ext cx="185301" cy="85079"/>
          </a:xfrm>
          <a:custGeom>
            <a:avLst/>
            <a:gdLst/>
            <a:ahLst/>
            <a:cxnLst/>
            <a:rect l="l" t="t" r="r" b="b"/>
            <a:pathLst>
              <a:path w="4332" h="1989" extrusionOk="0">
                <a:moveTo>
                  <a:pt x="0" y="1"/>
                </a:moveTo>
                <a:lnTo>
                  <a:pt x="0" y="1989"/>
                </a:lnTo>
                <a:lnTo>
                  <a:pt x="4331" y="1989"/>
                </a:lnTo>
                <a:lnTo>
                  <a:pt x="433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1" name="Google Shape;411;p27"/>
          <p:cNvSpPr/>
          <p:nvPr/>
        </p:nvSpPr>
        <p:spPr>
          <a:xfrm>
            <a:off x="880697" y="3283229"/>
            <a:ext cx="74343" cy="563903"/>
          </a:xfrm>
          <a:custGeom>
            <a:avLst/>
            <a:gdLst/>
            <a:ahLst/>
            <a:cxnLst/>
            <a:rect l="l" t="t" r="r" b="b"/>
            <a:pathLst>
              <a:path w="1738" h="13183" extrusionOk="0">
                <a:moveTo>
                  <a:pt x="1" y="1"/>
                </a:moveTo>
                <a:lnTo>
                  <a:pt x="1" y="13182"/>
                </a:lnTo>
                <a:lnTo>
                  <a:pt x="1737" y="13182"/>
                </a:lnTo>
                <a:lnTo>
                  <a:pt x="1737" y="1"/>
                </a:lnTo>
                <a:close/>
              </a:path>
            </a:pathLst>
          </a:custGeom>
          <a:solidFill>
            <a:srgbClr val="C8C7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2" name="Google Shape;412;p27"/>
          <p:cNvSpPr/>
          <p:nvPr/>
        </p:nvSpPr>
        <p:spPr>
          <a:xfrm>
            <a:off x="2306473" y="3283229"/>
            <a:ext cx="74300" cy="563903"/>
          </a:xfrm>
          <a:custGeom>
            <a:avLst/>
            <a:gdLst/>
            <a:ahLst/>
            <a:cxnLst/>
            <a:rect l="l" t="t" r="r" b="b"/>
            <a:pathLst>
              <a:path w="1737" h="13183" extrusionOk="0">
                <a:moveTo>
                  <a:pt x="0" y="1"/>
                </a:moveTo>
                <a:lnTo>
                  <a:pt x="0" y="13182"/>
                </a:lnTo>
                <a:lnTo>
                  <a:pt x="1737" y="13182"/>
                </a:lnTo>
                <a:lnTo>
                  <a:pt x="1737" y="1"/>
                </a:lnTo>
                <a:close/>
              </a:path>
            </a:pathLst>
          </a:custGeom>
          <a:solidFill>
            <a:srgbClr val="C8C7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3" name="Google Shape;413;p27"/>
          <p:cNvSpPr/>
          <p:nvPr/>
        </p:nvSpPr>
        <p:spPr>
          <a:xfrm>
            <a:off x="1017662" y="3699387"/>
            <a:ext cx="484213" cy="43"/>
          </a:xfrm>
          <a:custGeom>
            <a:avLst/>
            <a:gdLst/>
            <a:ahLst/>
            <a:cxnLst/>
            <a:rect l="l" t="t" r="r" b="b"/>
            <a:pathLst>
              <a:path w="11320" h="1" extrusionOk="0">
                <a:moveTo>
                  <a:pt x="0" y="1"/>
                </a:moveTo>
                <a:lnTo>
                  <a:pt x="11320" y="1"/>
                </a:lnTo>
                <a:lnTo>
                  <a:pt x="11320" y="1"/>
                </a:lnTo>
                <a:lnTo>
                  <a:pt x="0" y="1"/>
                </a:lnTo>
                <a:close/>
              </a:path>
            </a:pathLst>
          </a:custGeom>
          <a:solidFill>
            <a:srgbClr val="D7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4" name="Google Shape;414;p27"/>
          <p:cNvSpPr/>
          <p:nvPr/>
        </p:nvSpPr>
        <p:spPr>
          <a:xfrm>
            <a:off x="1203819" y="3699387"/>
            <a:ext cx="383991" cy="85079"/>
          </a:xfrm>
          <a:custGeom>
            <a:avLst/>
            <a:gdLst/>
            <a:ahLst/>
            <a:cxnLst/>
            <a:rect l="l" t="t" r="r" b="b"/>
            <a:pathLst>
              <a:path w="8977" h="1989" extrusionOk="0">
                <a:moveTo>
                  <a:pt x="0" y="1"/>
                </a:moveTo>
                <a:lnTo>
                  <a:pt x="0" y="1989"/>
                </a:lnTo>
                <a:lnTo>
                  <a:pt x="3746" y="1989"/>
                </a:lnTo>
                <a:lnTo>
                  <a:pt x="3746" y="1"/>
                </a:lnTo>
                <a:close/>
                <a:moveTo>
                  <a:pt x="8098" y="1110"/>
                </a:moveTo>
                <a:lnTo>
                  <a:pt x="8098" y="1989"/>
                </a:lnTo>
                <a:lnTo>
                  <a:pt x="8976" y="1989"/>
                </a:lnTo>
                <a:lnTo>
                  <a:pt x="8098" y="1110"/>
                </a:lnTo>
                <a:close/>
              </a:path>
            </a:pathLst>
          </a:custGeom>
          <a:solidFill>
            <a:srgbClr val="D7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5" name="Google Shape;415;p27"/>
          <p:cNvSpPr/>
          <p:nvPr/>
        </p:nvSpPr>
        <p:spPr>
          <a:xfrm>
            <a:off x="1017662" y="3699387"/>
            <a:ext cx="186200" cy="85079"/>
          </a:xfrm>
          <a:custGeom>
            <a:avLst/>
            <a:gdLst/>
            <a:ahLst/>
            <a:cxnLst/>
            <a:rect l="l" t="t" r="r" b="b"/>
            <a:pathLst>
              <a:path w="4353" h="1989" extrusionOk="0">
                <a:moveTo>
                  <a:pt x="0" y="1"/>
                </a:moveTo>
                <a:lnTo>
                  <a:pt x="0" y="1989"/>
                </a:lnTo>
                <a:lnTo>
                  <a:pt x="4352" y="1989"/>
                </a:lnTo>
                <a:lnTo>
                  <a:pt x="435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6" name="Google Shape;416;p27"/>
          <p:cNvSpPr/>
          <p:nvPr/>
        </p:nvSpPr>
        <p:spPr>
          <a:xfrm>
            <a:off x="1364012" y="3699387"/>
            <a:ext cx="186200" cy="85079"/>
          </a:xfrm>
          <a:custGeom>
            <a:avLst/>
            <a:gdLst/>
            <a:ahLst/>
            <a:cxnLst/>
            <a:rect l="l" t="t" r="r" b="b"/>
            <a:pathLst>
              <a:path w="4353" h="1989" extrusionOk="0">
                <a:moveTo>
                  <a:pt x="1" y="1"/>
                </a:moveTo>
                <a:lnTo>
                  <a:pt x="1" y="1989"/>
                </a:lnTo>
                <a:lnTo>
                  <a:pt x="4353" y="1989"/>
                </a:lnTo>
                <a:lnTo>
                  <a:pt x="4353" y="1110"/>
                </a:lnTo>
                <a:lnTo>
                  <a:pt x="322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7" name="Google Shape;417;p27"/>
          <p:cNvSpPr/>
          <p:nvPr/>
        </p:nvSpPr>
        <p:spPr>
          <a:xfrm>
            <a:off x="1203819" y="3520416"/>
            <a:ext cx="160235" cy="85037"/>
          </a:xfrm>
          <a:custGeom>
            <a:avLst/>
            <a:gdLst/>
            <a:ahLst/>
            <a:cxnLst/>
            <a:rect l="l" t="t" r="r" b="b"/>
            <a:pathLst>
              <a:path w="3746" h="1988" extrusionOk="0">
                <a:moveTo>
                  <a:pt x="0" y="0"/>
                </a:moveTo>
                <a:lnTo>
                  <a:pt x="0" y="1988"/>
                </a:lnTo>
                <a:lnTo>
                  <a:pt x="3746" y="1988"/>
                </a:lnTo>
                <a:lnTo>
                  <a:pt x="3746" y="963"/>
                </a:lnTo>
                <a:lnTo>
                  <a:pt x="2783" y="0"/>
                </a:lnTo>
                <a:close/>
              </a:path>
            </a:pathLst>
          </a:custGeom>
          <a:solidFill>
            <a:srgbClr val="D7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8" name="Google Shape;418;p27"/>
          <p:cNvSpPr/>
          <p:nvPr/>
        </p:nvSpPr>
        <p:spPr>
          <a:xfrm>
            <a:off x="1017662" y="3520416"/>
            <a:ext cx="186200" cy="85037"/>
          </a:xfrm>
          <a:custGeom>
            <a:avLst/>
            <a:gdLst/>
            <a:ahLst/>
            <a:cxnLst/>
            <a:rect l="l" t="t" r="r" b="b"/>
            <a:pathLst>
              <a:path w="4353" h="1988" extrusionOk="0">
                <a:moveTo>
                  <a:pt x="0" y="0"/>
                </a:moveTo>
                <a:lnTo>
                  <a:pt x="0" y="1988"/>
                </a:lnTo>
                <a:lnTo>
                  <a:pt x="4352" y="1988"/>
                </a:lnTo>
                <a:lnTo>
                  <a:pt x="435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9" name="Google Shape;419;p27"/>
          <p:cNvSpPr/>
          <p:nvPr/>
        </p:nvSpPr>
        <p:spPr>
          <a:xfrm>
            <a:off x="1364012" y="3561566"/>
            <a:ext cx="43887" cy="43887"/>
          </a:xfrm>
          <a:custGeom>
            <a:avLst/>
            <a:gdLst/>
            <a:ahLst/>
            <a:cxnLst/>
            <a:rect l="l" t="t" r="r" b="b"/>
            <a:pathLst>
              <a:path w="1026" h="1026" extrusionOk="0">
                <a:moveTo>
                  <a:pt x="1" y="1"/>
                </a:moveTo>
                <a:lnTo>
                  <a:pt x="1" y="1026"/>
                </a:lnTo>
                <a:lnTo>
                  <a:pt x="1026" y="1026"/>
                </a:lnTo>
                <a:lnTo>
                  <a:pt x="1" y="1"/>
                </a:lnTo>
                <a:close/>
              </a:path>
            </a:pathLst>
          </a:custGeom>
          <a:solidFill>
            <a:srgbClr val="70AD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0" name="Google Shape;420;p27"/>
          <p:cNvSpPr/>
          <p:nvPr/>
        </p:nvSpPr>
        <p:spPr>
          <a:xfrm>
            <a:off x="1203819" y="3400475"/>
            <a:ext cx="25109" cy="26007"/>
          </a:xfrm>
          <a:custGeom>
            <a:avLst/>
            <a:gdLst/>
            <a:ahLst/>
            <a:cxnLst/>
            <a:rect l="l" t="t" r="r" b="b"/>
            <a:pathLst>
              <a:path w="587" h="608" extrusionOk="0">
                <a:moveTo>
                  <a:pt x="0" y="0"/>
                </a:moveTo>
                <a:lnTo>
                  <a:pt x="0" y="607"/>
                </a:lnTo>
                <a:lnTo>
                  <a:pt x="586" y="607"/>
                </a:lnTo>
                <a:lnTo>
                  <a:pt x="0" y="0"/>
                </a:lnTo>
                <a:close/>
              </a:path>
            </a:pathLst>
          </a:custGeom>
          <a:solidFill>
            <a:srgbClr val="D7D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1" name="Google Shape;421;p27"/>
          <p:cNvSpPr/>
          <p:nvPr/>
        </p:nvSpPr>
        <p:spPr>
          <a:xfrm>
            <a:off x="1017662" y="3340504"/>
            <a:ext cx="186200" cy="85978"/>
          </a:xfrm>
          <a:custGeom>
            <a:avLst/>
            <a:gdLst/>
            <a:ahLst/>
            <a:cxnLst/>
            <a:rect l="l" t="t" r="r" b="b"/>
            <a:pathLst>
              <a:path w="4353" h="2010" extrusionOk="0">
                <a:moveTo>
                  <a:pt x="0" y="1"/>
                </a:moveTo>
                <a:lnTo>
                  <a:pt x="0" y="2009"/>
                </a:lnTo>
                <a:lnTo>
                  <a:pt x="4352" y="2009"/>
                </a:lnTo>
                <a:lnTo>
                  <a:pt x="4352" y="1402"/>
                </a:lnTo>
                <a:lnTo>
                  <a:pt x="295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2" name="Google Shape;422;p27"/>
          <p:cNvSpPr/>
          <p:nvPr/>
        </p:nvSpPr>
        <p:spPr>
          <a:xfrm>
            <a:off x="2223233" y="3707471"/>
            <a:ext cx="19719" cy="76995"/>
          </a:xfrm>
          <a:custGeom>
            <a:avLst/>
            <a:gdLst/>
            <a:ahLst/>
            <a:cxnLst/>
            <a:rect l="l" t="t" r="r" b="b"/>
            <a:pathLst>
              <a:path w="461" h="1800" extrusionOk="0">
                <a:moveTo>
                  <a:pt x="460" y="0"/>
                </a:moveTo>
                <a:cubicBezTo>
                  <a:pt x="230" y="691"/>
                  <a:pt x="42" y="1277"/>
                  <a:pt x="0" y="1800"/>
                </a:cubicBezTo>
                <a:lnTo>
                  <a:pt x="460" y="1800"/>
                </a:lnTo>
                <a:lnTo>
                  <a:pt x="460" y="0"/>
                </a:lnTo>
                <a:close/>
              </a:path>
            </a:pathLst>
          </a:custGeom>
          <a:solidFill>
            <a:srgbClr val="70AD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3" name="Google Shape;423;p27"/>
          <p:cNvSpPr/>
          <p:nvPr/>
        </p:nvSpPr>
        <p:spPr>
          <a:xfrm>
            <a:off x="1217251" y="4068150"/>
            <a:ext cx="1996780" cy="443063"/>
          </a:xfrm>
          <a:custGeom>
            <a:avLst/>
            <a:gdLst/>
            <a:ahLst/>
            <a:cxnLst/>
            <a:rect l="l" t="t" r="r" b="b"/>
            <a:pathLst>
              <a:path w="46681" h="10358" extrusionOk="0">
                <a:moveTo>
                  <a:pt x="29565" y="1"/>
                </a:moveTo>
                <a:cubicBezTo>
                  <a:pt x="27347" y="1"/>
                  <a:pt x="25234" y="84"/>
                  <a:pt x="23288" y="293"/>
                </a:cubicBezTo>
                <a:cubicBezTo>
                  <a:pt x="22911" y="2449"/>
                  <a:pt x="22263" y="4415"/>
                  <a:pt x="22263" y="4415"/>
                </a:cubicBezTo>
                <a:cubicBezTo>
                  <a:pt x="22263" y="4415"/>
                  <a:pt x="22221" y="4562"/>
                  <a:pt x="22012" y="4604"/>
                </a:cubicBezTo>
                <a:cubicBezTo>
                  <a:pt x="21844" y="4625"/>
                  <a:pt x="21635" y="4646"/>
                  <a:pt x="21426" y="4646"/>
                </a:cubicBezTo>
                <a:cubicBezTo>
                  <a:pt x="21028" y="4646"/>
                  <a:pt x="20673" y="4583"/>
                  <a:pt x="20673" y="4415"/>
                </a:cubicBezTo>
                <a:cubicBezTo>
                  <a:pt x="20652" y="3683"/>
                  <a:pt x="20610" y="2072"/>
                  <a:pt x="20568" y="628"/>
                </a:cubicBezTo>
                <a:cubicBezTo>
                  <a:pt x="20338" y="649"/>
                  <a:pt x="20129" y="691"/>
                  <a:pt x="19898" y="733"/>
                </a:cubicBezTo>
                <a:cubicBezTo>
                  <a:pt x="19877" y="2156"/>
                  <a:pt x="19857" y="3704"/>
                  <a:pt x="19836" y="4415"/>
                </a:cubicBezTo>
                <a:cubicBezTo>
                  <a:pt x="19815" y="4625"/>
                  <a:pt x="19459" y="4708"/>
                  <a:pt x="19061" y="4708"/>
                </a:cubicBezTo>
                <a:cubicBezTo>
                  <a:pt x="18748" y="4708"/>
                  <a:pt x="18413" y="4666"/>
                  <a:pt x="18245" y="4562"/>
                </a:cubicBezTo>
                <a:cubicBezTo>
                  <a:pt x="18162" y="4499"/>
                  <a:pt x="18120" y="4415"/>
                  <a:pt x="18120" y="4415"/>
                </a:cubicBezTo>
                <a:cubicBezTo>
                  <a:pt x="18120" y="4415"/>
                  <a:pt x="17680" y="3014"/>
                  <a:pt x="17325" y="1256"/>
                </a:cubicBezTo>
                <a:cubicBezTo>
                  <a:pt x="16948" y="1361"/>
                  <a:pt x="16572" y="1465"/>
                  <a:pt x="16237" y="1570"/>
                </a:cubicBezTo>
                <a:cubicBezTo>
                  <a:pt x="15421" y="1214"/>
                  <a:pt x="14416" y="921"/>
                  <a:pt x="13266" y="712"/>
                </a:cubicBezTo>
                <a:cubicBezTo>
                  <a:pt x="13140" y="1507"/>
                  <a:pt x="12429" y="1549"/>
                  <a:pt x="12303" y="2428"/>
                </a:cubicBezTo>
                <a:cubicBezTo>
                  <a:pt x="12240" y="2972"/>
                  <a:pt x="12345" y="3704"/>
                  <a:pt x="12450" y="4269"/>
                </a:cubicBezTo>
                <a:cubicBezTo>
                  <a:pt x="12533" y="4750"/>
                  <a:pt x="12617" y="5085"/>
                  <a:pt x="12617" y="5085"/>
                </a:cubicBezTo>
                <a:cubicBezTo>
                  <a:pt x="12617" y="5085"/>
                  <a:pt x="10818" y="5587"/>
                  <a:pt x="9562" y="5587"/>
                </a:cubicBezTo>
                <a:cubicBezTo>
                  <a:pt x="8913" y="5587"/>
                  <a:pt x="8432" y="5462"/>
                  <a:pt x="8349" y="5085"/>
                </a:cubicBezTo>
                <a:cubicBezTo>
                  <a:pt x="8097" y="3955"/>
                  <a:pt x="10232" y="2177"/>
                  <a:pt x="10357" y="1507"/>
                </a:cubicBezTo>
                <a:cubicBezTo>
                  <a:pt x="10378" y="1340"/>
                  <a:pt x="10483" y="942"/>
                  <a:pt x="10587" y="419"/>
                </a:cubicBezTo>
                <a:cubicBezTo>
                  <a:pt x="10127" y="398"/>
                  <a:pt x="9667" y="377"/>
                  <a:pt x="9185" y="377"/>
                </a:cubicBezTo>
                <a:cubicBezTo>
                  <a:pt x="4122" y="377"/>
                  <a:pt x="0" y="1863"/>
                  <a:pt x="0" y="3704"/>
                </a:cubicBezTo>
                <a:cubicBezTo>
                  <a:pt x="0" y="5524"/>
                  <a:pt x="4122" y="7010"/>
                  <a:pt x="9185" y="7010"/>
                </a:cubicBezTo>
                <a:cubicBezTo>
                  <a:pt x="9792" y="7010"/>
                  <a:pt x="10399" y="6989"/>
                  <a:pt x="10964" y="6947"/>
                </a:cubicBezTo>
                <a:lnTo>
                  <a:pt x="10964" y="6947"/>
                </a:lnTo>
                <a:cubicBezTo>
                  <a:pt x="10859" y="7135"/>
                  <a:pt x="10818" y="7324"/>
                  <a:pt x="10818" y="7533"/>
                </a:cubicBezTo>
                <a:cubicBezTo>
                  <a:pt x="10818" y="9081"/>
                  <a:pt x="14312" y="10358"/>
                  <a:pt x="18643" y="10358"/>
                </a:cubicBezTo>
                <a:cubicBezTo>
                  <a:pt x="22158" y="10358"/>
                  <a:pt x="25129" y="9521"/>
                  <a:pt x="26134" y="8370"/>
                </a:cubicBezTo>
                <a:cubicBezTo>
                  <a:pt x="27243" y="8433"/>
                  <a:pt x="28393" y="8454"/>
                  <a:pt x="29565" y="8454"/>
                </a:cubicBezTo>
                <a:cubicBezTo>
                  <a:pt x="39023" y="8454"/>
                  <a:pt x="46681" y="6550"/>
                  <a:pt x="46681" y="4227"/>
                </a:cubicBezTo>
                <a:cubicBezTo>
                  <a:pt x="46681" y="3411"/>
                  <a:pt x="45739" y="2637"/>
                  <a:pt x="44128" y="2009"/>
                </a:cubicBezTo>
                <a:cubicBezTo>
                  <a:pt x="43940" y="2386"/>
                  <a:pt x="43521" y="2386"/>
                  <a:pt x="43249" y="2909"/>
                </a:cubicBezTo>
                <a:cubicBezTo>
                  <a:pt x="42935" y="3411"/>
                  <a:pt x="43354" y="3892"/>
                  <a:pt x="43688" y="4248"/>
                </a:cubicBezTo>
                <a:cubicBezTo>
                  <a:pt x="43584" y="4813"/>
                  <a:pt x="43563" y="5420"/>
                  <a:pt x="43563" y="5985"/>
                </a:cubicBezTo>
                <a:cubicBezTo>
                  <a:pt x="42872" y="6319"/>
                  <a:pt x="42098" y="6508"/>
                  <a:pt x="41345" y="6508"/>
                </a:cubicBezTo>
                <a:cubicBezTo>
                  <a:pt x="40550" y="6508"/>
                  <a:pt x="39797" y="6299"/>
                  <a:pt x="39148" y="5775"/>
                </a:cubicBezTo>
                <a:cubicBezTo>
                  <a:pt x="39587" y="4708"/>
                  <a:pt x="41010" y="4562"/>
                  <a:pt x="41450" y="3411"/>
                </a:cubicBezTo>
                <a:cubicBezTo>
                  <a:pt x="41701" y="2783"/>
                  <a:pt x="41764" y="1988"/>
                  <a:pt x="41826" y="1277"/>
                </a:cubicBezTo>
                <a:cubicBezTo>
                  <a:pt x="38730" y="482"/>
                  <a:pt x="34377" y="1"/>
                  <a:pt x="2956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4" name="Google Shape;424;p27"/>
          <p:cNvSpPr/>
          <p:nvPr/>
        </p:nvSpPr>
        <p:spPr>
          <a:xfrm>
            <a:off x="1241376" y="2003358"/>
            <a:ext cx="1956529" cy="2343215"/>
          </a:xfrm>
          <a:custGeom>
            <a:avLst/>
            <a:gdLst/>
            <a:ahLst/>
            <a:cxnLst/>
            <a:rect l="l" t="t" r="r" b="b"/>
            <a:pathLst>
              <a:path w="45740" h="54780" extrusionOk="0">
                <a:moveTo>
                  <a:pt x="231" y="1"/>
                </a:moveTo>
                <a:cubicBezTo>
                  <a:pt x="231" y="43"/>
                  <a:pt x="231" y="84"/>
                  <a:pt x="231" y="126"/>
                </a:cubicBezTo>
                <a:cubicBezTo>
                  <a:pt x="252" y="1068"/>
                  <a:pt x="817" y="2030"/>
                  <a:pt x="901" y="2658"/>
                </a:cubicBezTo>
                <a:cubicBezTo>
                  <a:pt x="922" y="2930"/>
                  <a:pt x="838" y="3286"/>
                  <a:pt x="922" y="3537"/>
                </a:cubicBezTo>
                <a:cubicBezTo>
                  <a:pt x="1005" y="3683"/>
                  <a:pt x="1152" y="3767"/>
                  <a:pt x="1215" y="3913"/>
                </a:cubicBezTo>
                <a:cubicBezTo>
                  <a:pt x="1256" y="4039"/>
                  <a:pt x="1194" y="4185"/>
                  <a:pt x="1256" y="4311"/>
                </a:cubicBezTo>
                <a:cubicBezTo>
                  <a:pt x="1298" y="4457"/>
                  <a:pt x="1633" y="4834"/>
                  <a:pt x="1591" y="4960"/>
                </a:cubicBezTo>
                <a:cubicBezTo>
                  <a:pt x="1556" y="5043"/>
                  <a:pt x="1500" y="5065"/>
                  <a:pt x="1431" y="5065"/>
                </a:cubicBezTo>
                <a:cubicBezTo>
                  <a:pt x="1379" y="5065"/>
                  <a:pt x="1320" y="5052"/>
                  <a:pt x="1256" y="5043"/>
                </a:cubicBezTo>
                <a:cubicBezTo>
                  <a:pt x="1194" y="5022"/>
                  <a:pt x="1110" y="5001"/>
                  <a:pt x="1047" y="5001"/>
                </a:cubicBezTo>
                <a:cubicBezTo>
                  <a:pt x="1026" y="5253"/>
                  <a:pt x="963" y="5462"/>
                  <a:pt x="775" y="5608"/>
                </a:cubicBezTo>
                <a:cubicBezTo>
                  <a:pt x="775" y="6048"/>
                  <a:pt x="859" y="6613"/>
                  <a:pt x="859" y="6864"/>
                </a:cubicBezTo>
                <a:cubicBezTo>
                  <a:pt x="838" y="7491"/>
                  <a:pt x="671" y="8098"/>
                  <a:pt x="461" y="8663"/>
                </a:cubicBezTo>
                <a:cubicBezTo>
                  <a:pt x="378" y="8935"/>
                  <a:pt x="189" y="9144"/>
                  <a:pt x="1" y="9375"/>
                </a:cubicBezTo>
                <a:cubicBezTo>
                  <a:pt x="1110" y="11739"/>
                  <a:pt x="3684" y="16572"/>
                  <a:pt x="3349" y="20506"/>
                </a:cubicBezTo>
                <a:cubicBezTo>
                  <a:pt x="3349" y="20506"/>
                  <a:pt x="2993" y="22933"/>
                  <a:pt x="3893" y="23749"/>
                </a:cubicBezTo>
                <a:cubicBezTo>
                  <a:pt x="4813" y="24565"/>
                  <a:pt x="3600" y="26302"/>
                  <a:pt x="4228" y="27976"/>
                </a:cubicBezTo>
                <a:cubicBezTo>
                  <a:pt x="5127" y="30298"/>
                  <a:pt x="6885" y="31156"/>
                  <a:pt x="6885" y="31156"/>
                </a:cubicBezTo>
                <a:cubicBezTo>
                  <a:pt x="6885" y="31156"/>
                  <a:pt x="9249" y="39170"/>
                  <a:pt x="9479" y="40069"/>
                </a:cubicBezTo>
                <a:cubicBezTo>
                  <a:pt x="9730" y="40990"/>
                  <a:pt x="9061" y="40760"/>
                  <a:pt x="9982" y="43020"/>
                </a:cubicBezTo>
                <a:cubicBezTo>
                  <a:pt x="10881" y="45259"/>
                  <a:pt x="9919" y="49108"/>
                  <a:pt x="9793" y="49778"/>
                </a:cubicBezTo>
                <a:cubicBezTo>
                  <a:pt x="9668" y="50448"/>
                  <a:pt x="7533" y="52226"/>
                  <a:pt x="7785" y="53356"/>
                </a:cubicBezTo>
                <a:cubicBezTo>
                  <a:pt x="7861" y="53733"/>
                  <a:pt x="8361" y="53858"/>
                  <a:pt x="8993" y="53858"/>
                </a:cubicBezTo>
                <a:cubicBezTo>
                  <a:pt x="10258" y="53858"/>
                  <a:pt x="12053" y="53356"/>
                  <a:pt x="12053" y="53356"/>
                </a:cubicBezTo>
                <a:cubicBezTo>
                  <a:pt x="12053" y="53356"/>
                  <a:pt x="11969" y="53021"/>
                  <a:pt x="11886" y="52540"/>
                </a:cubicBezTo>
                <a:cubicBezTo>
                  <a:pt x="11781" y="51975"/>
                  <a:pt x="11676" y="51243"/>
                  <a:pt x="11739" y="50699"/>
                </a:cubicBezTo>
                <a:cubicBezTo>
                  <a:pt x="11865" y="49715"/>
                  <a:pt x="12723" y="49778"/>
                  <a:pt x="12723" y="48753"/>
                </a:cubicBezTo>
                <a:cubicBezTo>
                  <a:pt x="12723" y="47707"/>
                  <a:pt x="12325" y="44233"/>
                  <a:pt x="12430" y="43020"/>
                </a:cubicBezTo>
                <a:cubicBezTo>
                  <a:pt x="12471" y="42455"/>
                  <a:pt x="12639" y="41994"/>
                  <a:pt x="12743" y="41513"/>
                </a:cubicBezTo>
                <a:cubicBezTo>
                  <a:pt x="12890" y="40969"/>
                  <a:pt x="12953" y="40362"/>
                  <a:pt x="12723" y="39463"/>
                </a:cubicBezTo>
                <a:cubicBezTo>
                  <a:pt x="12346" y="38040"/>
                  <a:pt x="11907" y="35571"/>
                  <a:pt x="12430" y="33060"/>
                </a:cubicBezTo>
                <a:cubicBezTo>
                  <a:pt x="12430" y="32642"/>
                  <a:pt x="12534" y="32265"/>
                  <a:pt x="12723" y="31972"/>
                </a:cubicBezTo>
                <a:cubicBezTo>
                  <a:pt x="13492" y="30744"/>
                  <a:pt x="15599" y="30494"/>
                  <a:pt x="17575" y="30494"/>
                </a:cubicBezTo>
                <a:cubicBezTo>
                  <a:pt x="18933" y="30494"/>
                  <a:pt x="20229" y="30612"/>
                  <a:pt x="20987" y="30612"/>
                </a:cubicBezTo>
                <a:cubicBezTo>
                  <a:pt x="23038" y="30612"/>
                  <a:pt x="24733" y="30340"/>
                  <a:pt x="26616" y="29482"/>
                </a:cubicBezTo>
                <a:cubicBezTo>
                  <a:pt x="27808" y="28917"/>
                  <a:pt x="28855" y="28143"/>
                  <a:pt x="30173" y="27787"/>
                </a:cubicBezTo>
                <a:cubicBezTo>
                  <a:pt x="30480" y="27698"/>
                  <a:pt x="30947" y="27548"/>
                  <a:pt x="31564" y="27548"/>
                </a:cubicBezTo>
                <a:cubicBezTo>
                  <a:pt x="32251" y="27548"/>
                  <a:pt x="33123" y="27733"/>
                  <a:pt x="34169" y="28394"/>
                </a:cubicBezTo>
                <a:cubicBezTo>
                  <a:pt x="34274" y="28457"/>
                  <a:pt x="34378" y="28541"/>
                  <a:pt x="34483" y="28603"/>
                </a:cubicBezTo>
                <a:cubicBezTo>
                  <a:pt x="35278" y="29210"/>
                  <a:pt x="35969" y="29880"/>
                  <a:pt x="36534" y="30800"/>
                </a:cubicBezTo>
                <a:cubicBezTo>
                  <a:pt x="37224" y="31888"/>
                  <a:pt x="37496" y="33081"/>
                  <a:pt x="38103" y="34190"/>
                </a:cubicBezTo>
                <a:cubicBezTo>
                  <a:pt x="38438" y="34859"/>
                  <a:pt x="38856" y="35466"/>
                  <a:pt x="39316" y="36052"/>
                </a:cubicBezTo>
                <a:cubicBezTo>
                  <a:pt x="39609" y="36429"/>
                  <a:pt x="39923" y="36805"/>
                  <a:pt x="40216" y="37161"/>
                </a:cubicBezTo>
                <a:cubicBezTo>
                  <a:pt x="40551" y="37642"/>
                  <a:pt x="40823" y="38082"/>
                  <a:pt x="41032" y="38542"/>
                </a:cubicBezTo>
                <a:cubicBezTo>
                  <a:pt x="41848" y="40781"/>
                  <a:pt x="41890" y="43250"/>
                  <a:pt x="41618" y="45635"/>
                </a:cubicBezTo>
                <a:cubicBezTo>
                  <a:pt x="41534" y="46681"/>
                  <a:pt x="41576" y="47790"/>
                  <a:pt x="41346" y="48836"/>
                </a:cubicBezTo>
                <a:cubicBezTo>
                  <a:pt x="41220" y="49715"/>
                  <a:pt x="41220" y="50845"/>
                  <a:pt x="40886" y="51682"/>
                </a:cubicBezTo>
                <a:cubicBezTo>
                  <a:pt x="40446" y="52833"/>
                  <a:pt x="39023" y="52979"/>
                  <a:pt x="38584" y="54046"/>
                </a:cubicBezTo>
                <a:cubicBezTo>
                  <a:pt x="39228" y="54561"/>
                  <a:pt x="39992" y="54779"/>
                  <a:pt x="40779" y="54779"/>
                </a:cubicBezTo>
                <a:cubicBezTo>
                  <a:pt x="41527" y="54779"/>
                  <a:pt x="42295" y="54582"/>
                  <a:pt x="42999" y="54256"/>
                </a:cubicBezTo>
                <a:cubicBezTo>
                  <a:pt x="42999" y="53691"/>
                  <a:pt x="43020" y="53084"/>
                  <a:pt x="43124" y="52519"/>
                </a:cubicBezTo>
                <a:cubicBezTo>
                  <a:pt x="42790" y="52163"/>
                  <a:pt x="42371" y="51682"/>
                  <a:pt x="42685" y="51180"/>
                </a:cubicBezTo>
                <a:cubicBezTo>
                  <a:pt x="43041" y="50489"/>
                  <a:pt x="43648" y="50720"/>
                  <a:pt x="43689" y="49757"/>
                </a:cubicBezTo>
                <a:cubicBezTo>
                  <a:pt x="43731" y="48564"/>
                  <a:pt x="43501" y="47330"/>
                  <a:pt x="43501" y="46137"/>
                </a:cubicBezTo>
                <a:cubicBezTo>
                  <a:pt x="43501" y="44589"/>
                  <a:pt x="43334" y="42894"/>
                  <a:pt x="43564" y="41325"/>
                </a:cubicBezTo>
                <a:cubicBezTo>
                  <a:pt x="43710" y="40404"/>
                  <a:pt x="43982" y="39525"/>
                  <a:pt x="44505" y="38772"/>
                </a:cubicBezTo>
                <a:cubicBezTo>
                  <a:pt x="45280" y="37621"/>
                  <a:pt x="44275" y="37349"/>
                  <a:pt x="43585" y="36429"/>
                </a:cubicBezTo>
                <a:cubicBezTo>
                  <a:pt x="43062" y="35717"/>
                  <a:pt x="42727" y="34839"/>
                  <a:pt x="42392" y="33960"/>
                </a:cubicBezTo>
                <a:lnTo>
                  <a:pt x="42392" y="33939"/>
                </a:lnTo>
                <a:cubicBezTo>
                  <a:pt x="42288" y="33730"/>
                  <a:pt x="42225" y="33520"/>
                  <a:pt x="42162" y="33332"/>
                </a:cubicBezTo>
                <a:cubicBezTo>
                  <a:pt x="41597" y="31533"/>
                  <a:pt x="42413" y="30235"/>
                  <a:pt x="44150" y="26406"/>
                </a:cubicBezTo>
                <a:cubicBezTo>
                  <a:pt x="45740" y="22870"/>
                  <a:pt x="45719" y="21175"/>
                  <a:pt x="44233" y="18853"/>
                </a:cubicBezTo>
                <a:cubicBezTo>
                  <a:pt x="43941" y="18393"/>
                  <a:pt x="43564" y="17890"/>
                  <a:pt x="43145" y="17346"/>
                </a:cubicBezTo>
                <a:cubicBezTo>
                  <a:pt x="41426" y="15158"/>
                  <a:pt x="38490" y="14224"/>
                  <a:pt x="35517" y="14224"/>
                </a:cubicBezTo>
                <a:cubicBezTo>
                  <a:pt x="34114" y="14224"/>
                  <a:pt x="32702" y="14432"/>
                  <a:pt x="31407" y="14815"/>
                </a:cubicBezTo>
                <a:cubicBezTo>
                  <a:pt x="29149" y="15485"/>
                  <a:pt x="26164" y="15653"/>
                  <a:pt x="23738" y="15653"/>
                </a:cubicBezTo>
                <a:cubicBezTo>
                  <a:pt x="21847" y="15653"/>
                  <a:pt x="20295" y="15551"/>
                  <a:pt x="19690" y="15505"/>
                </a:cubicBezTo>
                <a:cubicBezTo>
                  <a:pt x="18330" y="15421"/>
                  <a:pt x="16531" y="13957"/>
                  <a:pt x="15673" y="13810"/>
                </a:cubicBezTo>
                <a:cubicBezTo>
                  <a:pt x="15212" y="13748"/>
                  <a:pt x="14355" y="13224"/>
                  <a:pt x="13643" y="12722"/>
                </a:cubicBezTo>
                <a:cubicBezTo>
                  <a:pt x="10295" y="7847"/>
                  <a:pt x="3181" y="1737"/>
                  <a:pt x="2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5" name="Google Shape;425;p27"/>
          <p:cNvSpPr/>
          <p:nvPr/>
        </p:nvSpPr>
        <p:spPr>
          <a:xfrm>
            <a:off x="2592852" y="3226851"/>
            <a:ext cx="370560" cy="1058981"/>
          </a:xfrm>
          <a:custGeom>
            <a:avLst/>
            <a:gdLst/>
            <a:ahLst/>
            <a:cxnLst/>
            <a:rect l="l" t="t" r="r" b="b"/>
            <a:pathLst>
              <a:path w="8663" h="24757" extrusionOk="0">
                <a:moveTo>
                  <a:pt x="2888" y="0"/>
                </a:moveTo>
                <a:lnTo>
                  <a:pt x="2888" y="0"/>
                </a:lnTo>
                <a:cubicBezTo>
                  <a:pt x="3139" y="1026"/>
                  <a:pt x="3181" y="2093"/>
                  <a:pt x="3432" y="3118"/>
                </a:cubicBezTo>
                <a:cubicBezTo>
                  <a:pt x="3809" y="4624"/>
                  <a:pt x="4269" y="6089"/>
                  <a:pt x="4667" y="7554"/>
                </a:cubicBezTo>
                <a:cubicBezTo>
                  <a:pt x="5462" y="10211"/>
                  <a:pt x="5734" y="13371"/>
                  <a:pt x="4729" y="16070"/>
                </a:cubicBezTo>
                <a:cubicBezTo>
                  <a:pt x="4206" y="17451"/>
                  <a:pt x="3474" y="18727"/>
                  <a:pt x="2700" y="20003"/>
                </a:cubicBezTo>
                <a:cubicBezTo>
                  <a:pt x="1863" y="21510"/>
                  <a:pt x="1382" y="22995"/>
                  <a:pt x="1" y="24083"/>
                </a:cubicBezTo>
                <a:cubicBezTo>
                  <a:pt x="581" y="24536"/>
                  <a:pt x="1379" y="24757"/>
                  <a:pt x="2176" y="24757"/>
                </a:cubicBezTo>
                <a:cubicBezTo>
                  <a:pt x="2816" y="24757"/>
                  <a:pt x="3454" y="24614"/>
                  <a:pt x="3976" y="24334"/>
                </a:cubicBezTo>
                <a:cubicBezTo>
                  <a:pt x="3913" y="23916"/>
                  <a:pt x="3830" y="23330"/>
                  <a:pt x="3746" y="23100"/>
                </a:cubicBezTo>
                <a:cubicBezTo>
                  <a:pt x="3599" y="22723"/>
                  <a:pt x="3579" y="21761"/>
                  <a:pt x="4541" y="21635"/>
                </a:cubicBezTo>
                <a:cubicBezTo>
                  <a:pt x="5503" y="21489"/>
                  <a:pt x="5587" y="19961"/>
                  <a:pt x="5629" y="19083"/>
                </a:cubicBezTo>
                <a:cubicBezTo>
                  <a:pt x="5692" y="18225"/>
                  <a:pt x="7052" y="13831"/>
                  <a:pt x="7596" y="12638"/>
                </a:cubicBezTo>
                <a:cubicBezTo>
                  <a:pt x="8161" y="11446"/>
                  <a:pt x="8663" y="10797"/>
                  <a:pt x="8286" y="10211"/>
                </a:cubicBezTo>
                <a:cubicBezTo>
                  <a:pt x="8056" y="9834"/>
                  <a:pt x="7847" y="8433"/>
                  <a:pt x="7721" y="7449"/>
                </a:cubicBezTo>
                <a:cubicBezTo>
                  <a:pt x="7261" y="6863"/>
                  <a:pt x="6843" y="6256"/>
                  <a:pt x="6508" y="5587"/>
                </a:cubicBezTo>
                <a:cubicBezTo>
                  <a:pt x="5901" y="4478"/>
                  <a:pt x="5629" y="3285"/>
                  <a:pt x="4939" y="2197"/>
                </a:cubicBezTo>
                <a:cubicBezTo>
                  <a:pt x="4374" y="1277"/>
                  <a:pt x="3683" y="607"/>
                  <a:pt x="288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6" name="Google Shape;426;p27"/>
          <p:cNvSpPr/>
          <p:nvPr/>
        </p:nvSpPr>
        <p:spPr>
          <a:xfrm>
            <a:off x="1740817" y="3779076"/>
            <a:ext cx="122636" cy="471680"/>
          </a:xfrm>
          <a:custGeom>
            <a:avLst/>
            <a:gdLst/>
            <a:ahLst/>
            <a:cxnLst/>
            <a:rect l="l" t="t" r="r" b="b"/>
            <a:pathLst>
              <a:path w="2867" h="11027" extrusionOk="0">
                <a:moveTo>
                  <a:pt x="1067" y="0"/>
                </a:moveTo>
                <a:cubicBezTo>
                  <a:pt x="963" y="481"/>
                  <a:pt x="795" y="942"/>
                  <a:pt x="754" y="1507"/>
                </a:cubicBezTo>
                <a:cubicBezTo>
                  <a:pt x="649" y="2720"/>
                  <a:pt x="1047" y="6194"/>
                  <a:pt x="1047" y="7240"/>
                </a:cubicBezTo>
                <a:cubicBezTo>
                  <a:pt x="1047" y="8265"/>
                  <a:pt x="189" y="8202"/>
                  <a:pt x="63" y="9186"/>
                </a:cubicBezTo>
                <a:cubicBezTo>
                  <a:pt x="0" y="9730"/>
                  <a:pt x="105" y="10462"/>
                  <a:pt x="210" y="11027"/>
                </a:cubicBezTo>
                <a:cubicBezTo>
                  <a:pt x="1821" y="10880"/>
                  <a:pt x="1988" y="10232"/>
                  <a:pt x="1967" y="9667"/>
                </a:cubicBezTo>
                <a:cubicBezTo>
                  <a:pt x="1946" y="9039"/>
                  <a:pt x="1360" y="8767"/>
                  <a:pt x="1486" y="7407"/>
                </a:cubicBezTo>
                <a:cubicBezTo>
                  <a:pt x="1611" y="6068"/>
                  <a:pt x="2867" y="5106"/>
                  <a:pt x="2197" y="3808"/>
                </a:cubicBezTo>
                <a:cubicBezTo>
                  <a:pt x="1800" y="3055"/>
                  <a:pt x="1360" y="1297"/>
                  <a:pt x="106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7" name="Google Shape;427;p27"/>
          <p:cNvSpPr/>
          <p:nvPr/>
        </p:nvSpPr>
        <p:spPr>
          <a:xfrm>
            <a:off x="3020687" y="2809752"/>
            <a:ext cx="293565" cy="1142093"/>
          </a:xfrm>
          <a:custGeom>
            <a:avLst/>
            <a:gdLst/>
            <a:ahLst/>
            <a:cxnLst/>
            <a:rect l="l" t="t" r="r" b="b"/>
            <a:pathLst>
              <a:path w="6863" h="26700" extrusionOk="0">
                <a:moveTo>
                  <a:pt x="2636" y="1"/>
                </a:moveTo>
                <a:lnTo>
                  <a:pt x="2636" y="1"/>
                </a:lnTo>
                <a:cubicBezTo>
                  <a:pt x="4122" y="2323"/>
                  <a:pt x="4143" y="4018"/>
                  <a:pt x="2553" y="7554"/>
                </a:cubicBezTo>
                <a:cubicBezTo>
                  <a:pt x="816" y="11383"/>
                  <a:pt x="0" y="12681"/>
                  <a:pt x="565" y="14480"/>
                </a:cubicBezTo>
                <a:cubicBezTo>
                  <a:pt x="649" y="14689"/>
                  <a:pt x="711" y="14878"/>
                  <a:pt x="795" y="15087"/>
                </a:cubicBezTo>
                <a:lnTo>
                  <a:pt x="795" y="15108"/>
                </a:lnTo>
                <a:cubicBezTo>
                  <a:pt x="1130" y="15987"/>
                  <a:pt x="1465" y="16865"/>
                  <a:pt x="1988" y="17577"/>
                </a:cubicBezTo>
                <a:cubicBezTo>
                  <a:pt x="2678" y="18497"/>
                  <a:pt x="3683" y="18769"/>
                  <a:pt x="2908" y="19920"/>
                </a:cubicBezTo>
                <a:cubicBezTo>
                  <a:pt x="2385" y="20673"/>
                  <a:pt x="2113" y="21552"/>
                  <a:pt x="1967" y="22473"/>
                </a:cubicBezTo>
                <a:cubicBezTo>
                  <a:pt x="2051" y="22598"/>
                  <a:pt x="2113" y="22703"/>
                  <a:pt x="2176" y="22850"/>
                </a:cubicBezTo>
                <a:cubicBezTo>
                  <a:pt x="2636" y="23854"/>
                  <a:pt x="2176" y="25046"/>
                  <a:pt x="2553" y="26051"/>
                </a:cubicBezTo>
                <a:cubicBezTo>
                  <a:pt x="2553" y="25863"/>
                  <a:pt x="2741" y="25590"/>
                  <a:pt x="2741" y="25402"/>
                </a:cubicBezTo>
                <a:cubicBezTo>
                  <a:pt x="2859" y="25919"/>
                  <a:pt x="3079" y="26145"/>
                  <a:pt x="3297" y="26145"/>
                </a:cubicBezTo>
                <a:cubicBezTo>
                  <a:pt x="3583" y="26145"/>
                  <a:pt x="3865" y="25759"/>
                  <a:pt x="3913" y="25130"/>
                </a:cubicBezTo>
                <a:cubicBezTo>
                  <a:pt x="3913" y="25779"/>
                  <a:pt x="4101" y="26323"/>
                  <a:pt x="4478" y="26699"/>
                </a:cubicBezTo>
                <a:cubicBezTo>
                  <a:pt x="4289" y="24398"/>
                  <a:pt x="5377" y="22745"/>
                  <a:pt x="5838" y="20653"/>
                </a:cubicBezTo>
                <a:cubicBezTo>
                  <a:pt x="6403" y="17891"/>
                  <a:pt x="5022" y="15694"/>
                  <a:pt x="4373" y="13141"/>
                </a:cubicBezTo>
                <a:cubicBezTo>
                  <a:pt x="3745" y="10065"/>
                  <a:pt x="6863" y="1382"/>
                  <a:pt x="263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8" name="Google Shape;428;p27"/>
          <p:cNvSpPr/>
          <p:nvPr/>
        </p:nvSpPr>
        <p:spPr>
          <a:xfrm>
            <a:off x="1252155" y="1986376"/>
            <a:ext cx="567453" cy="557615"/>
          </a:xfrm>
          <a:custGeom>
            <a:avLst/>
            <a:gdLst/>
            <a:ahLst/>
            <a:cxnLst/>
            <a:rect l="l" t="t" r="r" b="b"/>
            <a:pathLst>
              <a:path w="13266" h="13036" extrusionOk="0">
                <a:moveTo>
                  <a:pt x="293" y="0"/>
                </a:moveTo>
                <a:cubicBezTo>
                  <a:pt x="209" y="42"/>
                  <a:pt x="126" y="84"/>
                  <a:pt x="42" y="126"/>
                </a:cubicBezTo>
                <a:cubicBezTo>
                  <a:pt x="21" y="209"/>
                  <a:pt x="21" y="314"/>
                  <a:pt x="21" y="398"/>
                </a:cubicBezTo>
                <a:cubicBezTo>
                  <a:pt x="0" y="440"/>
                  <a:pt x="0" y="481"/>
                  <a:pt x="0" y="523"/>
                </a:cubicBezTo>
                <a:cubicBezTo>
                  <a:pt x="21" y="984"/>
                  <a:pt x="167" y="1444"/>
                  <a:pt x="314" y="1862"/>
                </a:cubicBezTo>
                <a:cubicBezTo>
                  <a:pt x="544" y="2009"/>
                  <a:pt x="816" y="2134"/>
                  <a:pt x="1046" y="2176"/>
                </a:cubicBezTo>
                <a:cubicBezTo>
                  <a:pt x="1235" y="2218"/>
                  <a:pt x="1486" y="2155"/>
                  <a:pt x="1569" y="2302"/>
                </a:cubicBezTo>
                <a:cubicBezTo>
                  <a:pt x="1632" y="2448"/>
                  <a:pt x="1486" y="2762"/>
                  <a:pt x="1569" y="2950"/>
                </a:cubicBezTo>
                <a:cubicBezTo>
                  <a:pt x="1653" y="3160"/>
                  <a:pt x="1883" y="3243"/>
                  <a:pt x="2051" y="3369"/>
                </a:cubicBezTo>
                <a:cubicBezTo>
                  <a:pt x="2030" y="3264"/>
                  <a:pt x="2113" y="3118"/>
                  <a:pt x="2197" y="3076"/>
                </a:cubicBezTo>
                <a:cubicBezTo>
                  <a:pt x="2574" y="3306"/>
                  <a:pt x="2950" y="4101"/>
                  <a:pt x="2992" y="4520"/>
                </a:cubicBezTo>
                <a:cubicBezTo>
                  <a:pt x="3034" y="4792"/>
                  <a:pt x="2825" y="5524"/>
                  <a:pt x="3139" y="5670"/>
                </a:cubicBezTo>
                <a:cubicBezTo>
                  <a:pt x="3285" y="5336"/>
                  <a:pt x="3620" y="5210"/>
                  <a:pt x="3787" y="4896"/>
                </a:cubicBezTo>
                <a:cubicBezTo>
                  <a:pt x="3892" y="4687"/>
                  <a:pt x="3913" y="4499"/>
                  <a:pt x="3913" y="4290"/>
                </a:cubicBezTo>
                <a:cubicBezTo>
                  <a:pt x="4248" y="4834"/>
                  <a:pt x="4687" y="5461"/>
                  <a:pt x="4750" y="6110"/>
                </a:cubicBezTo>
                <a:cubicBezTo>
                  <a:pt x="4792" y="6361"/>
                  <a:pt x="4666" y="6779"/>
                  <a:pt x="4812" y="6968"/>
                </a:cubicBezTo>
                <a:cubicBezTo>
                  <a:pt x="4938" y="6905"/>
                  <a:pt x="5670" y="6717"/>
                  <a:pt x="5796" y="6507"/>
                </a:cubicBezTo>
                <a:cubicBezTo>
                  <a:pt x="5796" y="6466"/>
                  <a:pt x="5775" y="6403"/>
                  <a:pt x="5775" y="6361"/>
                </a:cubicBezTo>
                <a:lnTo>
                  <a:pt x="5775" y="6361"/>
                </a:lnTo>
                <a:cubicBezTo>
                  <a:pt x="5817" y="6424"/>
                  <a:pt x="5817" y="6466"/>
                  <a:pt x="5796" y="6507"/>
                </a:cubicBezTo>
                <a:cubicBezTo>
                  <a:pt x="5859" y="6884"/>
                  <a:pt x="6131" y="7428"/>
                  <a:pt x="6403" y="7637"/>
                </a:cubicBezTo>
                <a:cubicBezTo>
                  <a:pt x="6537" y="7537"/>
                  <a:pt x="6623" y="7472"/>
                  <a:pt x="6707" y="7472"/>
                </a:cubicBezTo>
                <a:cubicBezTo>
                  <a:pt x="6779" y="7472"/>
                  <a:pt x="6849" y="7521"/>
                  <a:pt x="6947" y="7637"/>
                </a:cubicBezTo>
                <a:cubicBezTo>
                  <a:pt x="7135" y="7888"/>
                  <a:pt x="7365" y="8202"/>
                  <a:pt x="7679" y="8244"/>
                </a:cubicBezTo>
                <a:cubicBezTo>
                  <a:pt x="7679" y="8139"/>
                  <a:pt x="7658" y="7951"/>
                  <a:pt x="7700" y="7826"/>
                </a:cubicBezTo>
                <a:cubicBezTo>
                  <a:pt x="7972" y="8077"/>
                  <a:pt x="8160" y="8286"/>
                  <a:pt x="8244" y="8725"/>
                </a:cubicBezTo>
                <a:cubicBezTo>
                  <a:pt x="8328" y="9186"/>
                  <a:pt x="8265" y="9688"/>
                  <a:pt x="8432" y="10106"/>
                </a:cubicBezTo>
                <a:cubicBezTo>
                  <a:pt x="8516" y="9792"/>
                  <a:pt x="8662" y="9437"/>
                  <a:pt x="8976" y="9353"/>
                </a:cubicBezTo>
                <a:cubicBezTo>
                  <a:pt x="9165" y="9646"/>
                  <a:pt x="9269" y="10002"/>
                  <a:pt x="9458" y="10336"/>
                </a:cubicBezTo>
                <a:cubicBezTo>
                  <a:pt x="9562" y="10525"/>
                  <a:pt x="9771" y="10734"/>
                  <a:pt x="9897" y="10943"/>
                </a:cubicBezTo>
                <a:cubicBezTo>
                  <a:pt x="9876" y="10797"/>
                  <a:pt x="9939" y="10588"/>
                  <a:pt x="10106" y="10525"/>
                </a:cubicBezTo>
                <a:cubicBezTo>
                  <a:pt x="10123" y="10518"/>
                  <a:pt x="10140" y="10515"/>
                  <a:pt x="10156" y="10515"/>
                </a:cubicBezTo>
                <a:cubicBezTo>
                  <a:pt x="10402" y="10515"/>
                  <a:pt x="10574" y="11209"/>
                  <a:pt x="10692" y="11424"/>
                </a:cubicBezTo>
                <a:cubicBezTo>
                  <a:pt x="10838" y="11717"/>
                  <a:pt x="11090" y="12031"/>
                  <a:pt x="11152" y="12324"/>
                </a:cubicBezTo>
                <a:cubicBezTo>
                  <a:pt x="11215" y="12554"/>
                  <a:pt x="11152" y="12805"/>
                  <a:pt x="11173" y="13036"/>
                </a:cubicBezTo>
                <a:cubicBezTo>
                  <a:pt x="11382" y="12638"/>
                  <a:pt x="11801" y="12199"/>
                  <a:pt x="11445" y="11801"/>
                </a:cubicBezTo>
                <a:lnTo>
                  <a:pt x="11445" y="11801"/>
                </a:lnTo>
                <a:cubicBezTo>
                  <a:pt x="11655" y="11822"/>
                  <a:pt x="11864" y="12073"/>
                  <a:pt x="11968" y="12241"/>
                </a:cubicBezTo>
                <a:cubicBezTo>
                  <a:pt x="12031" y="12073"/>
                  <a:pt x="12094" y="11885"/>
                  <a:pt x="12199" y="11738"/>
                </a:cubicBezTo>
                <a:cubicBezTo>
                  <a:pt x="12471" y="11927"/>
                  <a:pt x="12763" y="12261"/>
                  <a:pt x="12952" y="12533"/>
                </a:cubicBezTo>
                <a:lnTo>
                  <a:pt x="12973" y="12492"/>
                </a:lnTo>
                <a:cubicBezTo>
                  <a:pt x="13015" y="12366"/>
                  <a:pt x="13119" y="12178"/>
                  <a:pt x="13119" y="12052"/>
                </a:cubicBezTo>
                <a:cubicBezTo>
                  <a:pt x="13098" y="11843"/>
                  <a:pt x="12889" y="11487"/>
                  <a:pt x="12805" y="11257"/>
                </a:cubicBezTo>
                <a:lnTo>
                  <a:pt x="12805" y="11257"/>
                </a:lnTo>
                <a:cubicBezTo>
                  <a:pt x="12952" y="11362"/>
                  <a:pt x="13098" y="11445"/>
                  <a:pt x="13266" y="11550"/>
                </a:cubicBezTo>
                <a:cubicBezTo>
                  <a:pt x="12889" y="10818"/>
                  <a:pt x="12575" y="10023"/>
                  <a:pt x="11885" y="9541"/>
                </a:cubicBezTo>
                <a:cubicBezTo>
                  <a:pt x="11822" y="9500"/>
                  <a:pt x="11780" y="9479"/>
                  <a:pt x="11717" y="9437"/>
                </a:cubicBezTo>
                <a:cubicBezTo>
                  <a:pt x="11634" y="9207"/>
                  <a:pt x="11550" y="8955"/>
                  <a:pt x="11362" y="8746"/>
                </a:cubicBezTo>
                <a:cubicBezTo>
                  <a:pt x="10964" y="8349"/>
                  <a:pt x="10357" y="7826"/>
                  <a:pt x="9792" y="7575"/>
                </a:cubicBezTo>
                <a:cubicBezTo>
                  <a:pt x="9583" y="7240"/>
                  <a:pt x="9311" y="7051"/>
                  <a:pt x="9018" y="6800"/>
                </a:cubicBezTo>
                <a:cubicBezTo>
                  <a:pt x="9037" y="6798"/>
                  <a:pt x="9056" y="6796"/>
                  <a:pt x="9075" y="6796"/>
                </a:cubicBezTo>
                <a:cubicBezTo>
                  <a:pt x="9202" y="6796"/>
                  <a:pt x="9327" y="6856"/>
                  <a:pt x="9437" y="6947"/>
                </a:cubicBezTo>
                <a:cubicBezTo>
                  <a:pt x="9374" y="6089"/>
                  <a:pt x="8077" y="5482"/>
                  <a:pt x="7428" y="5168"/>
                </a:cubicBezTo>
                <a:lnTo>
                  <a:pt x="7428" y="5168"/>
                </a:lnTo>
                <a:cubicBezTo>
                  <a:pt x="7533" y="5273"/>
                  <a:pt x="7679" y="5336"/>
                  <a:pt x="7805" y="5419"/>
                </a:cubicBezTo>
                <a:cubicBezTo>
                  <a:pt x="7574" y="5357"/>
                  <a:pt x="7344" y="5147"/>
                  <a:pt x="7093" y="5022"/>
                </a:cubicBezTo>
                <a:cubicBezTo>
                  <a:pt x="6926" y="4792"/>
                  <a:pt x="6758" y="4562"/>
                  <a:pt x="6549" y="4394"/>
                </a:cubicBezTo>
                <a:cubicBezTo>
                  <a:pt x="6235" y="4122"/>
                  <a:pt x="5712" y="3997"/>
                  <a:pt x="5419" y="3704"/>
                </a:cubicBezTo>
                <a:cubicBezTo>
                  <a:pt x="5501" y="3646"/>
                  <a:pt x="5595" y="3633"/>
                  <a:pt x="5695" y="3633"/>
                </a:cubicBezTo>
                <a:cubicBezTo>
                  <a:pt x="5775" y="3633"/>
                  <a:pt x="5859" y="3641"/>
                  <a:pt x="5942" y="3641"/>
                </a:cubicBezTo>
                <a:cubicBezTo>
                  <a:pt x="5398" y="3055"/>
                  <a:pt x="4352" y="2992"/>
                  <a:pt x="3913" y="2365"/>
                </a:cubicBezTo>
                <a:cubicBezTo>
                  <a:pt x="4017" y="2323"/>
                  <a:pt x="4122" y="2260"/>
                  <a:pt x="4248" y="2260"/>
                </a:cubicBezTo>
                <a:cubicBezTo>
                  <a:pt x="3934" y="2030"/>
                  <a:pt x="3557" y="1800"/>
                  <a:pt x="3160" y="1653"/>
                </a:cubicBezTo>
                <a:cubicBezTo>
                  <a:pt x="2867" y="733"/>
                  <a:pt x="1130" y="461"/>
                  <a:pt x="29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9" name="Google Shape;429;p27"/>
          <p:cNvSpPr/>
          <p:nvPr/>
        </p:nvSpPr>
        <p:spPr>
          <a:xfrm>
            <a:off x="1217935" y="2522090"/>
            <a:ext cx="232439" cy="226964"/>
          </a:xfrm>
          <a:custGeom>
            <a:avLst/>
            <a:gdLst/>
            <a:ahLst/>
            <a:cxnLst/>
            <a:rect l="l" t="t" r="r" b="b"/>
            <a:pathLst>
              <a:path w="5434" h="5306" extrusionOk="0">
                <a:moveTo>
                  <a:pt x="858" y="0"/>
                </a:moveTo>
                <a:cubicBezTo>
                  <a:pt x="596" y="0"/>
                  <a:pt x="159" y="229"/>
                  <a:pt x="403" y="386"/>
                </a:cubicBezTo>
                <a:cubicBezTo>
                  <a:pt x="1219" y="930"/>
                  <a:pt x="2265" y="1600"/>
                  <a:pt x="3123" y="2416"/>
                </a:cubicBezTo>
                <a:cubicBezTo>
                  <a:pt x="2411" y="1913"/>
                  <a:pt x="1637" y="1516"/>
                  <a:pt x="821" y="1223"/>
                </a:cubicBezTo>
                <a:cubicBezTo>
                  <a:pt x="809" y="1220"/>
                  <a:pt x="795" y="1219"/>
                  <a:pt x="778" y="1219"/>
                </a:cubicBezTo>
                <a:cubicBezTo>
                  <a:pt x="563" y="1219"/>
                  <a:pt x="0" y="1458"/>
                  <a:pt x="214" y="1516"/>
                </a:cubicBezTo>
                <a:cubicBezTo>
                  <a:pt x="1239" y="1893"/>
                  <a:pt x="2160" y="2437"/>
                  <a:pt x="2997" y="3127"/>
                </a:cubicBezTo>
                <a:cubicBezTo>
                  <a:pt x="3646" y="3692"/>
                  <a:pt x="4441" y="4382"/>
                  <a:pt x="4650" y="5240"/>
                </a:cubicBezTo>
                <a:cubicBezTo>
                  <a:pt x="4662" y="5286"/>
                  <a:pt x="4727" y="5306"/>
                  <a:pt x="4815" y="5306"/>
                </a:cubicBezTo>
                <a:cubicBezTo>
                  <a:pt x="5047" y="5306"/>
                  <a:pt x="5434" y="5173"/>
                  <a:pt x="5403" y="5052"/>
                </a:cubicBezTo>
                <a:lnTo>
                  <a:pt x="5382" y="5010"/>
                </a:lnTo>
                <a:cubicBezTo>
                  <a:pt x="5403" y="4989"/>
                  <a:pt x="5424" y="4947"/>
                  <a:pt x="5424" y="4906"/>
                </a:cubicBezTo>
                <a:cubicBezTo>
                  <a:pt x="5299" y="3922"/>
                  <a:pt x="4587" y="3106"/>
                  <a:pt x="3960" y="2374"/>
                </a:cubicBezTo>
                <a:cubicBezTo>
                  <a:pt x="3102" y="1390"/>
                  <a:pt x="2076" y="742"/>
                  <a:pt x="988" y="30"/>
                </a:cubicBezTo>
                <a:cubicBezTo>
                  <a:pt x="957" y="9"/>
                  <a:pt x="911" y="0"/>
                  <a:pt x="85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0" name="Google Shape;430;p27"/>
          <p:cNvSpPr/>
          <p:nvPr/>
        </p:nvSpPr>
        <p:spPr>
          <a:xfrm>
            <a:off x="977368" y="1842267"/>
            <a:ext cx="357171" cy="872396"/>
          </a:xfrm>
          <a:custGeom>
            <a:avLst/>
            <a:gdLst/>
            <a:ahLst/>
            <a:cxnLst/>
            <a:rect l="l" t="t" r="r" b="b"/>
            <a:pathLst>
              <a:path w="8350" h="20395" extrusionOk="0">
                <a:moveTo>
                  <a:pt x="8077" y="0"/>
                </a:moveTo>
                <a:cubicBezTo>
                  <a:pt x="7428" y="126"/>
                  <a:pt x="6696" y="503"/>
                  <a:pt x="6529" y="1172"/>
                </a:cubicBezTo>
                <a:cubicBezTo>
                  <a:pt x="6445" y="1570"/>
                  <a:pt x="6508" y="1946"/>
                  <a:pt x="6340" y="2344"/>
                </a:cubicBezTo>
                <a:cubicBezTo>
                  <a:pt x="6236" y="2553"/>
                  <a:pt x="6110" y="2679"/>
                  <a:pt x="5964" y="2762"/>
                </a:cubicBezTo>
                <a:cubicBezTo>
                  <a:pt x="5901" y="2804"/>
                  <a:pt x="5838" y="2846"/>
                  <a:pt x="5755" y="2867"/>
                </a:cubicBezTo>
                <a:cubicBezTo>
                  <a:pt x="5713" y="2846"/>
                  <a:pt x="5671" y="2825"/>
                  <a:pt x="5629" y="2804"/>
                </a:cubicBezTo>
                <a:cubicBezTo>
                  <a:pt x="5210" y="2574"/>
                  <a:pt x="4771" y="2407"/>
                  <a:pt x="4332" y="2365"/>
                </a:cubicBezTo>
                <a:cubicBezTo>
                  <a:pt x="4265" y="2357"/>
                  <a:pt x="4199" y="2353"/>
                  <a:pt x="4132" y="2353"/>
                </a:cubicBezTo>
                <a:cubicBezTo>
                  <a:pt x="3505" y="2353"/>
                  <a:pt x="2867" y="2688"/>
                  <a:pt x="2281" y="2972"/>
                </a:cubicBezTo>
                <a:cubicBezTo>
                  <a:pt x="2260" y="2951"/>
                  <a:pt x="2239" y="2909"/>
                  <a:pt x="2198" y="2888"/>
                </a:cubicBezTo>
                <a:lnTo>
                  <a:pt x="2198" y="2867"/>
                </a:lnTo>
                <a:cubicBezTo>
                  <a:pt x="1946" y="2490"/>
                  <a:pt x="1946" y="1863"/>
                  <a:pt x="1570" y="1214"/>
                </a:cubicBezTo>
                <a:cubicBezTo>
                  <a:pt x="1329" y="773"/>
                  <a:pt x="666" y="543"/>
                  <a:pt x="77" y="543"/>
                </a:cubicBezTo>
                <a:cubicBezTo>
                  <a:pt x="51" y="543"/>
                  <a:pt x="26" y="544"/>
                  <a:pt x="1" y="545"/>
                </a:cubicBezTo>
                <a:cubicBezTo>
                  <a:pt x="314" y="1109"/>
                  <a:pt x="377" y="1758"/>
                  <a:pt x="482" y="2365"/>
                </a:cubicBezTo>
                <a:cubicBezTo>
                  <a:pt x="545" y="2867"/>
                  <a:pt x="942" y="3871"/>
                  <a:pt x="1528" y="3997"/>
                </a:cubicBezTo>
                <a:lnTo>
                  <a:pt x="1549" y="3976"/>
                </a:lnTo>
                <a:lnTo>
                  <a:pt x="1549" y="3976"/>
                </a:lnTo>
                <a:cubicBezTo>
                  <a:pt x="1381" y="4855"/>
                  <a:pt x="1507" y="5859"/>
                  <a:pt x="1298" y="6738"/>
                </a:cubicBezTo>
                <a:cubicBezTo>
                  <a:pt x="1109" y="7428"/>
                  <a:pt x="628" y="7972"/>
                  <a:pt x="837" y="8747"/>
                </a:cubicBezTo>
                <a:cubicBezTo>
                  <a:pt x="712" y="8809"/>
                  <a:pt x="628" y="8914"/>
                  <a:pt x="545" y="8977"/>
                </a:cubicBezTo>
                <a:cubicBezTo>
                  <a:pt x="597" y="9010"/>
                  <a:pt x="648" y="9022"/>
                  <a:pt x="697" y="9022"/>
                </a:cubicBezTo>
                <a:cubicBezTo>
                  <a:pt x="804" y="9022"/>
                  <a:pt x="904" y="8964"/>
                  <a:pt x="1005" y="8935"/>
                </a:cubicBezTo>
                <a:cubicBezTo>
                  <a:pt x="1064" y="8920"/>
                  <a:pt x="1113" y="8905"/>
                  <a:pt x="1166" y="8905"/>
                </a:cubicBezTo>
                <a:cubicBezTo>
                  <a:pt x="1188" y="8905"/>
                  <a:pt x="1211" y="8908"/>
                  <a:pt x="1235" y="8914"/>
                </a:cubicBezTo>
                <a:cubicBezTo>
                  <a:pt x="1507" y="9039"/>
                  <a:pt x="1507" y="9291"/>
                  <a:pt x="1549" y="9521"/>
                </a:cubicBezTo>
                <a:lnTo>
                  <a:pt x="1570" y="9542"/>
                </a:lnTo>
                <a:lnTo>
                  <a:pt x="1570" y="9646"/>
                </a:lnTo>
                <a:lnTo>
                  <a:pt x="1591" y="9730"/>
                </a:lnTo>
                <a:cubicBezTo>
                  <a:pt x="1758" y="10734"/>
                  <a:pt x="1507" y="11655"/>
                  <a:pt x="1925" y="12617"/>
                </a:cubicBezTo>
                <a:cubicBezTo>
                  <a:pt x="2114" y="13099"/>
                  <a:pt x="2407" y="13559"/>
                  <a:pt x="2553" y="14061"/>
                </a:cubicBezTo>
                <a:cubicBezTo>
                  <a:pt x="2762" y="14731"/>
                  <a:pt x="2700" y="15526"/>
                  <a:pt x="2700" y="16258"/>
                </a:cubicBezTo>
                <a:cubicBezTo>
                  <a:pt x="2700" y="16865"/>
                  <a:pt x="2281" y="17200"/>
                  <a:pt x="2260" y="17786"/>
                </a:cubicBezTo>
                <a:cubicBezTo>
                  <a:pt x="2239" y="18476"/>
                  <a:pt x="2532" y="18957"/>
                  <a:pt x="2867" y="19522"/>
                </a:cubicBezTo>
                <a:cubicBezTo>
                  <a:pt x="2993" y="19690"/>
                  <a:pt x="3160" y="20213"/>
                  <a:pt x="3306" y="20296"/>
                </a:cubicBezTo>
                <a:cubicBezTo>
                  <a:pt x="3364" y="20341"/>
                  <a:pt x="3425" y="20356"/>
                  <a:pt x="3489" y="20356"/>
                </a:cubicBezTo>
                <a:cubicBezTo>
                  <a:pt x="3635" y="20356"/>
                  <a:pt x="3795" y="20275"/>
                  <a:pt x="3955" y="20275"/>
                </a:cubicBezTo>
                <a:cubicBezTo>
                  <a:pt x="4001" y="20273"/>
                  <a:pt x="4048" y="20271"/>
                  <a:pt x="4096" y="20271"/>
                </a:cubicBezTo>
                <a:cubicBezTo>
                  <a:pt x="4397" y="20271"/>
                  <a:pt x="4733" y="20323"/>
                  <a:pt x="5022" y="20359"/>
                </a:cubicBezTo>
                <a:cubicBezTo>
                  <a:pt x="5133" y="20382"/>
                  <a:pt x="5226" y="20394"/>
                  <a:pt x="5306" y="20394"/>
                </a:cubicBezTo>
                <a:cubicBezTo>
                  <a:pt x="5588" y="20394"/>
                  <a:pt x="5699" y="20246"/>
                  <a:pt x="5796" y="19920"/>
                </a:cubicBezTo>
                <a:cubicBezTo>
                  <a:pt x="6089" y="19376"/>
                  <a:pt x="6173" y="19397"/>
                  <a:pt x="6508" y="18874"/>
                </a:cubicBezTo>
                <a:cubicBezTo>
                  <a:pt x="6717" y="18476"/>
                  <a:pt x="6822" y="17932"/>
                  <a:pt x="6759" y="17639"/>
                </a:cubicBezTo>
                <a:cubicBezTo>
                  <a:pt x="6675" y="17304"/>
                  <a:pt x="6550" y="17116"/>
                  <a:pt x="6487" y="16802"/>
                </a:cubicBezTo>
                <a:cubicBezTo>
                  <a:pt x="6278" y="15840"/>
                  <a:pt x="6466" y="14731"/>
                  <a:pt x="6529" y="13685"/>
                </a:cubicBezTo>
                <a:cubicBezTo>
                  <a:pt x="6550" y="13664"/>
                  <a:pt x="6591" y="13622"/>
                  <a:pt x="6612" y="13580"/>
                </a:cubicBezTo>
                <a:cubicBezTo>
                  <a:pt x="6822" y="13350"/>
                  <a:pt x="7010" y="13120"/>
                  <a:pt x="7115" y="12827"/>
                </a:cubicBezTo>
                <a:cubicBezTo>
                  <a:pt x="7324" y="12220"/>
                  <a:pt x="7491" y="11571"/>
                  <a:pt x="7533" y="10923"/>
                </a:cubicBezTo>
                <a:cubicBezTo>
                  <a:pt x="7533" y="10651"/>
                  <a:pt x="7428" y="10044"/>
                  <a:pt x="7449" y="9584"/>
                </a:cubicBezTo>
                <a:cubicBezTo>
                  <a:pt x="7449" y="9332"/>
                  <a:pt x="7491" y="9123"/>
                  <a:pt x="7575" y="9019"/>
                </a:cubicBezTo>
                <a:cubicBezTo>
                  <a:pt x="7617" y="8977"/>
                  <a:pt x="7659" y="8956"/>
                  <a:pt x="7721" y="8935"/>
                </a:cubicBezTo>
                <a:cubicBezTo>
                  <a:pt x="7784" y="8935"/>
                  <a:pt x="7868" y="8956"/>
                  <a:pt x="7951" y="8977"/>
                </a:cubicBezTo>
                <a:cubicBezTo>
                  <a:pt x="8015" y="8986"/>
                  <a:pt x="8078" y="8999"/>
                  <a:pt x="8133" y="8999"/>
                </a:cubicBezTo>
                <a:cubicBezTo>
                  <a:pt x="8205" y="8999"/>
                  <a:pt x="8262" y="8976"/>
                  <a:pt x="8286" y="8893"/>
                </a:cubicBezTo>
                <a:cubicBezTo>
                  <a:pt x="8349" y="8747"/>
                  <a:pt x="7972" y="8370"/>
                  <a:pt x="7931" y="8203"/>
                </a:cubicBezTo>
                <a:cubicBezTo>
                  <a:pt x="7889" y="8077"/>
                  <a:pt x="7951" y="7910"/>
                  <a:pt x="7910" y="7784"/>
                </a:cubicBezTo>
                <a:cubicBezTo>
                  <a:pt x="7826" y="7617"/>
                  <a:pt x="7659" y="7554"/>
                  <a:pt x="7596" y="7387"/>
                </a:cubicBezTo>
                <a:cubicBezTo>
                  <a:pt x="7491" y="7115"/>
                  <a:pt x="7596" y="6738"/>
                  <a:pt x="7575" y="6445"/>
                </a:cubicBezTo>
                <a:cubicBezTo>
                  <a:pt x="7491" y="5775"/>
                  <a:pt x="6884" y="4750"/>
                  <a:pt x="6863" y="3746"/>
                </a:cubicBezTo>
                <a:cubicBezTo>
                  <a:pt x="6863" y="3704"/>
                  <a:pt x="6863" y="3662"/>
                  <a:pt x="6863" y="3620"/>
                </a:cubicBezTo>
                <a:cubicBezTo>
                  <a:pt x="6863" y="3516"/>
                  <a:pt x="6863" y="3411"/>
                  <a:pt x="6884" y="3327"/>
                </a:cubicBezTo>
                <a:cubicBezTo>
                  <a:pt x="7428" y="3076"/>
                  <a:pt x="7700" y="3013"/>
                  <a:pt x="7931" y="2302"/>
                </a:cubicBezTo>
                <a:cubicBezTo>
                  <a:pt x="8056" y="1905"/>
                  <a:pt x="8056" y="1507"/>
                  <a:pt x="8014" y="1109"/>
                </a:cubicBezTo>
                <a:cubicBezTo>
                  <a:pt x="7951" y="712"/>
                  <a:pt x="8098" y="356"/>
                  <a:pt x="807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1" name="Google Shape;431;p27"/>
          <p:cNvSpPr/>
          <p:nvPr/>
        </p:nvSpPr>
        <p:spPr>
          <a:xfrm>
            <a:off x="1197531" y="2618248"/>
            <a:ext cx="55522" cy="63564"/>
          </a:xfrm>
          <a:custGeom>
            <a:avLst/>
            <a:gdLst/>
            <a:ahLst/>
            <a:cxnLst/>
            <a:rect l="l" t="t" r="r" b="b"/>
            <a:pathLst>
              <a:path w="1298" h="1486" extrusionOk="0">
                <a:moveTo>
                  <a:pt x="649" y="0"/>
                </a:moveTo>
                <a:lnTo>
                  <a:pt x="1" y="1486"/>
                </a:lnTo>
                <a:lnTo>
                  <a:pt x="43" y="1465"/>
                </a:lnTo>
                <a:cubicBezTo>
                  <a:pt x="356" y="1277"/>
                  <a:pt x="754" y="1193"/>
                  <a:pt x="963" y="900"/>
                </a:cubicBezTo>
                <a:cubicBezTo>
                  <a:pt x="1298" y="544"/>
                  <a:pt x="1172" y="0"/>
                  <a:pt x="670" y="0"/>
                </a:cubicBezTo>
                <a:close/>
              </a:path>
            </a:pathLst>
          </a:custGeom>
          <a:solidFill>
            <a:srgbClr val="7742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2" name="Google Shape;432;p27"/>
          <p:cNvSpPr/>
          <p:nvPr/>
        </p:nvSpPr>
        <p:spPr>
          <a:xfrm>
            <a:off x="1091022" y="2611062"/>
            <a:ext cx="44785" cy="68098"/>
          </a:xfrm>
          <a:custGeom>
            <a:avLst/>
            <a:gdLst/>
            <a:ahLst/>
            <a:cxnLst/>
            <a:rect l="l" t="t" r="r" b="b"/>
            <a:pathLst>
              <a:path w="1047" h="1592" extrusionOk="0">
                <a:moveTo>
                  <a:pt x="419" y="1"/>
                </a:moveTo>
                <a:cubicBezTo>
                  <a:pt x="85" y="126"/>
                  <a:pt x="1" y="587"/>
                  <a:pt x="147" y="880"/>
                </a:cubicBezTo>
                <a:cubicBezTo>
                  <a:pt x="315" y="1173"/>
                  <a:pt x="691" y="1298"/>
                  <a:pt x="942" y="1507"/>
                </a:cubicBezTo>
                <a:lnTo>
                  <a:pt x="963" y="1507"/>
                </a:lnTo>
                <a:cubicBezTo>
                  <a:pt x="984" y="1528"/>
                  <a:pt x="1026" y="1549"/>
                  <a:pt x="1047" y="1591"/>
                </a:cubicBezTo>
                <a:lnTo>
                  <a:pt x="419" y="1"/>
                </a:lnTo>
                <a:close/>
              </a:path>
            </a:pathLst>
          </a:custGeom>
          <a:solidFill>
            <a:srgbClr val="7742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3" name="Google Shape;433;p27"/>
          <p:cNvSpPr/>
          <p:nvPr/>
        </p:nvSpPr>
        <p:spPr>
          <a:xfrm>
            <a:off x="1259298" y="2219970"/>
            <a:ext cx="48379" cy="42091"/>
          </a:xfrm>
          <a:custGeom>
            <a:avLst/>
            <a:gdLst/>
            <a:ahLst/>
            <a:cxnLst/>
            <a:rect l="l" t="t" r="r" b="b"/>
            <a:pathLst>
              <a:path w="1131" h="984" extrusionOk="0">
                <a:moveTo>
                  <a:pt x="894" y="1"/>
                </a:moveTo>
                <a:cubicBezTo>
                  <a:pt x="674" y="1"/>
                  <a:pt x="440" y="93"/>
                  <a:pt x="272" y="230"/>
                </a:cubicBezTo>
                <a:cubicBezTo>
                  <a:pt x="63" y="419"/>
                  <a:pt x="0" y="712"/>
                  <a:pt x="0" y="984"/>
                </a:cubicBezTo>
                <a:cubicBezTo>
                  <a:pt x="252" y="984"/>
                  <a:pt x="524" y="942"/>
                  <a:pt x="733" y="837"/>
                </a:cubicBezTo>
                <a:cubicBezTo>
                  <a:pt x="775" y="816"/>
                  <a:pt x="816" y="774"/>
                  <a:pt x="858" y="754"/>
                </a:cubicBezTo>
                <a:cubicBezTo>
                  <a:pt x="1047" y="586"/>
                  <a:pt x="1109" y="356"/>
                  <a:pt x="1130" y="105"/>
                </a:cubicBezTo>
                <a:lnTo>
                  <a:pt x="1130" y="42"/>
                </a:lnTo>
                <a:cubicBezTo>
                  <a:pt x="1056" y="14"/>
                  <a:pt x="976" y="1"/>
                  <a:pt x="894" y="1"/>
                </a:cubicBezTo>
                <a:close/>
              </a:path>
            </a:pathLst>
          </a:custGeom>
          <a:solidFill>
            <a:srgbClr val="3C24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4" name="Google Shape;434;p27"/>
          <p:cNvSpPr/>
          <p:nvPr/>
        </p:nvSpPr>
        <p:spPr>
          <a:xfrm>
            <a:off x="1020314" y="2219970"/>
            <a:ext cx="49277" cy="42091"/>
          </a:xfrm>
          <a:custGeom>
            <a:avLst/>
            <a:gdLst/>
            <a:ahLst/>
            <a:cxnLst/>
            <a:rect l="l" t="t" r="r" b="b"/>
            <a:pathLst>
              <a:path w="1152" h="984" extrusionOk="0">
                <a:moveTo>
                  <a:pt x="250" y="1"/>
                </a:moveTo>
                <a:cubicBezTo>
                  <a:pt x="165" y="1"/>
                  <a:pt x="81" y="14"/>
                  <a:pt x="1" y="42"/>
                </a:cubicBezTo>
                <a:cubicBezTo>
                  <a:pt x="22" y="377"/>
                  <a:pt x="105" y="670"/>
                  <a:pt x="398" y="837"/>
                </a:cubicBezTo>
                <a:cubicBezTo>
                  <a:pt x="608" y="942"/>
                  <a:pt x="880" y="984"/>
                  <a:pt x="1152" y="984"/>
                </a:cubicBezTo>
                <a:cubicBezTo>
                  <a:pt x="1131" y="712"/>
                  <a:pt x="1089" y="419"/>
                  <a:pt x="859" y="230"/>
                </a:cubicBezTo>
                <a:cubicBezTo>
                  <a:pt x="706" y="93"/>
                  <a:pt x="477" y="1"/>
                  <a:pt x="250" y="1"/>
                </a:cubicBezTo>
                <a:close/>
              </a:path>
            </a:pathLst>
          </a:custGeom>
          <a:solidFill>
            <a:srgbClr val="3C241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5" name="Google Shape;435;p27"/>
          <p:cNvSpPr/>
          <p:nvPr/>
        </p:nvSpPr>
        <p:spPr>
          <a:xfrm>
            <a:off x="1071345" y="1928801"/>
            <a:ext cx="200529" cy="110659"/>
          </a:xfrm>
          <a:custGeom>
            <a:avLst/>
            <a:gdLst/>
            <a:ahLst/>
            <a:cxnLst/>
            <a:rect l="l" t="t" r="r" b="b"/>
            <a:pathLst>
              <a:path w="4688" h="2587" extrusionOk="0">
                <a:moveTo>
                  <a:pt x="1893" y="1"/>
                </a:moveTo>
                <a:cubicBezTo>
                  <a:pt x="980" y="1"/>
                  <a:pt x="355" y="529"/>
                  <a:pt x="1" y="844"/>
                </a:cubicBezTo>
                <a:lnTo>
                  <a:pt x="21" y="865"/>
                </a:lnTo>
                <a:cubicBezTo>
                  <a:pt x="21" y="1158"/>
                  <a:pt x="147" y="1451"/>
                  <a:pt x="314" y="1723"/>
                </a:cubicBezTo>
                <a:cubicBezTo>
                  <a:pt x="565" y="1911"/>
                  <a:pt x="879" y="2079"/>
                  <a:pt x="1109" y="2183"/>
                </a:cubicBezTo>
                <a:cubicBezTo>
                  <a:pt x="1612" y="2410"/>
                  <a:pt x="2240" y="2587"/>
                  <a:pt x="2828" y="2587"/>
                </a:cubicBezTo>
                <a:cubicBezTo>
                  <a:pt x="2999" y="2587"/>
                  <a:pt x="3167" y="2572"/>
                  <a:pt x="3327" y="2539"/>
                </a:cubicBezTo>
                <a:cubicBezTo>
                  <a:pt x="3076" y="2371"/>
                  <a:pt x="2825" y="2141"/>
                  <a:pt x="2700" y="1869"/>
                </a:cubicBezTo>
                <a:lnTo>
                  <a:pt x="2700" y="1869"/>
                </a:lnTo>
                <a:cubicBezTo>
                  <a:pt x="2867" y="1932"/>
                  <a:pt x="3034" y="2016"/>
                  <a:pt x="3223" y="2079"/>
                </a:cubicBezTo>
                <a:cubicBezTo>
                  <a:pt x="3704" y="2225"/>
                  <a:pt x="4185" y="2330"/>
                  <a:pt x="4687" y="2330"/>
                </a:cubicBezTo>
                <a:cubicBezTo>
                  <a:pt x="4039" y="2037"/>
                  <a:pt x="3934" y="1242"/>
                  <a:pt x="3432" y="781"/>
                </a:cubicBezTo>
                <a:lnTo>
                  <a:pt x="3432" y="781"/>
                </a:lnTo>
                <a:cubicBezTo>
                  <a:pt x="3474" y="802"/>
                  <a:pt x="3516" y="823"/>
                  <a:pt x="3558" y="844"/>
                </a:cubicBezTo>
                <a:cubicBezTo>
                  <a:pt x="3662" y="802"/>
                  <a:pt x="3746" y="760"/>
                  <a:pt x="3830" y="718"/>
                </a:cubicBezTo>
                <a:cubicBezTo>
                  <a:pt x="3080" y="188"/>
                  <a:pt x="2436" y="1"/>
                  <a:pt x="189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6" name="Google Shape;436;p27"/>
          <p:cNvSpPr/>
          <p:nvPr/>
        </p:nvSpPr>
        <p:spPr>
          <a:xfrm>
            <a:off x="1080285" y="2111493"/>
            <a:ext cx="153092" cy="584606"/>
          </a:xfrm>
          <a:custGeom>
            <a:avLst/>
            <a:gdLst/>
            <a:ahLst/>
            <a:cxnLst/>
            <a:rect l="l" t="t" r="r" b="b"/>
            <a:pathLst>
              <a:path w="3579" h="13667" extrusionOk="0">
                <a:moveTo>
                  <a:pt x="1884" y="0"/>
                </a:moveTo>
                <a:cubicBezTo>
                  <a:pt x="1727" y="0"/>
                  <a:pt x="1581" y="131"/>
                  <a:pt x="1553" y="131"/>
                </a:cubicBezTo>
                <a:cubicBezTo>
                  <a:pt x="1551" y="131"/>
                  <a:pt x="1550" y="131"/>
                  <a:pt x="1549" y="130"/>
                </a:cubicBezTo>
                <a:cubicBezTo>
                  <a:pt x="1172" y="402"/>
                  <a:pt x="1172" y="402"/>
                  <a:pt x="545" y="1072"/>
                </a:cubicBezTo>
                <a:cubicBezTo>
                  <a:pt x="1" y="1678"/>
                  <a:pt x="1403" y="2976"/>
                  <a:pt x="1696" y="3708"/>
                </a:cubicBezTo>
                <a:cubicBezTo>
                  <a:pt x="1988" y="4378"/>
                  <a:pt x="1549" y="5235"/>
                  <a:pt x="1591" y="5947"/>
                </a:cubicBezTo>
                <a:cubicBezTo>
                  <a:pt x="1612" y="6805"/>
                  <a:pt x="1424" y="7265"/>
                  <a:pt x="1654" y="7976"/>
                </a:cubicBezTo>
                <a:cubicBezTo>
                  <a:pt x="2051" y="8960"/>
                  <a:pt x="1800" y="9860"/>
                  <a:pt x="1612" y="10487"/>
                </a:cubicBezTo>
                <a:cubicBezTo>
                  <a:pt x="1465" y="11052"/>
                  <a:pt x="963" y="11282"/>
                  <a:pt x="1068" y="11847"/>
                </a:cubicBezTo>
                <a:cubicBezTo>
                  <a:pt x="1110" y="12119"/>
                  <a:pt x="1235" y="12391"/>
                  <a:pt x="1298" y="12705"/>
                </a:cubicBezTo>
                <a:cubicBezTo>
                  <a:pt x="1400" y="13268"/>
                  <a:pt x="1667" y="13667"/>
                  <a:pt x="1983" y="13667"/>
                </a:cubicBezTo>
                <a:cubicBezTo>
                  <a:pt x="2184" y="13667"/>
                  <a:pt x="2405" y="13506"/>
                  <a:pt x="2616" y="13124"/>
                </a:cubicBezTo>
                <a:cubicBezTo>
                  <a:pt x="3056" y="12391"/>
                  <a:pt x="3516" y="11743"/>
                  <a:pt x="2930" y="11115"/>
                </a:cubicBezTo>
                <a:cubicBezTo>
                  <a:pt x="2491" y="10592"/>
                  <a:pt x="2281" y="9692"/>
                  <a:pt x="2428" y="8960"/>
                </a:cubicBezTo>
                <a:cubicBezTo>
                  <a:pt x="2491" y="8583"/>
                  <a:pt x="2721" y="8248"/>
                  <a:pt x="2784" y="7893"/>
                </a:cubicBezTo>
                <a:cubicBezTo>
                  <a:pt x="2867" y="7307"/>
                  <a:pt x="2846" y="6721"/>
                  <a:pt x="2804" y="6135"/>
                </a:cubicBezTo>
                <a:cubicBezTo>
                  <a:pt x="2784" y="5340"/>
                  <a:pt x="2491" y="4440"/>
                  <a:pt x="2532" y="3645"/>
                </a:cubicBezTo>
                <a:cubicBezTo>
                  <a:pt x="2553" y="3248"/>
                  <a:pt x="2742" y="2913"/>
                  <a:pt x="2909" y="2536"/>
                </a:cubicBezTo>
                <a:cubicBezTo>
                  <a:pt x="3014" y="2243"/>
                  <a:pt x="3390" y="1867"/>
                  <a:pt x="3474" y="1595"/>
                </a:cubicBezTo>
                <a:cubicBezTo>
                  <a:pt x="3579" y="1218"/>
                  <a:pt x="3056" y="800"/>
                  <a:pt x="2742" y="465"/>
                </a:cubicBezTo>
                <a:cubicBezTo>
                  <a:pt x="2512" y="214"/>
                  <a:pt x="2302" y="109"/>
                  <a:pt x="2051" y="46"/>
                </a:cubicBezTo>
                <a:lnTo>
                  <a:pt x="2030" y="46"/>
                </a:lnTo>
                <a:cubicBezTo>
                  <a:pt x="1983" y="13"/>
                  <a:pt x="1933" y="0"/>
                  <a:pt x="188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7" name="Google Shape;437;p27"/>
          <p:cNvSpPr/>
          <p:nvPr/>
        </p:nvSpPr>
        <p:spPr>
          <a:xfrm>
            <a:off x="1255705" y="1989926"/>
            <a:ext cx="53768" cy="507525"/>
          </a:xfrm>
          <a:custGeom>
            <a:avLst/>
            <a:gdLst/>
            <a:ahLst/>
            <a:cxnLst/>
            <a:rect l="l" t="t" r="r" b="b"/>
            <a:pathLst>
              <a:path w="1257" h="11865" extrusionOk="0">
                <a:moveTo>
                  <a:pt x="356" y="1"/>
                </a:moveTo>
                <a:cubicBezTo>
                  <a:pt x="608" y="126"/>
                  <a:pt x="921" y="231"/>
                  <a:pt x="1256" y="357"/>
                </a:cubicBezTo>
                <a:cubicBezTo>
                  <a:pt x="1256" y="336"/>
                  <a:pt x="1235" y="336"/>
                  <a:pt x="1235" y="336"/>
                </a:cubicBezTo>
                <a:cubicBezTo>
                  <a:pt x="921" y="231"/>
                  <a:pt x="608" y="106"/>
                  <a:pt x="356" y="1"/>
                </a:cubicBezTo>
                <a:close/>
                <a:moveTo>
                  <a:pt x="1" y="10400"/>
                </a:moveTo>
                <a:cubicBezTo>
                  <a:pt x="1" y="10400"/>
                  <a:pt x="1" y="10400"/>
                  <a:pt x="1" y="10421"/>
                </a:cubicBezTo>
                <a:cubicBezTo>
                  <a:pt x="210" y="10839"/>
                  <a:pt x="461" y="11341"/>
                  <a:pt x="691" y="11865"/>
                </a:cubicBezTo>
                <a:cubicBezTo>
                  <a:pt x="461" y="11321"/>
                  <a:pt x="210" y="10839"/>
                  <a:pt x="1" y="10400"/>
                </a:cubicBezTo>
                <a:close/>
              </a:path>
            </a:pathLst>
          </a:custGeom>
          <a:solidFill>
            <a:srgbClr val="CBB8A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8" name="Google Shape;438;p27"/>
          <p:cNvSpPr/>
          <p:nvPr/>
        </p:nvSpPr>
        <p:spPr>
          <a:xfrm>
            <a:off x="1255705" y="2077658"/>
            <a:ext cx="108349" cy="419794"/>
          </a:xfrm>
          <a:custGeom>
            <a:avLst/>
            <a:gdLst/>
            <a:ahLst/>
            <a:cxnLst/>
            <a:rect l="l" t="t" r="r" b="b"/>
            <a:pathLst>
              <a:path w="2533" h="9814" extrusionOk="0">
                <a:moveTo>
                  <a:pt x="775" y="0"/>
                </a:moveTo>
                <a:lnTo>
                  <a:pt x="775" y="0"/>
                </a:lnTo>
                <a:cubicBezTo>
                  <a:pt x="921" y="356"/>
                  <a:pt x="1026" y="670"/>
                  <a:pt x="1068" y="942"/>
                </a:cubicBezTo>
                <a:cubicBezTo>
                  <a:pt x="1089" y="1235"/>
                  <a:pt x="984" y="1612"/>
                  <a:pt x="1089" y="1884"/>
                </a:cubicBezTo>
                <a:cubicBezTo>
                  <a:pt x="1110" y="1925"/>
                  <a:pt x="1152" y="1967"/>
                  <a:pt x="1172" y="2009"/>
                </a:cubicBezTo>
                <a:cubicBezTo>
                  <a:pt x="1214" y="2051"/>
                  <a:pt x="1256" y="2093"/>
                  <a:pt x="1298" y="2135"/>
                </a:cubicBezTo>
                <a:cubicBezTo>
                  <a:pt x="1340" y="2176"/>
                  <a:pt x="1382" y="2239"/>
                  <a:pt x="1403" y="2281"/>
                </a:cubicBezTo>
                <a:cubicBezTo>
                  <a:pt x="1444" y="2407"/>
                  <a:pt x="1382" y="2574"/>
                  <a:pt x="1424" y="2700"/>
                </a:cubicBezTo>
                <a:cubicBezTo>
                  <a:pt x="1465" y="2867"/>
                  <a:pt x="1842" y="3244"/>
                  <a:pt x="1779" y="3390"/>
                </a:cubicBezTo>
                <a:cubicBezTo>
                  <a:pt x="1758" y="3474"/>
                  <a:pt x="1696" y="3495"/>
                  <a:pt x="1633" y="3495"/>
                </a:cubicBezTo>
                <a:cubicBezTo>
                  <a:pt x="1570" y="3495"/>
                  <a:pt x="1507" y="3474"/>
                  <a:pt x="1444" y="3474"/>
                </a:cubicBezTo>
                <a:cubicBezTo>
                  <a:pt x="1382" y="3453"/>
                  <a:pt x="1319" y="3432"/>
                  <a:pt x="1256" y="3432"/>
                </a:cubicBezTo>
                <a:lnTo>
                  <a:pt x="1214" y="3432"/>
                </a:lnTo>
                <a:cubicBezTo>
                  <a:pt x="1193" y="3683"/>
                  <a:pt x="1131" y="3913"/>
                  <a:pt x="942" y="4081"/>
                </a:cubicBezTo>
                <a:cubicBezTo>
                  <a:pt x="921" y="4541"/>
                  <a:pt x="1026" y="5148"/>
                  <a:pt x="1026" y="5420"/>
                </a:cubicBezTo>
                <a:cubicBezTo>
                  <a:pt x="984" y="6068"/>
                  <a:pt x="817" y="6717"/>
                  <a:pt x="608" y="7324"/>
                </a:cubicBezTo>
                <a:cubicBezTo>
                  <a:pt x="503" y="7617"/>
                  <a:pt x="315" y="7847"/>
                  <a:pt x="105" y="8077"/>
                </a:cubicBezTo>
                <a:cubicBezTo>
                  <a:pt x="84" y="8119"/>
                  <a:pt x="43" y="8161"/>
                  <a:pt x="22" y="8182"/>
                </a:cubicBezTo>
                <a:cubicBezTo>
                  <a:pt x="22" y="8244"/>
                  <a:pt x="22" y="8286"/>
                  <a:pt x="1" y="8349"/>
                </a:cubicBezTo>
                <a:cubicBezTo>
                  <a:pt x="210" y="8788"/>
                  <a:pt x="461" y="9270"/>
                  <a:pt x="691" y="9814"/>
                </a:cubicBezTo>
                <a:cubicBezTo>
                  <a:pt x="900" y="9583"/>
                  <a:pt x="1089" y="9311"/>
                  <a:pt x="1235" y="9102"/>
                </a:cubicBezTo>
                <a:cubicBezTo>
                  <a:pt x="2030" y="7826"/>
                  <a:pt x="1591" y="6319"/>
                  <a:pt x="1633" y="4917"/>
                </a:cubicBezTo>
                <a:cubicBezTo>
                  <a:pt x="1633" y="4771"/>
                  <a:pt x="1591" y="4436"/>
                  <a:pt x="1696" y="4311"/>
                </a:cubicBezTo>
                <a:cubicBezTo>
                  <a:pt x="1842" y="4122"/>
                  <a:pt x="2177" y="4227"/>
                  <a:pt x="2323" y="4060"/>
                </a:cubicBezTo>
                <a:cubicBezTo>
                  <a:pt x="2533" y="3829"/>
                  <a:pt x="2365" y="3432"/>
                  <a:pt x="2261" y="3055"/>
                </a:cubicBezTo>
                <a:cubicBezTo>
                  <a:pt x="2198" y="2700"/>
                  <a:pt x="2135" y="2302"/>
                  <a:pt x="2051" y="1925"/>
                </a:cubicBezTo>
                <a:cubicBezTo>
                  <a:pt x="1989" y="1632"/>
                  <a:pt x="1842" y="1360"/>
                  <a:pt x="1737" y="1088"/>
                </a:cubicBezTo>
                <a:cubicBezTo>
                  <a:pt x="1633" y="1005"/>
                  <a:pt x="1528" y="942"/>
                  <a:pt x="1486" y="816"/>
                </a:cubicBezTo>
                <a:cubicBezTo>
                  <a:pt x="1403" y="628"/>
                  <a:pt x="1549" y="314"/>
                  <a:pt x="1486" y="168"/>
                </a:cubicBezTo>
                <a:cubicBezTo>
                  <a:pt x="1403" y="21"/>
                  <a:pt x="1152" y="84"/>
                  <a:pt x="963" y="42"/>
                </a:cubicBezTo>
                <a:cubicBezTo>
                  <a:pt x="900" y="42"/>
                  <a:pt x="838" y="21"/>
                  <a:pt x="77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9" name="Google Shape;439;p27"/>
          <p:cNvSpPr/>
          <p:nvPr/>
        </p:nvSpPr>
        <p:spPr>
          <a:xfrm>
            <a:off x="1270933" y="1989926"/>
            <a:ext cx="59115" cy="134313"/>
          </a:xfrm>
          <a:custGeom>
            <a:avLst/>
            <a:gdLst/>
            <a:ahLst/>
            <a:cxnLst/>
            <a:rect l="l" t="t" r="r" b="b"/>
            <a:pathLst>
              <a:path w="1382" h="3140" extrusionOk="0">
                <a:moveTo>
                  <a:pt x="0" y="1"/>
                </a:moveTo>
                <a:cubicBezTo>
                  <a:pt x="0" y="64"/>
                  <a:pt x="0" y="106"/>
                  <a:pt x="0" y="168"/>
                </a:cubicBezTo>
                <a:cubicBezTo>
                  <a:pt x="0" y="210"/>
                  <a:pt x="0" y="252"/>
                  <a:pt x="0" y="294"/>
                </a:cubicBezTo>
                <a:cubicBezTo>
                  <a:pt x="0" y="901"/>
                  <a:pt x="231" y="1507"/>
                  <a:pt x="419" y="2051"/>
                </a:cubicBezTo>
                <a:cubicBezTo>
                  <a:pt x="482" y="2072"/>
                  <a:pt x="544" y="2093"/>
                  <a:pt x="607" y="2093"/>
                </a:cubicBezTo>
                <a:cubicBezTo>
                  <a:pt x="796" y="2135"/>
                  <a:pt x="1047" y="2072"/>
                  <a:pt x="1130" y="2219"/>
                </a:cubicBezTo>
                <a:cubicBezTo>
                  <a:pt x="1193" y="2365"/>
                  <a:pt x="1047" y="2679"/>
                  <a:pt x="1130" y="2867"/>
                </a:cubicBezTo>
                <a:cubicBezTo>
                  <a:pt x="1172" y="2993"/>
                  <a:pt x="1277" y="3056"/>
                  <a:pt x="1381" y="3139"/>
                </a:cubicBezTo>
                <a:cubicBezTo>
                  <a:pt x="1381" y="3139"/>
                  <a:pt x="1381" y="3119"/>
                  <a:pt x="1381" y="3119"/>
                </a:cubicBezTo>
                <a:cubicBezTo>
                  <a:pt x="1340" y="3014"/>
                  <a:pt x="1298" y="2909"/>
                  <a:pt x="1277" y="2784"/>
                </a:cubicBezTo>
                <a:cubicBezTo>
                  <a:pt x="1193" y="2386"/>
                  <a:pt x="1214" y="1884"/>
                  <a:pt x="1172" y="1403"/>
                </a:cubicBezTo>
                <a:cubicBezTo>
                  <a:pt x="1151" y="1026"/>
                  <a:pt x="1088" y="650"/>
                  <a:pt x="900" y="357"/>
                </a:cubicBezTo>
                <a:cubicBezTo>
                  <a:pt x="565" y="231"/>
                  <a:pt x="252" y="126"/>
                  <a:pt x="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0" name="Google Shape;440;p27"/>
          <p:cNvSpPr/>
          <p:nvPr/>
        </p:nvSpPr>
        <p:spPr>
          <a:xfrm>
            <a:off x="1255705" y="1989028"/>
            <a:ext cx="77423" cy="445758"/>
          </a:xfrm>
          <a:custGeom>
            <a:avLst/>
            <a:gdLst/>
            <a:ahLst/>
            <a:cxnLst/>
            <a:rect l="l" t="t" r="r" b="b"/>
            <a:pathLst>
              <a:path w="1810" h="10421" extrusionOk="0">
                <a:moveTo>
                  <a:pt x="356" y="1"/>
                </a:moveTo>
                <a:cubicBezTo>
                  <a:pt x="336" y="64"/>
                  <a:pt x="336" y="106"/>
                  <a:pt x="336" y="168"/>
                </a:cubicBezTo>
                <a:cubicBezTo>
                  <a:pt x="336" y="210"/>
                  <a:pt x="336" y="252"/>
                  <a:pt x="336" y="294"/>
                </a:cubicBezTo>
                <a:cubicBezTo>
                  <a:pt x="336" y="399"/>
                  <a:pt x="356" y="503"/>
                  <a:pt x="356" y="608"/>
                </a:cubicBezTo>
                <a:cubicBezTo>
                  <a:pt x="407" y="1015"/>
                  <a:pt x="541" y="1422"/>
                  <a:pt x="678" y="1795"/>
                </a:cubicBezTo>
                <a:lnTo>
                  <a:pt x="678" y="1795"/>
                </a:lnTo>
                <a:cubicBezTo>
                  <a:pt x="516" y="1326"/>
                  <a:pt x="356" y="820"/>
                  <a:pt x="356" y="315"/>
                </a:cubicBezTo>
                <a:cubicBezTo>
                  <a:pt x="356" y="273"/>
                  <a:pt x="356" y="231"/>
                  <a:pt x="356" y="189"/>
                </a:cubicBezTo>
                <a:cubicBezTo>
                  <a:pt x="356" y="127"/>
                  <a:pt x="356" y="85"/>
                  <a:pt x="356" y="22"/>
                </a:cubicBezTo>
                <a:cubicBezTo>
                  <a:pt x="356" y="22"/>
                  <a:pt x="356" y="22"/>
                  <a:pt x="356" y="1"/>
                </a:cubicBezTo>
                <a:close/>
                <a:moveTo>
                  <a:pt x="678" y="1795"/>
                </a:moveTo>
                <a:lnTo>
                  <a:pt x="678" y="1795"/>
                </a:lnTo>
                <a:cubicBezTo>
                  <a:pt x="711" y="1889"/>
                  <a:pt x="744" y="1982"/>
                  <a:pt x="775" y="2072"/>
                </a:cubicBezTo>
                <a:cubicBezTo>
                  <a:pt x="800" y="2133"/>
                  <a:pt x="824" y="2193"/>
                  <a:pt x="847" y="2252"/>
                </a:cubicBezTo>
                <a:lnTo>
                  <a:pt x="847" y="2252"/>
                </a:lnTo>
                <a:cubicBezTo>
                  <a:pt x="823" y="2187"/>
                  <a:pt x="799" y="2120"/>
                  <a:pt x="775" y="2051"/>
                </a:cubicBezTo>
                <a:cubicBezTo>
                  <a:pt x="743" y="1968"/>
                  <a:pt x="711" y="1883"/>
                  <a:pt x="678" y="1795"/>
                </a:cubicBezTo>
                <a:close/>
                <a:moveTo>
                  <a:pt x="847" y="2252"/>
                </a:moveTo>
                <a:cubicBezTo>
                  <a:pt x="945" y="2526"/>
                  <a:pt x="1030" y="2773"/>
                  <a:pt x="1047" y="2993"/>
                </a:cubicBezTo>
                <a:cubicBezTo>
                  <a:pt x="1076" y="3200"/>
                  <a:pt x="1033" y="3448"/>
                  <a:pt x="1042" y="3672"/>
                </a:cubicBezTo>
                <a:lnTo>
                  <a:pt x="1042" y="3672"/>
                </a:lnTo>
                <a:cubicBezTo>
                  <a:pt x="1038" y="3454"/>
                  <a:pt x="1082" y="3214"/>
                  <a:pt x="1068" y="3014"/>
                </a:cubicBezTo>
                <a:cubicBezTo>
                  <a:pt x="1033" y="2789"/>
                  <a:pt x="955" y="2535"/>
                  <a:pt x="847" y="2252"/>
                </a:cubicBezTo>
                <a:close/>
                <a:moveTo>
                  <a:pt x="1042" y="3672"/>
                </a:moveTo>
                <a:cubicBezTo>
                  <a:pt x="1044" y="3773"/>
                  <a:pt x="1056" y="3870"/>
                  <a:pt x="1089" y="3956"/>
                </a:cubicBezTo>
                <a:cubicBezTo>
                  <a:pt x="1095" y="3967"/>
                  <a:pt x="1102" y="3979"/>
                  <a:pt x="1110" y="3990"/>
                </a:cubicBezTo>
                <a:lnTo>
                  <a:pt x="1110" y="3990"/>
                </a:lnTo>
                <a:cubicBezTo>
                  <a:pt x="1102" y="3973"/>
                  <a:pt x="1096" y="3955"/>
                  <a:pt x="1089" y="3935"/>
                </a:cubicBezTo>
                <a:cubicBezTo>
                  <a:pt x="1058" y="3855"/>
                  <a:pt x="1045" y="3765"/>
                  <a:pt x="1042" y="3672"/>
                </a:cubicBezTo>
                <a:close/>
                <a:moveTo>
                  <a:pt x="1110" y="3990"/>
                </a:moveTo>
                <a:cubicBezTo>
                  <a:pt x="1126" y="4025"/>
                  <a:pt x="1144" y="4053"/>
                  <a:pt x="1172" y="4081"/>
                </a:cubicBezTo>
                <a:cubicBezTo>
                  <a:pt x="1157" y="4051"/>
                  <a:pt x="1131" y="4021"/>
                  <a:pt x="1110" y="3990"/>
                </a:cubicBezTo>
                <a:close/>
                <a:moveTo>
                  <a:pt x="1299" y="4207"/>
                </a:moveTo>
                <a:lnTo>
                  <a:pt x="1299" y="4207"/>
                </a:lnTo>
                <a:cubicBezTo>
                  <a:pt x="1340" y="4249"/>
                  <a:pt x="1361" y="4291"/>
                  <a:pt x="1382" y="4353"/>
                </a:cubicBezTo>
                <a:cubicBezTo>
                  <a:pt x="1440" y="4450"/>
                  <a:pt x="1372" y="4602"/>
                  <a:pt x="1413" y="4724"/>
                </a:cubicBezTo>
                <a:lnTo>
                  <a:pt x="1413" y="4724"/>
                </a:lnTo>
                <a:cubicBezTo>
                  <a:pt x="1395" y="4606"/>
                  <a:pt x="1439" y="4463"/>
                  <a:pt x="1403" y="4353"/>
                </a:cubicBezTo>
                <a:cubicBezTo>
                  <a:pt x="1382" y="4311"/>
                  <a:pt x="1340" y="4249"/>
                  <a:pt x="1299" y="4207"/>
                </a:cubicBezTo>
                <a:close/>
                <a:moveTo>
                  <a:pt x="1413" y="4724"/>
                </a:moveTo>
                <a:cubicBezTo>
                  <a:pt x="1415" y="4740"/>
                  <a:pt x="1418" y="4756"/>
                  <a:pt x="1424" y="4772"/>
                </a:cubicBezTo>
                <a:cubicBezTo>
                  <a:pt x="1446" y="4859"/>
                  <a:pt x="1559" y="5005"/>
                  <a:pt x="1654" y="5144"/>
                </a:cubicBezTo>
                <a:lnTo>
                  <a:pt x="1654" y="5144"/>
                </a:lnTo>
                <a:cubicBezTo>
                  <a:pt x="1560" y="4999"/>
                  <a:pt x="1446" y="4841"/>
                  <a:pt x="1424" y="4751"/>
                </a:cubicBezTo>
                <a:cubicBezTo>
                  <a:pt x="1419" y="4742"/>
                  <a:pt x="1416" y="4733"/>
                  <a:pt x="1413" y="4724"/>
                </a:cubicBezTo>
                <a:close/>
                <a:moveTo>
                  <a:pt x="1214" y="5483"/>
                </a:moveTo>
                <a:lnTo>
                  <a:pt x="1214" y="5504"/>
                </a:lnTo>
                <a:lnTo>
                  <a:pt x="1256" y="5504"/>
                </a:lnTo>
                <a:cubicBezTo>
                  <a:pt x="1319" y="5504"/>
                  <a:pt x="1382" y="5525"/>
                  <a:pt x="1444" y="5546"/>
                </a:cubicBezTo>
                <a:cubicBezTo>
                  <a:pt x="1482" y="5546"/>
                  <a:pt x="1520" y="5553"/>
                  <a:pt x="1558" y="5559"/>
                </a:cubicBezTo>
                <a:lnTo>
                  <a:pt x="1558" y="5559"/>
                </a:lnTo>
                <a:cubicBezTo>
                  <a:pt x="1522" y="5551"/>
                  <a:pt x="1477" y="5538"/>
                  <a:pt x="1424" y="5525"/>
                </a:cubicBezTo>
                <a:cubicBezTo>
                  <a:pt x="1361" y="5504"/>
                  <a:pt x="1298" y="5483"/>
                  <a:pt x="1235" y="5483"/>
                </a:cubicBezTo>
                <a:close/>
                <a:moveTo>
                  <a:pt x="1654" y="5144"/>
                </a:moveTo>
                <a:lnTo>
                  <a:pt x="1654" y="5144"/>
                </a:lnTo>
                <a:cubicBezTo>
                  <a:pt x="1734" y="5268"/>
                  <a:pt x="1799" y="5383"/>
                  <a:pt x="1779" y="5441"/>
                </a:cubicBezTo>
                <a:cubicBezTo>
                  <a:pt x="1739" y="5521"/>
                  <a:pt x="1699" y="5563"/>
                  <a:pt x="1622" y="5566"/>
                </a:cubicBezTo>
                <a:lnTo>
                  <a:pt x="1622" y="5566"/>
                </a:lnTo>
                <a:cubicBezTo>
                  <a:pt x="1601" y="5566"/>
                  <a:pt x="1579" y="5563"/>
                  <a:pt x="1558" y="5559"/>
                </a:cubicBezTo>
                <a:lnTo>
                  <a:pt x="1558" y="5559"/>
                </a:lnTo>
                <a:cubicBezTo>
                  <a:pt x="1579" y="5564"/>
                  <a:pt x="1597" y="5567"/>
                  <a:pt x="1612" y="5567"/>
                </a:cubicBezTo>
                <a:cubicBezTo>
                  <a:pt x="1615" y="5567"/>
                  <a:pt x="1619" y="5567"/>
                  <a:pt x="1622" y="5566"/>
                </a:cubicBezTo>
                <a:lnTo>
                  <a:pt x="1622" y="5566"/>
                </a:lnTo>
                <a:cubicBezTo>
                  <a:pt x="1625" y="5567"/>
                  <a:pt x="1629" y="5567"/>
                  <a:pt x="1633" y="5567"/>
                </a:cubicBezTo>
                <a:cubicBezTo>
                  <a:pt x="1696" y="5567"/>
                  <a:pt x="1758" y="5546"/>
                  <a:pt x="1779" y="5462"/>
                </a:cubicBezTo>
                <a:cubicBezTo>
                  <a:pt x="1809" y="5392"/>
                  <a:pt x="1740" y="5271"/>
                  <a:pt x="1654" y="5144"/>
                </a:cubicBezTo>
                <a:close/>
                <a:moveTo>
                  <a:pt x="921" y="6153"/>
                </a:moveTo>
                <a:cubicBezTo>
                  <a:pt x="921" y="6634"/>
                  <a:pt x="1005" y="7220"/>
                  <a:pt x="1005" y="7471"/>
                </a:cubicBezTo>
                <a:cubicBezTo>
                  <a:pt x="984" y="8119"/>
                  <a:pt x="817" y="8789"/>
                  <a:pt x="587" y="9375"/>
                </a:cubicBezTo>
                <a:cubicBezTo>
                  <a:pt x="503" y="9668"/>
                  <a:pt x="294" y="9898"/>
                  <a:pt x="84" y="10149"/>
                </a:cubicBezTo>
                <a:cubicBezTo>
                  <a:pt x="64" y="10170"/>
                  <a:pt x="43" y="10212"/>
                  <a:pt x="1" y="10233"/>
                </a:cubicBezTo>
                <a:cubicBezTo>
                  <a:pt x="1" y="10295"/>
                  <a:pt x="1" y="10358"/>
                  <a:pt x="1" y="10400"/>
                </a:cubicBezTo>
                <a:cubicBezTo>
                  <a:pt x="1" y="10410"/>
                  <a:pt x="1" y="10416"/>
                  <a:pt x="1" y="10421"/>
                </a:cubicBezTo>
                <a:cubicBezTo>
                  <a:pt x="22" y="10358"/>
                  <a:pt x="22" y="10316"/>
                  <a:pt x="22" y="10254"/>
                </a:cubicBezTo>
                <a:cubicBezTo>
                  <a:pt x="43" y="10233"/>
                  <a:pt x="84" y="10191"/>
                  <a:pt x="105" y="10149"/>
                </a:cubicBezTo>
                <a:cubicBezTo>
                  <a:pt x="315" y="9919"/>
                  <a:pt x="503" y="9689"/>
                  <a:pt x="608" y="9396"/>
                </a:cubicBezTo>
                <a:cubicBezTo>
                  <a:pt x="817" y="8789"/>
                  <a:pt x="984" y="8140"/>
                  <a:pt x="1026" y="7492"/>
                </a:cubicBezTo>
                <a:cubicBezTo>
                  <a:pt x="1026" y="7220"/>
                  <a:pt x="921" y="6613"/>
                  <a:pt x="942" y="6153"/>
                </a:cubicBezTo>
                <a:close/>
              </a:path>
            </a:pathLst>
          </a:custGeom>
          <a:solidFill>
            <a:srgbClr val="8F481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1" name="Google Shape;441;p27"/>
          <p:cNvSpPr/>
          <p:nvPr/>
        </p:nvSpPr>
        <p:spPr>
          <a:xfrm>
            <a:off x="1295101" y="2223521"/>
            <a:ext cx="12576" cy="28702"/>
          </a:xfrm>
          <a:custGeom>
            <a:avLst/>
            <a:gdLst/>
            <a:ahLst/>
            <a:cxnLst/>
            <a:rect l="l" t="t" r="r" b="b"/>
            <a:pathLst>
              <a:path w="294" h="671" extrusionOk="0">
                <a:moveTo>
                  <a:pt x="272" y="1"/>
                </a:moveTo>
                <a:cubicBezTo>
                  <a:pt x="251" y="273"/>
                  <a:pt x="189" y="482"/>
                  <a:pt x="0" y="650"/>
                </a:cubicBezTo>
                <a:cubicBezTo>
                  <a:pt x="0" y="650"/>
                  <a:pt x="0" y="671"/>
                  <a:pt x="0" y="671"/>
                </a:cubicBezTo>
                <a:lnTo>
                  <a:pt x="21" y="671"/>
                </a:lnTo>
                <a:cubicBezTo>
                  <a:pt x="210" y="503"/>
                  <a:pt x="272" y="273"/>
                  <a:pt x="293" y="22"/>
                </a:cubicBezTo>
                <a:lnTo>
                  <a:pt x="293" y="1"/>
                </a:lnTo>
                <a:close/>
              </a:path>
            </a:pathLst>
          </a:custGeom>
          <a:solidFill>
            <a:srgbClr val="301C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2" name="Google Shape;442;p27"/>
          <p:cNvSpPr/>
          <p:nvPr/>
        </p:nvSpPr>
        <p:spPr>
          <a:xfrm>
            <a:off x="1080285" y="2511739"/>
            <a:ext cx="179056" cy="32252"/>
          </a:xfrm>
          <a:custGeom>
            <a:avLst/>
            <a:gdLst/>
            <a:ahLst/>
            <a:cxnLst/>
            <a:rect l="l" t="t" r="r" b="b"/>
            <a:pathLst>
              <a:path w="4186" h="754" extrusionOk="0">
                <a:moveTo>
                  <a:pt x="1" y="0"/>
                </a:moveTo>
                <a:lnTo>
                  <a:pt x="1" y="754"/>
                </a:lnTo>
                <a:lnTo>
                  <a:pt x="4185" y="754"/>
                </a:lnTo>
                <a:lnTo>
                  <a:pt x="4185" y="0"/>
                </a:lnTo>
                <a:close/>
              </a:path>
            </a:pathLst>
          </a:custGeom>
          <a:solidFill>
            <a:srgbClr val="3721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3" name="Google Shape;443;p27"/>
          <p:cNvSpPr/>
          <p:nvPr/>
        </p:nvSpPr>
        <p:spPr>
          <a:xfrm>
            <a:off x="1020314" y="2101826"/>
            <a:ext cx="287362" cy="47480"/>
          </a:xfrm>
          <a:custGeom>
            <a:avLst/>
            <a:gdLst/>
            <a:ahLst/>
            <a:cxnLst/>
            <a:rect l="l" t="t" r="r" b="b"/>
            <a:pathLst>
              <a:path w="6718" h="1110" extrusionOk="0">
                <a:moveTo>
                  <a:pt x="1" y="0"/>
                </a:moveTo>
                <a:lnTo>
                  <a:pt x="1" y="1109"/>
                </a:lnTo>
                <a:lnTo>
                  <a:pt x="6717" y="1109"/>
                </a:lnTo>
                <a:lnTo>
                  <a:pt x="6717" y="0"/>
                </a:lnTo>
                <a:close/>
              </a:path>
            </a:pathLst>
          </a:custGeom>
          <a:solidFill>
            <a:srgbClr val="3721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4" name="Google Shape;444;p27"/>
          <p:cNvSpPr/>
          <p:nvPr/>
        </p:nvSpPr>
        <p:spPr>
          <a:xfrm>
            <a:off x="1471420" y="2780237"/>
            <a:ext cx="72546" cy="78792"/>
          </a:xfrm>
          <a:custGeom>
            <a:avLst/>
            <a:gdLst/>
            <a:ahLst/>
            <a:cxnLst/>
            <a:rect l="l" t="t" r="r" b="b"/>
            <a:pathLst>
              <a:path w="1696" h="1842" extrusionOk="0">
                <a:moveTo>
                  <a:pt x="1026" y="0"/>
                </a:moveTo>
                <a:lnTo>
                  <a:pt x="0" y="1465"/>
                </a:lnTo>
                <a:lnTo>
                  <a:pt x="461" y="1842"/>
                </a:lnTo>
                <a:lnTo>
                  <a:pt x="1695" y="461"/>
                </a:lnTo>
                <a:lnTo>
                  <a:pt x="1026" y="0"/>
                </a:lnTo>
                <a:close/>
              </a:path>
            </a:pathLst>
          </a:custGeom>
          <a:solidFill>
            <a:srgbClr val="E9BF6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5" name="Google Shape;445;p27"/>
          <p:cNvSpPr/>
          <p:nvPr/>
        </p:nvSpPr>
        <p:spPr>
          <a:xfrm>
            <a:off x="1998579" y="2563625"/>
            <a:ext cx="169175" cy="87774"/>
          </a:xfrm>
          <a:custGeom>
            <a:avLst/>
            <a:gdLst/>
            <a:ahLst/>
            <a:cxnLst/>
            <a:rect l="l" t="t" r="r" b="b"/>
            <a:pathLst>
              <a:path w="3955" h="2052" extrusionOk="0">
                <a:moveTo>
                  <a:pt x="0" y="1"/>
                </a:moveTo>
                <a:lnTo>
                  <a:pt x="0" y="2051"/>
                </a:lnTo>
                <a:lnTo>
                  <a:pt x="3955" y="2051"/>
                </a:lnTo>
                <a:lnTo>
                  <a:pt x="3955" y="1"/>
                </a:lnTo>
                <a:close/>
              </a:path>
            </a:pathLst>
          </a:custGeom>
          <a:solidFill>
            <a:srgbClr val="3B2D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6" name="Google Shape;446;p27"/>
          <p:cNvSpPr/>
          <p:nvPr/>
        </p:nvSpPr>
        <p:spPr>
          <a:xfrm>
            <a:off x="2012908" y="2518882"/>
            <a:ext cx="139660" cy="122679"/>
          </a:xfrm>
          <a:custGeom>
            <a:avLst/>
            <a:gdLst/>
            <a:ahLst/>
            <a:cxnLst/>
            <a:rect l="l" t="t" r="r" b="b"/>
            <a:pathLst>
              <a:path w="3265" h="2868" extrusionOk="0">
                <a:moveTo>
                  <a:pt x="0" y="1"/>
                </a:moveTo>
                <a:lnTo>
                  <a:pt x="0" y="2867"/>
                </a:lnTo>
                <a:lnTo>
                  <a:pt x="3264" y="2867"/>
                </a:lnTo>
                <a:lnTo>
                  <a:pt x="3264" y="1"/>
                </a:lnTo>
                <a:close/>
              </a:path>
            </a:pathLst>
          </a:custGeom>
          <a:solidFill>
            <a:srgbClr val="FCD1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7" name="Google Shape;447;p27"/>
          <p:cNvSpPr/>
          <p:nvPr/>
        </p:nvSpPr>
        <p:spPr>
          <a:xfrm>
            <a:off x="1946650" y="2369426"/>
            <a:ext cx="272135" cy="103858"/>
          </a:xfrm>
          <a:custGeom>
            <a:avLst/>
            <a:gdLst/>
            <a:ahLst/>
            <a:cxnLst/>
            <a:rect l="l" t="t" r="r" b="b"/>
            <a:pathLst>
              <a:path w="6362" h="2428" extrusionOk="0">
                <a:moveTo>
                  <a:pt x="356" y="0"/>
                </a:moveTo>
                <a:cubicBezTo>
                  <a:pt x="252" y="0"/>
                  <a:pt x="147" y="63"/>
                  <a:pt x="84" y="126"/>
                </a:cubicBezTo>
                <a:lnTo>
                  <a:pt x="84" y="147"/>
                </a:lnTo>
                <a:lnTo>
                  <a:pt x="1" y="1068"/>
                </a:lnTo>
                <a:lnTo>
                  <a:pt x="1" y="2051"/>
                </a:lnTo>
                <a:cubicBezTo>
                  <a:pt x="1" y="2260"/>
                  <a:pt x="168" y="2428"/>
                  <a:pt x="356" y="2428"/>
                </a:cubicBezTo>
                <a:lnTo>
                  <a:pt x="5985" y="2428"/>
                </a:lnTo>
                <a:cubicBezTo>
                  <a:pt x="6194" y="2428"/>
                  <a:pt x="6362" y="2260"/>
                  <a:pt x="6362" y="2051"/>
                </a:cubicBezTo>
                <a:lnTo>
                  <a:pt x="6362" y="1068"/>
                </a:lnTo>
                <a:cubicBezTo>
                  <a:pt x="6362" y="754"/>
                  <a:pt x="6341" y="440"/>
                  <a:pt x="6278" y="126"/>
                </a:cubicBezTo>
                <a:cubicBezTo>
                  <a:pt x="6215" y="63"/>
                  <a:pt x="6110" y="0"/>
                  <a:pt x="598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8" name="Google Shape;448;p27"/>
          <p:cNvSpPr/>
          <p:nvPr/>
        </p:nvSpPr>
        <p:spPr>
          <a:xfrm>
            <a:off x="1938608" y="2579751"/>
            <a:ext cx="288218" cy="334757"/>
          </a:xfrm>
          <a:custGeom>
            <a:avLst/>
            <a:gdLst/>
            <a:ahLst/>
            <a:cxnLst/>
            <a:rect l="l" t="t" r="r" b="b"/>
            <a:pathLst>
              <a:path w="6738" h="7826" extrusionOk="0">
                <a:moveTo>
                  <a:pt x="1360" y="1"/>
                </a:moveTo>
                <a:lnTo>
                  <a:pt x="0" y="649"/>
                </a:lnTo>
                <a:lnTo>
                  <a:pt x="0" y="7826"/>
                </a:lnTo>
                <a:lnTo>
                  <a:pt x="6738" y="7826"/>
                </a:lnTo>
                <a:lnTo>
                  <a:pt x="6738" y="649"/>
                </a:lnTo>
                <a:lnTo>
                  <a:pt x="5378" y="1"/>
                </a:lnTo>
                <a:cubicBezTo>
                  <a:pt x="5357" y="670"/>
                  <a:pt x="4457" y="1214"/>
                  <a:pt x="3369" y="1214"/>
                </a:cubicBezTo>
                <a:cubicBezTo>
                  <a:pt x="2281" y="1214"/>
                  <a:pt x="1381" y="670"/>
                  <a:pt x="136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9" name="Google Shape;449;p27"/>
          <p:cNvSpPr/>
          <p:nvPr/>
        </p:nvSpPr>
        <p:spPr>
          <a:xfrm>
            <a:off x="1864308" y="3289474"/>
            <a:ext cx="438615" cy="980189"/>
          </a:xfrm>
          <a:custGeom>
            <a:avLst/>
            <a:gdLst/>
            <a:ahLst/>
            <a:cxnLst/>
            <a:rect l="l" t="t" r="r" b="b"/>
            <a:pathLst>
              <a:path w="10254" h="22915" extrusionOk="0">
                <a:moveTo>
                  <a:pt x="838" y="1"/>
                </a:moveTo>
                <a:cubicBezTo>
                  <a:pt x="838" y="1"/>
                  <a:pt x="503" y="691"/>
                  <a:pt x="398" y="2219"/>
                </a:cubicBezTo>
                <a:cubicBezTo>
                  <a:pt x="1" y="8308"/>
                  <a:pt x="1675" y="9877"/>
                  <a:pt x="1800" y="11614"/>
                </a:cubicBezTo>
                <a:cubicBezTo>
                  <a:pt x="1947" y="13350"/>
                  <a:pt x="1549" y="14229"/>
                  <a:pt x="1800" y="16928"/>
                </a:cubicBezTo>
                <a:cubicBezTo>
                  <a:pt x="2051" y="19606"/>
                  <a:pt x="2993" y="22619"/>
                  <a:pt x="2993" y="22619"/>
                </a:cubicBezTo>
                <a:cubicBezTo>
                  <a:pt x="2993" y="22619"/>
                  <a:pt x="3035" y="22703"/>
                  <a:pt x="3118" y="22766"/>
                </a:cubicBezTo>
                <a:cubicBezTo>
                  <a:pt x="3286" y="22859"/>
                  <a:pt x="3616" y="22915"/>
                  <a:pt x="3932" y="22915"/>
                </a:cubicBezTo>
                <a:cubicBezTo>
                  <a:pt x="4325" y="22915"/>
                  <a:pt x="4697" y="22828"/>
                  <a:pt x="4709" y="22619"/>
                </a:cubicBezTo>
                <a:cubicBezTo>
                  <a:pt x="4771" y="21364"/>
                  <a:pt x="4792" y="17430"/>
                  <a:pt x="4813" y="16363"/>
                </a:cubicBezTo>
                <a:cubicBezTo>
                  <a:pt x="4834" y="15296"/>
                  <a:pt x="4604" y="13894"/>
                  <a:pt x="4583" y="13601"/>
                </a:cubicBezTo>
                <a:cubicBezTo>
                  <a:pt x="4541" y="12974"/>
                  <a:pt x="4604" y="12492"/>
                  <a:pt x="4604" y="11844"/>
                </a:cubicBezTo>
                <a:cubicBezTo>
                  <a:pt x="4625" y="11174"/>
                  <a:pt x="4730" y="10588"/>
                  <a:pt x="4730" y="9751"/>
                </a:cubicBezTo>
                <a:cubicBezTo>
                  <a:pt x="4730" y="8914"/>
                  <a:pt x="5127" y="6466"/>
                  <a:pt x="4897" y="4081"/>
                </a:cubicBezTo>
                <a:lnTo>
                  <a:pt x="4897" y="4081"/>
                </a:lnTo>
                <a:lnTo>
                  <a:pt x="5085" y="4102"/>
                </a:lnTo>
                <a:lnTo>
                  <a:pt x="5294" y="4081"/>
                </a:lnTo>
                <a:lnTo>
                  <a:pt x="5294" y="4081"/>
                </a:lnTo>
                <a:cubicBezTo>
                  <a:pt x="5085" y="5901"/>
                  <a:pt x="5483" y="8977"/>
                  <a:pt x="5483" y="9793"/>
                </a:cubicBezTo>
                <a:cubicBezTo>
                  <a:pt x="5483" y="10630"/>
                  <a:pt x="5566" y="11174"/>
                  <a:pt x="5587" y="11844"/>
                </a:cubicBezTo>
                <a:cubicBezTo>
                  <a:pt x="5587" y="12492"/>
                  <a:pt x="5650" y="12974"/>
                  <a:pt x="5608" y="13601"/>
                </a:cubicBezTo>
                <a:cubicBezTo>
                  <a:pt x="5587" y="13894"/>
                  <a:pt x="5357" y="15296"/>
                  <a:pt x="5378" y="16363"/>
                </a:cubicBezTo>
                <a:cubicBezTo>
                  <a:pt x="5399" y="17430"/>
                  <a:pt x="5504" y="21364"/>
                  <a:pt x="5546" y="22619"/>
                </a:cubicBezTo>
                <a:cubicBezTo>
                  <a:pt x="5546" y="22794"/>
                  <a:pt x="5909" y="22857"/>
                  <a:pt x="6291" y="22857"/>
                </a:cubicBezTo>
                <a:cubicBezTo>
                  <a:pt x="6503" y="22857"/>
                  <a:pt x="6720" y="22838"/>
                  <a:pt x="6885" y="22808"/>
                </a:cubicBezTo>
                <a:cubicBezTo>
                  <a:pt x="7094" y="22766"/>
                  <a:pt x="7136" y="22619"/>
                  <a:pt x="7136" y="22619"/>
                </a:cubicBezTo>
                <a:cubicBezTo>
                  <a:pt x="7136" y="22619"/>
                  <a:pt x="8140" y="19606"/>
                  <a:pt x="8391" y="16928"/>
                </a:cubicBezTo>
                <a:cubicBezTo>
                  <a:pt x="8642" y="14229"/>
                  <a:pt x="8245" y="13350"/>
                  <a:pt x="8391" y="11614"/>
                </a:cubicBezTo>
                <a:cubicBezTo>
                  <a:pt x="8517" y="9877"/>
                  <a:pt x="10253" y="7533"/>
                  <a:pt x="9772" y="2219"/>
                </a:cubicBezTo>
                <a:cubicBezTo>
                  <a:pt x="9647" y="691"/>
                  <a:pt x="9354" y="1"/>
                  <a:pt x="9354" y="1"/>
                </a:cubicBezTo>
                <a:cubicBezTo>
                  <a:pt x="9354" y="1"/>
                  <a:pt x="6738" y="461"/>
                  <a:pt x="5085" y="461"/>
                </a:cubicBezTo>
                <a:cubicBezTo>
                  <a:pt x="3453" y="461"/>
                  <a:pt x="838" y="1"/>
                  <a:pt x="83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0" name="Google Shape;450;p27"/>
          <p:cNvSpPr/>
          <p:nvPr/>
        </p:nvSpPr>
        <p:spPr>
          <a:xfrm>
            <a:off x="2082717" y="2574404"/>
            <a:ext cx="238086" cy="811784"/>
          </a:xfrm>
          <a:custGeom>
            <a:avLst/>
            <a:gdLst/>
            <a:ahLst/>
            <a:cxnLst/>
            <a:rect l="l" t="t" r="r" b="b"/>
            <a:pathLst>
              <a:path w="5566" h="18978" extrusionOk="0">
                <a:moveTo>
                  <a:pt x="1988" y="0"/>
                </a:moveTo>
                <a:lnTo>
                  <a:pt x="0" y="5043"/>
                </a:lnTo>
                <a:lnTo>
                  <a:pt x="0" y="16927"/>
                </a:lnTo>
                <a:cubicBezTo>
                  <a:pt x="0" y="18978"/>
                  <a:pt x="963" y="18978"/>
                  <a:pt x="963" y="18978"/>
                </a:cubicBezTo>
                <a:lnTo>
                  <a:pt x="5252" y="18978"/>
                </a:lnTo>
                <a:cubicBezTo>
                  <a:pt x="5273" y="17597"/>
                  <a:pt x="5126" y="15776"/>
                  <a:pt x="4980" y="14144"/>
                </a:cubicBezTo>
                <a:lnTo>
                  <a:pt x="4917" y="14123"/>
                </a:lnTo>
                <a:lnTo>
                  <a:pt x="4959" y="14040"/>
                </a:lnTo>
                <a:cubicBezTo>
                  <a:pt x="4750" y="11968"/>
                  <a:pt x="4478" y="10232"/>
                  <a:pt x="4478" y="10232"/>
                </a:cubicBezTo>
                <a:lnTo>
                  <a:pt x="4959" y="6319"/>
                </a:lnTo>
                <a:lnTo>
                  <a:pt x="5566" y="1465"/>
                </a:lnTo>
                <a:lnTo>
                  <a:pt x="1988" y="0"/>
                </a:lnTo>
                <a:close/>
              </a:path>
            </a:pathLst>
          </a:custGeom>
          <a:solidFill>
            <a:srgbClr val="7756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1" name="Google Shape;451;p27"/>
          <p:cNvSpPr/>
          <p:nvPr/>
        </p:nvSpPr>
        <p:spPr>
          <a:xfrm>
            <a:off x="1844631" y="2574404"/>
            <a:ext cx="246170" cy="811784"/>
          </a:xfrm>
          <a:custGeom>
            <a:avLst/>
            <a:gdLst/>
            <a:ahLst/>
            <a:cxnLst/>
            <a:rect l="l" t="t" r="r" b="b"/>
            <a:pathLst>
              <a:path w="5755" h="18978" extrusionOk="0">
                <a:moveTo>
                  <a:pt x="3557" y="0"/>
                </a:moveTo>
                <a:lnTo>
                  <a:pt x="0" y="1465"/>
                </a:lnTo>
                <a:lnTo>
                  <a:pt x="607" y="6319"/>
                </a:lnTo>
                <a:lnTo>
                  <a:pt x="1089" y="10232"/>
                </a:lnTo>
                <a:cubicBezTo>
                  <a:pt x="1089" y="10232"/>
                  <a:pt x="816" y="11968"/>
                  <a:pt x="607" y="14040"/>
                </a:cubicBezTo>
                <a:lnTo>
                  <a:pt x="586" y="14144"/>
                </a:lnTo>
                <a:cubicBezTo>
                  <a:pt x="419" y="15776"/>
                  <a:pt x="272" y="17597"/>
                  <a:pt x="314" y="18978"/>
                </a:cubicBezTo>
                <a:lnTo>
                  <a:pt x="4604" y="18978"/>
                </a:lnTo>
                <a:cubicBezTo>
                  <a:pt x="4604" y="18978"/>
                  <a:pt x="5754" y="18957"/>
                  <a:pt x="5754" y="16927"/>
                </a:cubicBezTo>
                <a:lnTo>
                  <a:pt x="5754" y="5545"/>
                </a:lnTo>
                <a:lnTo>
                  <a:pt x="3557" y="0"/>
                </a:lnTo>
                <a:close/>
              </a:path>
            </a:pathLst>
          </a:custGeom>
          <a:solidFill>
            <a:srgbClr val="563F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2" name="Google Shape;452;p27"/>
          <p:cNvSpPr/>
          <p:nvPr/>
        </p:nvSpPr>
        <p:spPr>
          <a:xfrm>
            <a:off x="1651288" y="2637027"/>
            <a:ext cx="219350" cy="373255"/>
          </a:xfrm>
          <a:custGeom>
            <a:avLst/>
            <a:gdLst/>
            <a:ahLst/>
            <a:cxnLst/>
            <a:rect l="l" t="t" r="r" b="b"/>
            <a:pathLst>
              <a:path w="5128" h="8726" extrusionOk="0">
                <a:moveTo>
                  <a:pt x="4520" y="1"/>
                </a:moveTo>
                <a:cubicBezTo>
                  <a:pt x="4520" y="1"/>
                  <a:pt x="3830" y="461"/>
                  <a:pt x="3328" y="1695"/>
                </a:cubicBezTo>
                <a:cubicBezTo>
                  <a:pt x="3056" y="2407"/>
                  <a:pt x="1445" y="5252"/>
                  <a:pt x="419" y="7052"/>
                </a:cubicBezTo>
                <a:cubicBezTo>
                  <a:pt x="189" y="7449"/>
                  <a:pt x="1" y="8077"/>
                  <a:pt x="1" y="8077"/>
                </a:cubicBezTo>
                <a:lnTo>
                  <a:pt x="210" y="8245"/>
                </a:lnTo>
                <a:lnTo>
                  <a:pt x="43" y="8245"/>
                </a:lnTo>
                <a:cubicBezTo>
                  <a:pt x="43" y="8245"/>
                  <a:pt x="64" y="8433"/>
                  <a:pt x="85" y="8621"/>
                </a:cubicBezTo>
                <a:lnTo>
                  <a:pt x="2658" y="8726"/>
                </a:lnTo>
                <a:lnTo>
                  <a:pt x="5127" y="4855"/>
                </a:lnTo>
                <a:lnTo>
                  <a:pt x="4520" y="1"/>
                </a:lnTo>
                <a:close/>
              </a:path>
            </a:pathLst>
          </a:custGeom>
          <a:solidFill>
            <a:srgbClr val="2E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3" name="Google Shape;453;p27"/>
          <p:cNvSpPr/>
          <p:nvPr/>
        </p:nvSpPr>
        <p:spPr>
          <a:xfrm>
            <a:off x="1487503" y="2788279"/>
            <a:ext cx="286464" cy="252544"/>
          </a:xfrm>
          <a:custGeom>
            <a:avLst/>
            <a:gdLst/>
            <a:ahLst/>
            <a:cxnLst/>
            <a:rect l="l" t="t" r="r" b="b"/>
            <a:pathLst>
              <a:path w="6697" h="5904" extrusionOk="0">
                <a:moveTo>
                  <a:pt x="1235" y="1"/>
                </a:moveTo>
                <a:lnTo>
                  <a:pt x="1" y="1716"/>
                </a:lnTo>
                <a:cubicBezTo>
                  <a:pt x="1" y="1758"/>
                  <a:pt x="629" y="2240"/>
                  <a:pt x="629" y="2260"/>
                </a:cubicBezTo>
                <a:lnTo>
                  <a:pt x="4186" y="5378"/>
                </a:lnTo>
                <a:cubicBezTo>
                  <a:pt x="4516" y="5722"/>
                  <a:pt x="4865" y="5904"/>
                  <a:pt x="5244" y="5904"/>
                </a:cubicBezTo>
                <a:cubicBezTo>
                  <a:pt x="5440" y="5904"/>
                  <a:pt x="5645" y="5855"/>
                  <a:pt x="5860" y="5755"/>
                </a:cubicBezTo>
                <a:cubicBezTo>
                  <a:pt x="6362" y="5525"/>
                  <a:pt x="6676" y="5043"/>
                  <a:pt x="6697" y="4520"/>
                </a:cubicBezTo>
                <a:lnTo>
                  <a:pt x="6697" y="4457"/>
                </a:lnTo>
                <a:cubicBezTo>
                  <a:pt x="6676" y="4269"/>
                  <a:pt x="6634" y="4081"/>
                  <a:pt x="6571" y="3893"/>
                </a:cubicBezTo>
                <a:lnTo>
                  <a:pt x="6550" y="3872"/>
                </a:lnTo>
                <a:cubicBezTo>
                  <a:pt x="6529" y="3830"/>
                  <a:pt x="6487" y="3788"/>
                  <a:pt x="6466" y="3746"/>
                </a:cubicBezTo>
                <a:lnTo>
                  <a:pt x="6445" y="3704"/>
                </a:lnTo>
                <a:lnTo>
                  <a:pt x="6425" y="3662"/>
                </a:lnTo>
                <a:cubicBezTo>
                  <a:pt x="6299" y="3495"/>
                  <a:pt x="6194" y="3390"/>
                  <a:pt x="6006" y="3244"/>
                </a:cubicBezTo>
                <a:cubicBezTo>
                  <a:pt x="5755" y="3035"/>
                  <a:pt x="5483" y="2867"/>
                  <a:pt x="5441" y="2825"/>
                </a:cubicBezTo>
                <a:lnTo>
                  <a:pt x="5420" y="2805"/>
                </a:lnTo>
                <a:lnTo>
                  <a:pt x="1235" y="1"/>
                </a:lnTo>
                <a:close/>
              </a:path>
            </a:pathLst>
          </a:custGeom>
          <a:solidFill>
            <a:srgbClr val="2E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4" name="Google Shape;454;p27"/>
          <p:cNvSpPr/>
          <p:nvPr/>
        </p:nvSpPr>
        <p:spPr>
          <a:xfrm>
            <a:off x="1879536" y="3426439"/>
            <a:ext cx="43" cy="6288"/>
          </a:xfrm>
          <a:custGeom>
            <a:avLst/>
            <a:gdLst/>
            <a:ahLst/>
            <a:cxnLst/>
            <a:rect l="l" t="t" r="r" b="b"/>
            <a:pathLst>
              <a:path w="1" h="147" extrusionOk="0">
                <a:moveTo>
                  <a:pt x="0" y="147"/>
                </a:moveTo>
                <a:cubicBezTo>
                  <a:pt x="0" y="84"/>
                  <a:pt x="0" y="42"/>
                  <a:pt x="0" y="0"/>
                </a:cubicBezTo>
                <a:lnTo>
                  <a:pt x="0" y="0"/>
                </a:lnTo>
                <a:cubicBezTo>
                  <a:pt x="0" y="42"/>
                  <a:pt x="0" y="105"/>
                  <a:pt x="0" y="147"/>
                </a:cubicBezTo>
              </a:path>
            </a:pathLst>
          </a:custGeom>
          <a:solidFill>
            <a:srgbClr val="DAE1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5" name="Google Shape;455;p27"/>
          <p:cNvSpPr/>
          <p:nvPr/>
        </p:nvSpPr>
        <p:spPr>
          <a:xfrm>
            <a:off x="1879536" y="3386145"/>
            <a:ext cx="1839" cy="40337"/>
          </a:xfrm>
          <a:custGeom>
            <a:avLst/>
            <a:gdLst/>
            <a:ahLst/>
            <a:cxnLst/>
            <a:rect l="l" t="t" r="r" b="b"/>
            <a:pathLst>
              <a:path w="43" h="943" extrusionOk="0">
                <a:moveTo>
                  <a:pt x="0" y="942"/>
                </a:moveTo>
                <a:lnTo>
                  <a:pt x="0" y="942"/>
                </a:lnTo>
                <a:cubicBezTo>
                  <a:pt x="21" y="628"/>
                  <a:pt x="21" y="315"/>
                  <a:pt x="42" y="1"/>
                </a:cubicBezTo>
                <a:lnTo>
                  <a:pt x="42" y="1"/>
                </a:lnTo>
                <a:cubicBezTo>
                  <a:pt x="21" y="315"/>
                  <a:pt x="21" y="628"/>
                  <a:pt x="0" y="942"/>
                </a:cubicBezTo>
                <a:close/>
              </a:path>
            </a:pathLst>
          </a:custGeom>
          <a:solidFill>
            <a:srgbClr val="72B0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6" name="Google Shape;456;p27"/>
          <p:cNvSpPr/>
          <p:nvPr/>
        </p:nvSpPr>
        <p:spPr>
          <a:xfrm>
            <a:off x="1879536" y="3339606"/>
            <a:ext cx="406363" cy="94019"/>
          </a:xfrm>
          <a:custGeom>
            <a:avLst/>
            <a:gdLst/>
            <a:ahLst/>
            <a:cxnLst/>
            <a:rect l="l" t="t" r="r" b="b"/>
            <a:pathLst>
              <a:path w="9500" h="2198" extrusionOk="0">
                <a:moveTo>
                  <a:pt x="4834" y="1"/>
                </a:moveTo>
                <a:cubicBezTo>
                  <a:pt x="4541" y="1089"/>
                  <a:pt x="3788" y="1089"/>
                  <a:pt x="3788" y="1089"/>
                </a:cubicBezTo>
                <a:lnTo>
                  <a:pt x="42" y="1089"/>
                </a:lnTo>
                <a:cubicBezTo>
                  <a:pt x="21" y="1403"/>
                  <a:pt x="21" y="1716"/>
                  <a:pt x="0" y="2030"/>
                </a:cubicBezTo>
                <a:cubicBezTo>
                  <a:pt x="0" y="2072"/>
                  <a:pt x="0" y="2135"/>
                  <a:pt x="0" y="2177"/>
                </a:cubicBezTo>
                <a:cubicBezTo>
                  <a:pt x="0" y="2177"/>
                  <a:pt x="0" y="2177"/>
                  <a:pt x="0" y="2198"/>
                </a:cubicBezTo>
                <a:lnTo>
                  <a:pt x="3788" y="2198"/>
                </a:lnTo>
                <a:cubicBezTo>
                  <a:pt x="3788" y="2198"/>
                  <a:pt x="4541" y="2177"/>
                  <a:pt x="4834" y="1089"/>
                </a:cubicBezTo>
                <a:cubicBezTo>
                  <a:pt x="5064" y="2198"/>
                  <a:pt x="5713" y="2198"/>
                  <a:pt x="5713" y="2198"/>
                </a:cubicBezTo>
                <a:lnTo>
                  <a:pt x="9500" y="2198"/>
                </a:lnTo>
                <a:cubicBezTo>
                  <a:pt x="9479" y="1842"/>
                  <a:pt x="9458" y="1465"/>
                  <a:pt x="9416" y="1089"/>
                </a:cubicBezTo>
                <a:lnTo>
                  <a:pt x="5713" y="1089"/>
                </a:lnTo>
                <a:cubicBezTo>
                  <a:pt x="5713" y="1089"/>
                  <a:pt x="5064" y="1089"/>
                  <a:pt x="4834" y="1"/>
                </a:cubicBezTo>
                <a:close/>
              </a:path>
            </a:pathLst>
          </a:custGeom>
          <a:solidFill>
            <a:srgbClr val="706F6F">
              <a:alpha val="460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7" name="Google Shape;457;p27"/>
          <p:cNvSpPr/>
          <p:nvPr/>
        </p:nvSpPr>
        <p:spPr>
          <a:xfrm>
            <a:off x="2086267" y="3338708"/>
            <a:ext cx="196081" cy="47480"/>
          </a:xfrm>
          <a:custGeom>
            <a:avLst/>
            <a:gdLst/>
            <a:ahLst/>
            <a:cxnLst/>
            <a:rect l="l" t="t" r="r" b="b"/>
            <a:pathLst>
              <a:path w="4584" h="1110" extrusionOk="0">
                <a:moveTo>
                  <a:pt x="1" y="1"/>
                </a:moveTo>
                <a:cubicBezTo>
                  <a:pt x="1" y="1"/>
                  <a:pt x="1" y="22"/>
                  <a:pt x="1" y="22"/>
                </a:cubicBezTo>
                <a:cubicBezTo>
                  <a:pt x="231" y="1110"/>
                  <a:pt x="880" y="1110"/>
                  <a:pt x="880" y="1110"/>
                </a:cubicBezTo>
                <a:lnTo>
                  <a:pt x="4583" y="1110"/>
                </a:lnTo>
                <a:cubicBezTo>
                  <a:pt x="4583" y="1110"/>
                  <a:pt x="4583" y="1110"/>
                  <a:pt x="4583" y="1089"/>
                </a:cubicBezTo>
                <a:lnTo>
                  <a:pt x="880" y="1089"/>
                </a:lnTo>
                <a:cubicBezTo>
                  <a:pt x="880" y="1089"/>
                  <a:pt x="377" y="1089"/>
                  <a:pt x="105" y="356"/>
                </a:cubicBezTo>
                <a:cubicBezTo>
                  <a:pt x="64" y="252"/>
                  <a:pt x="43" y="147"/>
                  <a:pt x="1" y="1"/>
                </a:cubicBezTo>
                <a:close/>
              </a:path>
            </a:pathLst>
          </a:custGeom>
          <a:solidFill>
            <a:srgbClr val="644B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8" name="Google Shape;458;p27"/>
          <p:cNvSpPr/>
          <p:nvPr/>
        </p:nvSpPr>
        <p:spPr>
          <a:xfrm>
            <a:off x="1881332" y="3338708"/>
            <a:ext cx="204978" cy="47480"/>
          </a:xfrm>
          <a:custGeom>
            <a:avLst/>
            <a:gdLst/>
            <a:ahLst/>
            <a:cxnLst/>
            <a:rect l="l" t="t" r="r" b="b"/>
            <a:pathLst>
              <a:path w="4792" h="1110" extrusionOk="0">
                <a:moveTo>
                  <a:pt x="4792" y="1"/>
                </a:moveTo>
                <a:cubicBezTo>
                  <a:pt x="4771" y="105"/>
                  <a:pt x="4729" y="189"/>
                  <a:pt x="4708" y="252"/>
                </a:cubicBezTo>
                <a:cubicBezTo>
                  <a:pt x="4373" y="1089"/>
                  <a:pt x="3746" y="1089"/>
                  <a:pt x="3746" y="1089"/>
                </a:cubicBezTo>
                <a:lnTo>
                  <a:pt x="0" y="1089"/>
                </a:lnTo>
                <a:cubicBezTo>
                  <a:pt x="0" y="1110"/>
                  <a:pt x="0" y="1110"/>
                  <a:pt x="0" y="1110"/>
                </a:cubicBezTo>
                <a:lnTo>
                  <a:pt x="3746" y="1110"/>
                </a:lnTo>
                <a:cubicBezTo>
                  <a:pt x="3746" y="1110"/>
                  <a:pt x="4499" y="1110"/>
                  <a:pt x="4792" y="22"/>
                </a:cubicBezTo>
                <a:cubicBezTo>
                  <a:pt x="4792" y="22"/>
                  <a:pt x="4792" y="1"/>
                  <a:pt x="4792" y="1"/>
                </a:cubicBezTo>
                <a:close/>
              </a:path>
            </a:pathLst>
          </a:custGeom>
          <a:solidFill>
            <a:srgbClr val="4837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9" name="Google Shape;459;p27"/>
          <p:cNvSpPr/>
          <p:nvPr/>
        </p:nvSpPr>
        <p:spPr>
          <a:xfrm>
            <a:off x="1969919" y="2282593"/>
            <a:ext cx="225595" cy="315123"/>
          </a:xfrm>
          <a:custGeom>
            <a:avLst/>
            <a:gdLst/>
            <a:ahLst/>
            <a:cxnLst/>
            <a:rect l="l" t="t" r="r" b="b"/>
            <a:pathLst>
              <a:path w="5274" h="7367" extrusionOk="0">
                <a:moveTo>
                  <a:pt x="2637" y="1"/>
                </a:moveTo>
                <a:cubicBezTo>
                  <a:pt x="1172" y="1"/>
                  <a:pt x="1" y="1403"/>
                  <a:pt x="1" y="3537"/>
                </a:cubicBezTo>
                <a:lnTo>
                  <a:pt x="1" y="3579"/>
                </a:lnTo>
                <a:cubicBezTo>
                  <a:pt x="1" y="3872"/>
                  <a:pt x="43" y="4144"/>
                  <a:pt x="84" y="4416"/>
                </a:cubicBezTo>
                <a:cubicBezTo>
                  <a:pt x="126" y="4541"/>
                  <a:pt x="147" y="4667"/>
                  <a:pt x="189" y="4792"/>
                </a:cubicBezTo>
                <a:cubicBezTo>
                  <a:pt x="273" y="5106"/>
                  <a:pt x="398" y="5399"/>
                  <a:pt x="545" y="5650"/>
                </a:cubicBezTo>
                <a:cubicBezTo>
                  <a:pt x="712" y="5922"/>
                  <a:pt x="900" y="6173"/>
                  <a:pt x="1110" y="6383"/>
                </a:cubicBezTo>
                <a:cubicBezTo>
                  <a:pt x="1717" y="7052"/>
                  <a:pt x="2428" y="7366"/>
                  <a:pt x="2637" y="7366"/>
                </a:cubicBezTo>
                <a:cubicBezTo>
                  <a:pt x="2888" y="7366"/>
                  <a:pt x="3579" y="7073"/>
                  <a:pt x="4206" y="6362"/>
                </a:cubicBezTo>
                <a:cubicBezTo>
                  <a:pt x="4416" y="6152"/>
                  <a:pt x="4604" y="5880"/>
                  <a:pt x="4771" y="5567"/>
                </a:cubicBezTo>
                <a:cubicBezTo>
                  <a:pt x="4918" y="5274"/>
                  <a:pt x="5043" y="4939"/>
                  <a:pt x="5148" y="4562"/>
                </a:cubicBezTo>
                <a:cubicBezTo>
                  <a:pt x="5148" y="4520"/>
                  <a:pt x="5169" y="4479"/>
                  <a:pt x="5169" y="4416"/>
                </a:cubicBezTo>
                <a:cubicBezTo>
                  <a:pt x="5232" y="4144"/>
                  <a:pt x="5274" y="3872"/>
                  <a:pt x="5274" y="3579"/>
                </a:cubicBezTo>
                <a:lnTo>
                  <a:pt x="5274" y="3537"/>
                </a:lnTo>
                <a:cubicBezTo>
                  <a:pt x="5274" y="1403"/>
                  <a:pt x="4102" y="1"/>
                  <a:pt x="2637" y="1"/>
                </a:cubicBezTo>
                <a:close/>
              </a:path>
            </a:pathLst>
          </a:custGeom>
          <a:solidFill>
            <a:srgbClr val="FCD1A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0" name="Google Shape;460;p27"/>
          <p:cNvSpPr/>
          <p:nvPr/>
        </p:nvSpPr>
        <p:spPr>
          <a:xfrm>
            <a:off x="1926973" y="3878400"/>
            <a:ext cx="147702" cy="577334"/>
          </a:xfrm>
          <a:custGeom>
            <a:avLst/>
            <a:gdLst/>
            <a:ahLst/>
            <a:cxnLst/>
            <a:rect l="l" t="t" r="r" b="b"/>
            <a:pathLst>
              <a:path w="3453" h="13497" extrusionOk="0">
                <a:moveTo>
                  <a:pt x="0" y="1"/>
                </a:moveTo>
                <a:cubicBezTo>
                  <a:pt x="0" y="1"/>
                  <a:pt x="272" y="4604"/>
                  <a:pt x="837" y="7303"/>
                </a:cubicBezTo>
                <a:cubicBezTo>
                  <a:pt x="1068" y="8412"/>
                  <a:pt x="984" y="8998"/>
                  <a:pt x="984" y="8998"/>
                </a:cubicBezTo>
                <a:cubicBezTo>
                  <a:pt x="984" y="8998"/>
                  <a:pt x="1088" y="10170"/>
                  <a:pt x="984" y="10797"/>
                </a:cubicBezTo>
                <a:cubicBezTo>
                  <a:pt x="858" y="11425"/>
                  <a:pt x="377" y="12136"/>
                  <a:pt x="377" y="12555"/>
                </a:cubicBezTo>
                <a:lnTo>
                  <a:pt x="293" y="12555"/>
                </a:lnTo>
                <a:lnTo>
                  <a:pt x="293" y="12911"/>
                </a:lnTo>
                <a:cubicBezTo>
                  <a:pt x="293" y="12911"/>
                  <a:pt x="335" y="13496"/>
                  <a:pt x="1737" y="13496"/>
                </a:cubicBezTo>
                <a:cubicBezTo>
                  <a:pt x="3139" y="13496"/>
                  <a:pt x="3160" y="12722"/>
                  <a:pt x="3160" y="12722"/>
                </a:cubicBezTo>
                <a:lnTo>
                  <a:pt x="3160" y="11404"/>
                </a:lnTo>
                <a:cubicBezTo>
                  <a:pt x="3160" y="11404"/>
                  <a:pt x="3181" y="11153"/>
                  <a:pt x="3285" y="11048"/>
                </a:cubicBezTo>
                <a:cubicBezTo>
                  <a:pt x="3390" y="10965"/>
                  <a:pt x="3453" y="1"/>
                  <a:pt x="3453" y="1"/>
                </a:cubicBezTo>
                <a:close/>
              </a:path>
            </a:pathLst>
          </a:custGeom>
          <a:solidFill>
            <a:srgbClr val="2E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1" name="Google Shape;461;p27"/>
          <p:cNvSpPr/>
          <p:nvPr/>
        </p:nvSpPr>
        <p:spPr>
          <a:xfrm>
            <a:off x="2089861" y="3878400"/>
            <a:ext cx="148600" cy="577334"/>
          </a:xfrm>
          <a:custGeom>
            <a:avLst/>
            <a:gdLst/>
            <a:ahLst/>
            <a:cxnLst/>
            <a:rect l="l" t="t" r="r" b="b"/>
            <a:pathLst>
              <a:path w="3474" h="13497" extrusionOk="0">
                <a:moveTo>
                  <a:pt x="1" y="1"/>
                </a:moveTo>
                <a:cubicBezTo>
                  <a:pt x="1" y="1"/>
                  <a:pt x="84" y="10965"/>
                  <a:pt x="189" y="11048"/>
                </a:cubicBezTo>
                <a:cubicBezTo>
                  <a:pt x="293" y="11153"/>
                  <a:pt x="293" y="11404"/>
                  <a:pt x="293" y="11404"/>
                </a:cubicBezTo>
                <a:lnTo>
                  <a:pt x="314" y="12722"/>
                </a:lnTo>
                <a:cubicBezTo>
                  <a:pt x="314" y="12722"/>
                  <a:pt x="335" y="13496"/>
                  <a:pt x="1737" y="13496"/>
                </a:cubicBezTo>
                <a:cubicBezTo>
                  <a:pt x="3139" y="13496"/>
                  <a:pt x="3181" y="12911"/>
                  <a:pt x="3181" y="12911"/>
                </a:cubicBezTo>
                <a:lnTo>
                  <a:pt x="3181" y="12555"/>
                </a:lnTo>
                <a:lnTo>
                  <a:pt x="3097" y="12555"/>
                </a:lnTo>
                <a:cubicBezTo>
                  <a:pt x="3097" y="12136"/>
                  <a:pt x="2616" y="11425"/>
                  <a:pt x="2490" y="10797"/>
                </a:cubicBezTo>
                <a:cubicBezTo>
                  <a:pt x="2386" y="10170"/>
                  <a:pt x="2490" y="8998"/>
                  <a:pt x="2490" y="8998"/>
                </a:cubicBezTo>
                <a:cubicBezTo>
                  <a:pt x="2490" y="8998"/>
                  <a:pt x="2407" y="8412"/>
                  <a:pt x="2637" y="7303"/>
                </a:cubicBezTo>
                <a:cubicBezTo>
                  <a:pt x="3202" y="4604"/>
                  <a:pt x="3474" y="1"/>
                  <a:pt x="3474" y="1"/>
                </a:cubicBezTo>
                <a:close/>
              </a:path>
            </a:pathLst>
          </a:custGeom>
          <a:solidFill>
            <a:srgbClr val="2E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27"/>
          <p:cNvSpPr/>
          <p:nvPr/>
        </p:nvSpPr>
        <p:spPr>
          <a:xfrm>
            <a:off x="1969021" y="2563625"/>
            <a:ext cx="121780" cy="247967"/>
          </a:xfrm>
          <a:custGeom>
            <a:avLst/>
            <a:gdLst/>
            <a:ahLst/>
            <a:cxnLst/>
            <a:rect l="l" t="t" r="r" b="b"/>
            <a:pathLst>
              <a:path w="2847" h="5797" extrusionOk="0">
                <a:moveTo>
                  <a:pt x="691" y="1"/>
                </a:moveTo>
                <a:lnTo>
                  <a:pt x="1" y="398"/>
                </a:lnTo>
                <a:lnTo>
                  <a:pt x="105" y="1654"/>
                </a:lnTo>
                <a:lnTo>
                  <a:pt x="712" y="1821"/>
                </a:lnTo>
                <a:lnTo>
                  <a:pt x="503" y="2616"/>
                </a:lnTo>
                <a:lnTo>
                  <a:pt x="2595" y="5462"/>
                </a:lnTo>
                <a:lnTo>
                  <a:pt x="2658" y="5546"/>
                </a:lnTo>
                <a:lnTo>
                  <a:pt x="2846" y="5797"/>
                </a:lnTo>
                <a:lnTo>
                  <a:pt x="2721" y="5462"/>
                </a:lnTo>
                <a:lnTo>
                  <a:pt x="2658" y="5274"/>
                </a:lnTo>
                <a:lnTo>
                  <a:pt x="691" y="1"/>
                </a:lnTo>
                <a:close/>
              </a:path>
            </a:pathLst>
          </a:custGeom>
          <a:solidFill>
            <a:srgbClr val="8B65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3" name="Google Shape;463;p27"/>
          <p:cNvSpPr/>
          <p:nvPr/>
        </p:nvSpPr>
        <p:spPr>
          <a:xfrm>
            <a:off x="2082717" y="2563625"/>
            <a:ext cx="112798" cy="233637"/>
          </a:xfrm>
          <a:custGeom>
            <a:avLst/>
            <a:gdLst/>
            <a:ahLst/>
            <a:cxnLst/>
            <a:rect l="l" t="t" r="r" b="b"/>
            <a:pathLst>
              <a:path w="2637" h="5462" extrusionOk="0">
                <a:moveTo>
                  <a:pt x="1967" y="1"/>
                </a:moveTo>
                <a:lnTo>
                  <a:pt x="0" y="5274"/>
                </a:lnTo>
                <a:lnTo>
                  <a:pt x="63" y="5462"/>
                </a:lnTo>
                <a:lnTo>
                  <a:pt x="2155" y="2616"/>
                </a:lnTo>
                <a:lnTo>
                  <a:pt x="1925" y="1821"/>
                </a:lnTo>
                <a:lnTo>
                  <a:pt x="2553" y="1654"/>
                </a:lnTo>
                <a:lnTo>
                  <a:pt x="2637" y="398"/>
                </a:lnTo>
                <a:lnTo>
                  <a:pt x="1967" y="1"/>
                </a:lnTo>
                <a:close/>
              </a:path>
            </a:pathLst>
          </a:custGeom>
          <a:solidFill>
            <a:srgbClr val="563F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4" name="Google Shape;464;p27"/>
          <p:cNvSpPr/>
          <p:nvPr/>
        </p:nvSpPr>
        <p:spPr>
          <a:xfrm>
            <a:off x="2136571" y="3102419"/>
            <a:ext cx="305071" cy="192231"/>
          </a:xfrm>
          <a:custGeom>
            <a:avLst/>
            <a:gdLst/>
            <a:ahLst/>
            <a:cxnLst/>
            <a:rect l="l" t="t" r="r" b="b"/>
            <a:pathLst>
              <a:path w="7132" h="4494" extrusionOk="0">
                <a:moveTo>
                  <a:pt x="5416" y="1"/>
                </a:moveTo>
                <a:lnTo>
                  <a:pt x="4621" y="1507"/>
                </a:lnTo>
                <a:lnTo>
                  <a:pt x="4474" y="1800"/>
                </a:lnTo>
                <a:lnTo>
                  <a:pt x="4014" y="2010"/>
                </a:lnTo>
                <a:cubicBezTo>
                  <a:pt x="4014" y="2010"/>
                  <a:pt x="2800" y="1738"/>
                  <a:pt x="2528" y="1591"/>
                </a:cubicBezTo>
                <a:cubicBezTo>
                  <a:pt x="2235" y="1445"/>
                  <a:pt x="1817" y="1194"/>
                  <a:pt x="1608" y="1173"/>
                </a:cubicBezTo>
                <a:cubicBezTo>
                  <a:pt x="1602" y="1172"/>
                  <a:pt x="1596" y="1172"/>
                  <a:pt x="1589" y="1172"/>
                </a:cubicBezTo>
                <a:cubicBezTo>
                  <a:pt x="1348" y="1172"/>
                  <a:pt x="452" y="1530"/>
                  <a:pt x="269" y="1591"/>
                </a:cubicBezTo>
                <a:cubicBezTo>
                  <a:pt x="101" y="1654"/>
                  <a:pt x="101" y="1926"/>
                  <a:pt x="352" y="1989"/>
                </a:cubicBezTo>
                <a:cubicBezTo>
                  <a:pt x="384" y="1998"/>
                  <a:pt x="426" y="2002"/>
                  <a:pt x="473" y="2002"/>
                </a:cubicBezTo>
                <a:cubicBezTo>
                  <a:pt x="642" y="2002"/>
                  <a:pt x="893" y="1949"/>
                  <a:pt x="1106" y="1884"/>
                </a:cubicBezTo>
                <a:cubicBezTo>
                  <a:pt x="1336" y="1842"/>
                  <a:pt x="1524" y="1779"/>
                  <a:pt x="1545" y="1779"/>
                </a:cubicBezTo>
                <a:lnTo>
                  <a:pt x="1901" y="2010"/>
                </a:lnTo>
                <a:cubicBezTo>
                  <a:pt x="1901" y="2010"/>
                  <a:pt x="1963" y="2072"/>
                  <a:pt x="1838" y="2072"/>
                </a:cubicBezTo>
                <a:cubicBezTo>
                  <a:pt x="1796" y="2093"/>
                  <a:pt x="1733" y="2093"/>
                  <a:pt x="1650" y="2093"/>
                </a:cubicBezTo>
                <a:cubicBezTo>
                  <a:pt x="1604" y="2086"/>
                  <a:pt x="1555" y="2081"/>
                  <a:pt x="1506" y="2081"/>
                </a:cubicBezTo>
                <a:cubicBezTo>
                  <a:pt x="1422" y="2081"/>
                  <a:pt x="1339" y="2095"/>
                  <a:pt x="1273" y="2135"/>
                </a:cubicBezTo>
                <a:cubicBezTo>
                  <a:pt x="1106" y="2219"/>
                  <a:pt x="331" y="2805"/>
                  <a:pt x="331" y="2805"/>
                </a:cubicBezTo>
                <a:cubicBezTo>
                  <a:pt x="331" y="2805"/>
                  <a:pt x="38" y="3098"/>
                  <a:pt x="17" y="3160"/>
                </a:cubicBezTo>
                <a:cubicBezTo>
                  <a:pt x="1" y="3211"/>
                  <a:pt x="106" y="3383"/>
                  <a:pt x="267" y="3383"/>
                </a:cubicBezTo>
                <a:cubicBezTo>
                  <a:pt x="307" y="3383"/>
                  <a:pt x="349" y="3373"/>
                  <a:pt x="394" y="3349"/>
                </a:cubicBezTo>
                <a:cubicBezTo>
                  <a:pt x="645" y="3223"/>
                  <a:pt x="1106" y="2867"/>
                  <a:pt x="1252" y="2826"/>
                </a:cubicBezTo>
                <a:cubicBezTo>
                  <a:pt x="1398" y="2784"/>
                  <a:pt x="1545" y="2616"/>
                  <a:pt x="1775" y="2616"/>
                </a:cubicBezTo>
                <a:lnTo>
                  <a:pt x="2173" y="2616"/>
                </a:lnTo>
                <a:lnTo>
                  <a:pt x="1712" y="2742"/>
                </a:lnTo>
                <a:cubicBezTo>
                  <a:pt x="1712" y="2742"/>
                  <a:pt x="1545" y="2805"/>
                  <a:pt x="1336" y="2930"/>
                </a:cubicBezTo>
                <a:cubicBezTo>
                  <a:pt x="1106" y="3077"/>
                  <a:pt x="624" y="3370"/>
                  <a:pt x="436" y="3474"/>
                </a:cubicBezTo>
                <a:cubicBezTo>
                  <a:pt x="227" y="3600"/>
                  <a:pt x="227" y="3704"/>
                  <a:pt x="289" y="3809"/>
                </a:cubicBezTo>
                <a:cubicBezTo>
                  <a:pt x="325" y="3868"/>
                  <a:pt x="386" y="3926"/>
                  <a:pt x="506" y="3926"/>
                </a:cubicBezTo>
                <a:cubicBezTo>
                  <a:pt x="601" y="3926"/>
                  <a:pt x="733" y="3890"/>
                  <a:pt x="917" y="3788"/>
                </a:cubicBezTo>
                <a:cubicBezTo>
                  <a:pt x="1336" y="3558"/>
                  <a:pt x="1796" y="3349"/>
                  <a:pt x="1796" y="3349"/>
                </a:cubicBezTo>
                <a:lnTo>
                  <a:pt x="2319" y="3181"/>
                </a:lnTo>
                <a:lnTo>
                  <a:pt x="2507" y="3160"/>
                </a:lnTo>
                <a:lnTo>
                  <a:pt x="2591" y="3265"/>
                </a:lnTo>
                <a:cubicBezTo>
                  <a:pt x="2591" y="3265"/>
                  <a:pt x="2214" y="3537"/>
                  <a:pt x="2005" y="3704"/>
                </a:cubicBezTo>
                <a:cubicBezTo>
                  <a:pt x="1796" y="3851"/>
                  <a:pt x="1147" y="4102"/>
                  <a:pt x="1294" y="4353"/>
                </a:cubicBezTo>
                <a:cubicBezTo>
                  <a:pt x="1352" y="4453"/>
                  <a:pt x="1431" y="4494"/>
                  <a:pt x="1524" y="4494"/>
                </a:cubicBezTo>
                <a:cubicBezTo>
                  <a:pt x="1665" y="4494"/>
                  <a:pt x="1838" y="4403"/>
                  <a:pt x="2026" y="4290"/>
                </a:cubicBezTo>
                <a:cubicBezTo>
                  <a:pt x="2340" y="4123"/>
                  <a:pt x="2654" y="3914"/>
                  <a:pt x="2905" y="3788"/>
                </a:cubicBezTo>
                <a:cubicBezTo>
                  <a:pt x="3106" y="3679"/>
                  <a:pt x="3371" y="3617"/>
                  <a:pt x="3713" y="3617"/>
                </a:cubicBezTo>
                <a:cubicBezTo>
                  <a:pt x="3763" y="3617"/>
                  <a:pt x="3814" y="3618"/>
                  <a:pt x="3867" y="3621"/>
                </a:cubicBezTo>
                <a:cubicBezTo>
                  <a:pt x="4048" y="3630"/>
                  <a:pt x="4244" y="3643"/>
                  <a:pt x="4426" y="3643"/>
                </a:cubicBezTo>
                <a:cubicBezTo>
                  <a:pt x="4665" y="3643"/>
                  <a:pt x="4878" y="3620"/>
                  <a:pt x="4997" y="3537"/>
                </a:cubicBezTo>
                <a:cubicBezTo>
                  <a:pt x="5207" y="3370"/>
                  <a:pt x="5646" y="2888"/>
                  <a:pt x="5646" y="2888"/>
                </a:cubicBezTo>
                <a:lnTo>
                  <a:pt x="7132" y="1005"/>
                </a:lnTo>
                <a:lnTo>
                  <a:pt x="541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5" name="Google Shape;465;p27"/>
          <p:cNvSpPr/>
          <p:nvPr/>
        </p:nvSpPr>
        <p:spPr>
          <a:xfrm>
            <a:off x="2294838" y="2637027"/>
            <a:ext cx="221104" cy="597011"/>
          </a:xfrm>
          <a:custGeom>
            <a:avLst/>
            <a:gdLst/>
            <a:ahLst/>
            <a:cxnLst/>
            <a:rect l="l" t="t" r="r" b="b"/>
            <a:pathLst>
              <a:path w="5169" h="13957" extrusionOk="0">
                <a:moveTo>
                  <a:pt x="607" y="1"/>
                </a:moveTo>
                <a:lnTo>
                  <a:pt x="0" y="4855"/>
                </a:lnTo>
                <a:lnTo>
                  <a:pt x="2343" y="8621"/>
                </a:lnTo>
                <a:lnTo>
                  <a:pt x="419" y="12764"/>
                </a:lnTo>
                <a:lnTo>
                  <a:pt x="439" y="12764"/>
                </a:lnTo>
                <a:cubicBezTo>
                  <a:pt x="439" y="12764"/>
                  <a:pt x="439" y="12764"/>
                  <a:pt x="439" y="12785"/>
                </a:cubicBezTo>
                <a:lnTo>
                  <a:pt x="2260" y="13957"/>
                </a:lnTo>
                <a:lnTo>
                  <a:pt x="4561" y="10274"/>
                </a:lnTo>
                <a:lnTo>
                  <a:pt x="4561" y="10253"/>
                </a:lnTo>
                <a:cubicBezTo>
                  <a:pt x="4624" y="10149"/>
                  <a:pt x="5064" y="9270"/>
                  <a:pt x="5105" y="9019"/>
                </a:cubicBezTo>
                <a:cubicBezTo>
                  <a:pt x="5147" y="8830"/>
                  <a:pt x="5168" y="8245"/>
                  <a:pt x="5168" y="8245"/>
                </a:cubicBezTo>
                <a:lnTo>
                  <a:pt x="4896" y="8245"/>
                </a:lnTo>
                <a:lnTo>
                  <a:pt x="5105" y="8098"/>
                </a:lnTo>
                <a:cubicBezTo>
                  <a:pt x="5105" y="8098"/>
                  <a:pt x="4938" y="7449"/>
                  <a:pt x="4708" y="7052"/>
                </a:cubicBezTo>
                <a:cubicBezTo>
                  <a:pt x="3662" y="5252"/>
                  <a:pt x="2071" y="2407"/>
                  <a:pt x="1799" y="1695"/>
                </a:cubicBezTo>
                <a:cubicBezTo>
                  <a:pt x="1297" y="461"/>
                  <a:pt x="607" y="1"/>
                  <a:pt x="607" y="1"/>
                </a:cubicBezTo>
                <a:close/>
              </a:path>
            </a:pathLst>
          </a:custGeom>
          <a:solidFill>
            <a:srgbClr val="2E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6" name="Google Shape;466;p27"/>
          <p:cNvSpPr/>
          <p:nvPr/>
        </p:nvSpPr>
        <p:spPr>
          <a:xfrm>
            <a:off x="1946650" y="2245935"/>
            <a:ext cx="272135" cy="169175"/>
          </a:xfrm>
          <a:custGeom>
            <a:avLst/>
            <a:gdLst/>
            <a:ahLst/>
            <a:cxnLst/>
            <a:rect l="l" t="t" r="r" b="b"/>
            <a:pathLst>
              <a:path w="6362" h="3955" extrusionOk="0">
                <a:moveTo>
                  <a:pt x="3181" y="0"/>
                </a:moveTo>
                <a:cubicBezTo>
                  <a:pt x="1675" y="0"/>
                  <a:pt x="419" y="1276"/>
                  <a:pt x="84" y="3013"/>
                </a:cubicBezTo>
                <a:lnTo>
                  <a:pt x="84" y="3034"/>
                </a:lnTo>
                <a:cubicBezTo>
                  <a:pt x="22" y="3327"/>
                  <a:pt x="1" y="3641"/>
                  <a:pt x="1" y="3955"/>
                </a:cubicBezTo>
                <a:lnTo>
                  <a:pt x="6362" y="3955"/>
                </a:lnTo>
                <a:cubicBezTo>
                  <a:pt x="6362" y="3641"/>
                  <a:pt x="6341" y="3327"/>
                  <a:pt x="6278" y="3013"/>
                </a:cubicBezTo>
                <a:cubicBezTo>
                  <a:pt x="5943" y="1276"/>
                  <a:pt x="4667" y="0"/>
                  <a:pt x="318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7" name="Google Shape;467;p27"/>
          <p:cNvSpPr/>
          <p:nvPr/>
        </p:nvSpPr>
        <p:spPr>
          <a:xfrm>
            <a:off x="1964573" y="2473241"/>
            <a:ext cx="102959" cy="119984"/>
          </a:xfrm>
          <a:custGeom>
            <a:avLst/>
            <a:gdLst/>
            <a:ahLst/>
            <a:cxnLst/>
            <a:rect l="l" t="t" r="r" b="b"/>
            <a:pathLst>
              <a:path w="2407" h="2805" extrusionOk="0">
                <a:moveTo>
                  <a:pt x="0" y="1"/>
                </a:moveTo>
                <a:cubicBezTo>
                  <a:pt x="126" y="1026"/>
                  <a:pt x="1214" y="2532"/>
                  <a:pt x="2406" y="2804"/>
                </a:cubicBezTo>
                <a:cubicBezTo>
                  <a:pt x="2093" y="2679"/>
                  <a:pt x="1632" y="2386"/>
                  <a:pt x="1214" y="1926"/>
                </a:cubicBezTo>
                <a:cubicBezTo>
                  <a:pt x="1025" y="1716"/>
                  <a:pt x="837" y="1465"/>
                  <a:pt x="670" y="1193"/>
                </a:cubicBezTo>
                <a:cubicBezTo>
                  <a:pt x="523" y="942"/>
                  <a:pt x="398" y="649"/>
                  <a:pt x="293" y="335"/>
                </a:cubicBezTo>
                <a:cubicBezTo>
                  <a:pt x="272" y="231"/>
                  <a:pt x="251" y="126"/>
                  <a:pt x="230" y="1"/>
                </a:cubicBezTo>
                <a:close/>
              </a:path>
            </a:pathLst>
          </a:custGeom>
          <a:solidFill>
            <a:srgbClr val="2E2D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8" name="Google Shape;468;p27"/>
          <p:cNvSpPr/>
          <p:nvPr/>
        </p:nvSpPr>
        <p:spPr>
          <a:xfrm>
            <a:off x="2097004" y="2473241"/>
            <a:ext cx="103002" cy="119984"/>
          </a:xfrm>
          <a:custGeom>
            <a:avLst/>
            <a:gdLst/>
            <a:ahLst/>
            <a:cxnLst/>
            <a:rect l="l" t="t" r="r" b="b"/>
            <a:pathLst>
              <a:path w="2408" h="2805" extrusionOk="0">
                <a:moveTo>
                  <a:pt x="2198" y="1"/>
                </a:moveTo>
                <a:cubicBezTo>
                  <a:pt x="2177" y="126"/>
                  <a:pt x="2156" y="231"/>
                  <a:pt x="2114" y="335"/>
                </a:cubicBezTo>
                <a:cubicBezTo>
                  <a:pt x="2010" y="649"/>
                  <a:pt x="1884" y="942"/>
                  <a:pt x="1759" y="1193"/>
                </a:cubicBezTo>
                <a:cubicBezTo>
                  <a:pt x="1591" y="1465"/>
                  <a:pt x="1403" y="1716"/>
                  <a:pt x="1194" y="1926"/>
                </a:cubicBezTo>
                <a:cubicBezTo>
                  <a:pt x="775" y="2386"/>
                  <a:pt x="315" y="2679"/>
                  <a:pt x="1" y="2804"/>
                </a:cubicBezTo>
                <a:cubicBezTo>
                  <a:pt x="1214" y="2532"/>
                  <a:pt x="2282" y="1026"/>
                  <a:pt x="24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9" name="Google Shape;469;p27"/>
          <p:cNvSpPr/>
          <p:nvPr/>
        </p:nvSpPr>
        <p:spPr>
          <a:xfrm>
            <a:off x="2111334" y="2415067"/>
            <a:ext cx="18864" cy="26905"/>
          </a:xfrm>
          <a:custGeom>
            <a:avLst/>
            <a:gdLst/>
            <a:ahLst/>
            <a:cxnLst/>
            <a:rect l="l" t="t" r="r" b="b"/>
            <a:pathLst>
              <a:path w="441" h="629" extrusionOk="0">
                <a:moveTo>
                  <a:pt x="1" y="1"/>
                </a:moveTo>
                <a:cubicBezTo>
                  <a:pt x="43" y="273"/>
                  <a:pt x="147" y="482"/>
                  <a:pt x="356" y="628"/>
                </a:cubicBezTo>
                <a:cubicBezTo>
                  <a:pt x="335" y="419"/>
                  <a:pt x="377" y="189"/>
                  <a:pt x="44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0" name="Google Shape;470;p27"/>
          <p:cNvSpPr/>
          <p:nvPr/>
        </p:nvSpPr>
        <p:spPr>
          <a:xfrm>
            <a:off x="2132807" y="2415067"/>
            <a:ext cx="37642" cy="43887"/>
          </a:xfrm>
          <a:custGeom>
            <a:avLst/>
            <a:gdLst/>
            <a:ahLst/>
            <a:cxnLst/>
            <a:rect l="l" t="t" r="r" b="b"/>
            <a:pathLst>
              <a:path w="880" h="1026" extrusionOk="0">
                <a:moveTo>
                  <a:pt x="1" y="1"/>
                </a:moveTo>
                <a:cubicBezTo>
                  <a:pt x="105" y="440"/>
                  <a:pt x="461" y="796"/>
                  <a:pt x="880" y="1026"/>
                </a:cubicBezTo>
                <a:cubicBezTo>
                  <a:pt x="754" y="691"/>
                  <a:pt x="712" y="356"/>
                  <a:pt x="691" y="1"/>
                </a:cubicBezTo>
                <a:close/>
              </a:path>
            </a:pathLst>
          </a:custGeom>
          <a:solidFill>
            <a:srgbClr val="B45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1" name="Google Shape;471;p27"/>
          <p:cNvSpPr/>
          <p:nvPr/>
        </p:nvSpPr>
        <p:spPr>
          <a:xfrm>
            <a:off x="1902805" y="2454463"/>
            <a:ext cx="91325" cy="151295"/>
          </a:xfrm>
          <a:custGeom>
            <a:avLst/>
            <a:gdLst/>
            <a:ahLst/>
            <a:cxnLst/>
            <a:rect l="l" t="t" r="r" b="b"/>
            <a:pathLst>
              <a:path w="2135" h="3537" extrusionOk="0">
                <a:moveTo>
                  <a:pt x="1026" y="0"/>
                </a:moveTo>
                <a:cubicBezTo>
                  <a:pt x="628" y="335"/>
                  <a:pt x="314" y="858"/>
                  <a:pt x="210" y="1235"/>
                </a:cubicBezTo>
                <a:cubicBezTo>
                  <a:pt x="1" y="1925"/>
                  <a:pt x="84" y="2804"/>
                  <a:pt x="398" y="3536"/>
                </a:cubicBezTo>
                <a:lnTo>
                  <a:pt x="1570" y="3055"/>
                </a:lnTo>
                <a:lnTo>
                  <a:pt x="1549" y="2950"/>
                </a:lnTo>
                <a:lnTo>
                  <a:pt x="1988" y="2699"/>
                </a:lnTo>
                <a:cubicBezTo>
                  <a:pt x="2072" y="2469"/>
                  <a:pt x="2135" y="2218"/>
                  <a:pt x="2135" y="1967"/>
                </a:cubicBezTo>
                <a:cubicBezTo>
                  <a:pt x="1758" y="1465"/>
                  <a:pt x="1507" y="900"/>
                  <a:pt x="1444" y="440"/>
                </a:cubicBezTo>
                <a:lnTo>
                  <a:pt x="1381" y="440"/>
                </a:lnTo>
                <a:cubicBezTo>
                  <a:pt x="1193" y="440"/>
                  <a:pt x="1026" y="272"/>
                  <a:pt x="1026" y="63"/>
                </a:cubicBezTo>
                <a:lnTo>
                  <a:pt x="10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2" name="Google Shape;472;p27"/>
          <p:cNvSpPr/>
          <p:nvPr/>
        </p:nvSpPr>
        <p:spPr>
          <a:xfrm>
            <a:off x="1971716" y="2402534"/>
            <a:ext cx="222002" cy="26007"/>
          </a:xfrm>
          <a:custGeom>
            <a:avLst/>
            <a:gdLst/>
            <a:ahLst/>
            <a:cxnLst/>
            <a:rect l="l" t="t" r="r" b="b"/>
            <a:pathLst>
              <a:path w="5190" h="608" extrusionOk="0">
                <a:moveTo>
                  <a:pt x="294" y="1"/>
                </a:moveTo>
                <a:cubicBezTo>
                  <a:pt x="126" y="1"/>
                  <a:pt x="1" y="126"/>
                  <a:pt x="1" y="294"/>
                </a:cubicBezTo>
                <a:cubicBezTo>
                  <a:pt x="1" y="461"/>
                  <a:pt x="126" y="607"/>
                  <a:pt x="294" y="607"/>
                </a:cubicBezTo>
                <a:lnTo>
                  <a:pt x="4897" y="607"/>
                </a:lnTo>
                <a:cubicBezTo>
                  <a:pt x="5064" y="607"/>
                  <a:pt x="5190" y="461"/>
                  <a:pt x="5190" y="294"/>
                </a:cubicBezTo>
                <a:cubicBezTo>
                  <a:pt x="5190" y="126"/>
                  <a:pt x="5064" y="1"/>
                  <a:pt x="489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3" name="Google Shape;473;p27"/>
          <p:cNvSpPr/>
          <p:nvPr/>
        </p:nvSpPr>
        <p:spPr>
          <a:xfrm>
            <a:off x="2053160" y="2818735"/>
            <a:ext cx="21516" cy="21516"/>
          </a:xfrm>
          <a:custGeom>
            <a:avLst/>
            <a:gdLst/>
            <a:ahLst/>
            <a:cxnLst/>
            <a:rect l="l" t="t" r="r" b="b"/>
            <a:pathLst>
              <a:path w="503" h="503" extrusionOk="0">
                <a:moveTo>
                  <a:pt x="252" y="0"/>
                </a:moveTo>
                <a:cubicBezTo>
                  <a:pt x="126" y="0"/>
                  <a:pt x="1" y="105"/>
                  <a:pt x="1" y="251"/>
                </a:cubicBezTo>
                <a:cubicBezTo>
                  <a:pt x="1" y="398"/>
                  <a:pt x="126" y="502"/>
                  <a:pt x="252" y="502"/>
                </a:cubicBezTo>
                <a:cubicBezTo>
                  <a:pt x="398" y="502"/>
                  <a:pt x="503" y="398"/>
                  <a:pt x="503" y="251"/>
                </a:cubicBezTo>
                <a:cubicBezTo>
                  <a:pt x="503" y="105"/>
                  <a:pt x="398" y="0"/>
                  <a:pt x="2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4" name="Google Shape;474;p27"/>
          <p:cNvSpPr/>
          <p:nvPr/>
        </p:nvSpPr>
        <p:spPr>
          <a:xfrm>
            <a:off x="2053160" y="2896585"/>
            <a:ext cx="21516" cy="21516"/>
          </a:xfrm>
          <a:custGeom>
            <a:avLst/>
            <a:gdLst/>
            <a:ahLst/>
            <a:cxnLst/>
            <a:rect l="l" t="t" r="r" b="b"/>
            <a:pathLst>
              <a:path w="503" h="503" extrusionOk="0">
                <a:moveTo>
                  <a:pt x="252" y="1"/>
                </a:moveTo>
                <a:cubicBezTo>
                  <a:pt x="126" y="1"/>
                  <a:pt x="1" y="105"/>
                  <a:pt x="1" y="252"/>
                </a:cubicBezTo>
                <a:cubicBezTo>
                  <a:pt x="1" y="377"/>
                  <a:pt x="126" y="503"/>
                  <a:pt x="252" y="503"/>
                </a:cubicBezTo>
                <a:cubicBezTo>
                  <a:pt x="398" y="503"/>
                  <a:pt x="503" y="377"/>
                  <a:pt x="503" y="252"/>
                </a:cubicBezTo>
                <a:cubicBezTo>
                  <a:pt x="503" y="105"/>
                  <a:pt x="398" y="1"/>
                  <a:pt x="25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5" name="Google Shape;475;p27"/>
          <p:cNvSpPr/>
          <p:nvPr/>
        </p:nvSpPr>
        <p:spPr>
          <a:xfrm>
            <a:off x="2053160" y="2974436"/>
            <a:ext cx="21516" cy="20660"/>
          </a:xfrm>
          <a:custGeom>
            <a:avLst/>
            <a:gdLst/>
            <a:ahLst/>
            <a:cxnLst/>
            <a:rect l="l" t="t" r="r" b="b"/>
            <a:pathLst>
              <a:path w="503" h="483" extrusionOk="0">
                <a:moveTo>
                  <a:pt x="252" y="1"/>
                </a:moveTo>
                <a:cubicBezTo>
                  <a:pt x="126" y="1"/>
                  <a:pt x="1" y="105"/>
                  <a:pt x="1" y="252"/>
                </a:cubicBezTo>
                <a:cubicBezTo>
                  <a:pt x="1" y="377"/>
                  <a:pt x="126" y="482"/>
                  <a:pt x="252" y="482"/>
                </a:cubicBezTo>
                <a:cubicBezTo>
                  <a:pt x="398" y="482"/>
                  <a:pt x="503" y="377"/>
                  <a:pt x="503" y="252"/>
                </a:cubicBezTo>
                <a:cubicBezTo>
                  <a:pt x="503" y="105"/>
                  <a:pt x="398" y="1"/>
                  <a:pt x="25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6" name="Google Shape;476;p27"/>
          <p:cNvSpPr/>
          <p:nvPr/>
        </p:nvSpPr>
        <p:spPr>
          <a:xfrm>
            <a:off x="2053160" y="3051431"/>
            <a:ext cx="21516" cy="21516"/>
          </a:xfrm>
          <a:custGeom>
            <a:avLst/>
            <a:gdLst/>
            <a:ahLst/>
            <a:cxnLst/>
            <a:rect l="l" t="t" r="r" b="b"/>
            <a:pathLst>
              <a:path w="503" h="503" extrusionOk="0">
                <a:moveTo>
                  <a:pt x="252" y="0"/>
                </a:moveTo>
                <a:cubicBezTo>
                  <a:pt x="126" y="0"/>
                  <a:pt x="1" y="126"/>
                  <a:pt x="1" y="251"/>
                </a:cubicBezTo>
                <a:cubicBezTo>
                  <a:pt x="1" y="398"/>
                  <a:pt x="126" y="502"/>
                  <a:pt x="252" y="502"/>
                </a:cubicBezTo>
                <a:cubicBezTo>
                  <a:pt x="398" y="502"/>
                  <a:pt x="503" y="398"/>
                  <a:pt x="503" y="251"/>
                </a:cubicBezTo>
                <a:cubicBezTo>
                  <a:pt x="503" y="126"/>
                  <a:pt x="398" y="0"/>
                  <a:pt x="25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7" name="Google Shape;477;p27"/>
          <p:cNvSpPr/>
          <p:nvPr/>
        </p:nvSpPr>
        <p:spPr>
          <a:xfrm>
            <a:off x="1375646" y="2702344"/>
            <a:ext cx="143253" cy="148643"/>
          </a:xfrm>
          <a:custGeom>
            <a:avLst/>
            <a:gdLst/>
            <a:ahLst/>
            <a:cxnLst/>
            <a:rect l="l" t="t" r="r" b="b"/>
            <a:pathLst>
              <a:path w="3349" h="3475" extrusionOk="0">
                <a:moveTo>
                  <a:pt x="214" y="0"/>
                </a:moveTo>
                <a:cubicBezTo>
                  <a:pt x="198" y="0"/>
                  <a:pt x="183" y="0"/>
                  <a:pt x="168" y="1"/>
                </a:cubicBezTo>
                <a:cubicBezTo>
                  <a:pt x="84" y="168"/>
                  <a:pt x="105" y="378"/>
                  <a:pt x="210" y="545"/>
                </a:cubicBezTo>
                <a:cubicBezTo>
                  <a:pt x="21" y="838"/>
                  <a:pt x="105" y="1173"/>
                  <a:pt x="105" y="1508"/>
                </a:cubicBezTo>
                <a:cubicBezTo>
                  <a:pt x="105" y="1654"/>
                  <a:pt x="84" y="1738"/>
                  <a:pt x="63" y="1884"/>
                </a:cubicBezTo>
                <a:cubicBezTo>
                  <a:pt x="63" y="2073"/>
                  <a:pt x="1" y="2177"/>
                  <a:pt x="84" y="2365"/>
                </a:cubicBezTo>
                <a:cubicBezTo>
                  <a:pt x="356" y="2972"/>
                  <a:pt x="1423" y="3244"/>
                  <a:pt x="2344" y="3474"/>
                </a:cubicBezTo>
                <a:lnTo>
                  <a:pt x="3348" y="1821"/>
                </a:lnTo>
                <a:cubicBezTo>
                  <a:pt x="2951" y="1487"/>
                  <a:pt x="2762" y="1173"/>
                  <a:pt x="2553" y="859"/>
                </a:cubicBezTo>
                <a:cubicBezTo>
                  <a:pt x="2323" y="503"/>
                  <a:pt x="2177" y="482"/>
                  <a:pt x="1800" y="420"/>
                </a:cubicBezTo>
                <a:cubicBezTo>
                  <a:pt x="1333" y="318"/>
                  <a:pt x="709" y="0"/>
                  <a:pt x="2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8" name="Google Shape;478;p27"/>
          <p:cNvSpPr/>
          <p:nvPr/>
        </p:nvSpPr>
        <p:spPr>
          <a:xfrm>
            <a:off x="1369401" y="2777799"/>
            <a:ext cx="112712" cy="199503"/>
          </a:xfrm>
          <a:custGeom>
            <a:avLst/>
            <a:gdLst/>
            <a:ahLst/>
            <a:cxnLst/>
            <a:rect l="l" t="t" r="r" b="b"/>
            <a:pathLst>
              <a:path w="2635" h="4664" extrusionOk="0">
                <a:moveTo>
                  <a:pt x="1276" y="1564"/>
                </a:moveTo>
                <a:cubicBezTo>
                  <a:pt x="1318" y="2275"/>
                  <a:pt x="1318" y="2987"/>
                  <a:pt x="1235" y="3698"/>
                </a:cubicBezTo>
                <a:cubicBezTo>
                  <a:pt x="1198" y="3933"/>
                  <a:pt x="1148" y="4021"/>
                  <a:pt x="1095" y="4021"/>
                </a:cubicBezTo>
                <a:cubicBezTo>
                  <a:pt x="965" y="4021"/>
                  <a:pt x="816" y="3485"/>
                  <a:pt x="816" y="3322"/>
                </a:cubicBezTo>
                <a:cubicBezTo>
                  <a:pt x="816" y="3008"/>
                  <a:pt x="879" y="2715"/>
                  <a:pt x="963" y="2422"/>
                </a:cubicBezTo>
                <a:cubicBezTo>
                  <a:pt x="1025" y="2129"/>
                  <a:pt x="1151" y="1836"/>
                  <a:pt x="1276" y="1564"/>
                </a:cubicBezTo>
                <a:close/>
                <a:moveTo>
                  <a:pt x="1679" y="1"/>
                </a:moveTo>
                <a:cubicBezTo>
                  <a:pt x="1505" y="1"/>
                  <a:pt x="1343" y="133"/>
                  <a:pt x="1255" y="309"/>
                </a:cubicBezTo>
                <a:cubicBezTo>
                  <a:pt x="900" y="1229"/>
                  <a:pt x="293" y="1941"/>
                  <a:pt x="126" y="2945"/>
                </a:cubicBezTo>
                <a:cubicBezTo>
                  <a:pt x="0" y="3573"/>
                  <a:pt x="42" y="4598"/>
                  <a:pt x="879" y="4661"/>
                </a:cubicBezTo>
                <a:cubicBezTo>
                  <a:pt x="909" y="4663"/>
                  <a:pt x="938" y="4664"/>
                  <a:pt x="967" y="4664"/>
                </a:cubicBezTo>
                <a:cubicBezTo>
                  <a:pt x="2635" y="4664"/>
                  <a:pt x="1987" y="1130"/>
                  <a:pt x="1946" y="204"/>
                </a:cubicBezTo>
                <a:lnTo>
                  <a:pt x="1946" y="183"/>
                </a:lnTo>
                <a:lnTo>
                  <a:pt x="1925" y="120"/>
                </a:lnTo>
                <a:lnTo>
                  <a:pt x="1904" y="99"/>
                </a:lnTo>
                <a:lnTo>
                  <a:pt x="1841" y="57"/>
                </a:lnTo>
                <a:lnTo>
                  <a:pt x="1799" y="37"/>
                </a:lnTo>
                <a:lnTo>
                  <a:pt x="1779" y="16"/>
                </a:lnTo>
                <a:cubicBezTo>
                  <a:pt x="1745" y="6"/>
                  <a:pt x="1712" y="1"/>
                  <a:pt x="16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9" name="Google Shape;479;p27"/>
          <p:cNvSpPr/>
          <p:nvPr/>
        </p:nvSpPr>
        <p:spPr>
          <a:xfrm>
            <a:off x="2276017" y="3023670"/>
            <a:ext cx="19719" cy="162032"/>
          </a:xfrm>
          <a:custGeom>
            <a:avLst/>
            <a:gdLst/>
            <a:ahLst/>
            <a:cxnLst/>
            <a:rect l="l" t="t" r="r" b="b"/>
            <a:pathLst>
              <a:path w="461" h="3788" extrusionOk="0">
                <a:moveTo>
                  <a:pt x="1" y="1"/>
                </a:moveTo>
                <a:cubicBezTo>
                  <a:pt x="62" y="428"/>
                  <a:pt x="178" y="1277"/>
                  <a:pt x="302" y="2313"/>
                </a:cubicBezTo>
                <a:lnTo>
                  <a:pt x="302" y="2313"/>
                </a:lnTo>
                <a:cubicBezTo>
                  <a:pt x="184" y="1274"/>
                  <a:pt x="63" y="422"/>
                  <a:pt x="1" y="1"/>
                </a:cubicBezTo>
                <a:close/>
                <a:moveTo>
                  <a:pt x="302" y="2313"/>
                </a:moveTo>
                <a:cubicBezTo>
                  <a:pt x="342" y="2668"/>
                  <a:pt x="382" y="3044"/>
                  <a:pt x="419" y="3432"/>
                </a:cubicBezTo>
                <a:cubicBezTo>
                  <a:pt x="425" y="3445"/>
                  <a:pt x="430" y="3457"/>
                  <a:pt x="433" y="3470"/>
                </a:cubicBezTo>
                <a:lnTo>
                  <a:pt x="433" y="3470"/>
                </a:lnTo>
                <a:cubicBezTo>
                  <a:pt x="390" y="3068"/>
                  <a:pt x="345" y="2679"/>
                  <a:pt x="302" y="2313"/>
                </a:cubicBezTo>
                <a:close/>
                <a:moveTo>
                  <a:pt x="433" y="3470"/>
                </a:moveTo>
                <a:lnTo>
                  <a:pt x="433" y="3470"/>
                </a:lnTo>
                <a:cubicBezTo>
                  <a:pt x="435" y="3492"/>
                  <a:pt x="438" y="3514"/>
                  <a:pt x="440" y="3536"/>
                </a:cubicBezTo>
                <a:lnTo>
                  <a:pt x="440" y="3536"/>
                </a:lnTo>
                <a:cubicBezTo>
                  <a:pt x="440" y="3514"/>
                  <a:pt x="438" y="3492"/>
                  <a:pt x="433" y="3470"/>
                </a:cubicBezTo>
                <a:close/>
                <a:moveTo>
                  <a:pt x="440" y="3536"/>
                </a:moveTo>
                <a:cubicBezTo>
                  <a:pt x="440" y="3536"/>
                  <a:pt x="440" y="3537"/>
                  <a:pt x="440" y="3537"/>
                </a:cubicBezTo>
                <a:lnTo>
                  <a:pt x="440" y="3537"/>
                </a:lnTo>
                <a:lnTo>
                  <a:pt x="440" y="3537"/>
                </a:lnTo>
                <a:cubicBezTo>
                  <a:pt x="440" y="3536"/>
                  <a:pt x="440" y="3536"/>
                  <a:pt x="440" y="3536"/>
                </a:cubicBezTo>
                <a:close/>
                <a:moveTo>
                  <a:pt x="440" y="3537"/>
                </a:moveTo>
                <a:lnTo>
                  <a:pt x="398" y="3620"/>
                </a:lnTo>
                <a:lnTo>
                  <a:pt x="398" y="3620"/>
                </a:lnTo>
                <a:lnTo>
                  <a:pt x="440" y="3558"/>
                </a:lnTo>
                <a:cubicBezTo>
                  <a:pt x="440" y="3551"/>
                  <a:pt x="440" y="3544"/>
                  <a:pt x="440" y="3537"/>
                </a:cubicBezTo>
                <a:close/>
                <a:moveTo>
                  <a:pt x="398" y="3620"/>
                </a:moveTo>
                <a:lnTo>
                  <a:pt x="440" y="3641"/>
                </a:lnTo>
                <a:cubicBezTo>
                  <a:pt x="461" y="3683"/>
                  <a:pt x="461" y="3725"/>
                  <a:pt x="461" y="3788"/>
                </a:cubicBezTo>
                <a:cubicBezTo>
                  <a:pt x="461" y="3725"/>
                  <a:pt x="461" y="3683"/>
                  <a:pt x="461" y="3641"/>
                </a:cubicBezTo>
                <a:lnTo>
                  <a:pt x="398" y="3620"/>
                </a:lnTo>
                <a:close/>
              </a:path>
            </a:pathLst>
          </a:custGeom>
          <a:solidFill>
            <a:srgbClr val="5F3E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0" name="Google Shape;480;p27"/>
          <p:cNvSpPr/>
          <p:nvPr/>
        </p:nvSpPr>
        <p:spPr>
          <a:xfrm>
            <a:off x="2295737" y="3185659"/>
            <a:ext cx="12533" cy="2738"/>
          </a:xfrm>
          <a:custGeom>
            <a:avLst/>
            <a:gdLst/>
            <a:ahLst/>
            <a:cxnLst/>
            <a:rect l="l" t="t" r="r" b="b"/>
            <a:pathLst>
              <a:path w="293" h="64" extrusionOk="0">
                <a:moveTo>
                  <a:pt x="0" y="1"/>
                </a:moveTo>
                <a:lnTo>
                  <a:pt x="0" y="1"/>
                </a:lnTo>
                <a:cubicBezTo>
                  <a:pt x="167" y="43"/>
                  <a:pt x="272" y="64"/>
                  <a:pt x="293" y="64"/>
                </a:cubicBezTo>
                <a:cubicBezTo>
                  <a:pt x="293" y="64"/>
                  <a:pt x="167" y="43"/>
                  <a:pt x="0" y="1"/>
                </a:cubicBezTo>
                <a:close/>
              </a:path>
            </a:pathLst>
          </a:custGeom>
          <a:solidFill>
            <a:srgbClr val="1816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1" name="Google Shape;481;p27"/>
          <p:cNvSpPr/>
          <p:nvPr/>
        </p:nvSpPr>
        <p:spPr>
          <a:xfrm>
            <a:off x="2312718" y="3183007"/>
            <a:ext cx="941" cy="43"/>
          </a:xfrm>
          <a:custGeom>
            <a:avLst/>
            <a:gdLst/>
            <a:ahLst/>
            <a:cxnLst/>
            <a:rect l="l" t="t" r="r" b="b"/>
            <a:pathLst>
              <a:path w="22" h="1" extrusionOk="0"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21" y="0"/>
                  <a:pt x="21" y="0"/>
                  <a:pt x="21" y="0"/>
                </a:cubicBezTo>
                <a:cubicBezTo>
                  <a:pt x="1" y="0"/>
                  <a:pt x="1" y="0"/>
                  <a:pt x="1" y="0"/>
                </a:cubicBezTo>
                <a:close/>
              </a:path>
            </a:pathLst>
          </a:custGeom>
          <a:solidFill>
            <a:srgbClr val="241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2" name="Google Shape;482;p27"/>
          <p:cNvSpPr/>
          <p:nvPr/>
        </p:nvSpPr>
        <p:spPr>
          <a:xfrm>
            <a:off x="2478300" y="3205378"/>
            <a:ext cx="16126" cy="7186"/>
          </a:xfrm>
          <a:custGeom>
            <a:avLst/>
            <a:gdLst/>
            <a:ahLst/>
            <a:cxnLst/>
            <a:rect l="l" t="t" r="r" b="b"/>
            <a:pathLst>
              <a:path w="377" h="168" extrusionOk="0">
                <a:moveTo>
                  <a:pt x="0" y="168"/>
                </a:moveTo>
                <a:lnTo>
                  <a:pt x="0" y="168"/>
                </a:lnTo>
                <a:cubicBezTo>
                  <a:pt x="126" y="105"/>
                  <a:pt x="251" y="42"/>
                  <a:pt x="377" y="0"/>
                </a:cubicBezTo>
                <a:cubicBezTo>
                  <a:pt x="377" y="0"/>
                  <a:pt x="377" y="0"/>
                  <a:pt x="377" y="0"/>
                </a:cubicBezTo>
                <a:cubicBezTo>
                  <a:pt x="251" y="42"/>
                  <a:pt x="126" y="105"/>
                  <a:pt x="0" y="168"/>
                </a:cubicBezTo>
                <a:close/>
              </a:path>
            </a:pathLst>
          </a:custGeom>
          <a:solidFill>
            <a:srgbClr val="CBB8A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3" name="Google Shape;483;p27"/>
          <p:cNvSpPr/>
          <p:nvPr/>
        </p:nvSpPr>
        <p:spPr>
          <a:xfrm>
            <a:off x="2443396" y="3212522"/>
            <a:ext cx="34947" cy="17965"/>
          </a:xfrm>
          <a:custGeom>
            <a:avLst/>
            <a:gdLst/>
            <a:ahLst/>
            <a:cxnLst/>
            <a:rect l="l" t="t" r="r" b="b"/>
            <a:pathLst>
              <a:path w="817" h="420" extrusionOk="0">
                <a:moveTo>
                  <a:pt x="0" y="419"/>
                </a:moveTo>
                <a:lnTo>
                  <a:pt x="0" y="419"/>
                </a:lnTo>
                <a:cubicBezTo>
                  <a:pt x="272" y="273"/>
                  <a:pt x="544" y="126"/>
                  <a:pt x="816" y="1"/>
                </a:cubicBezTo>
                <a:lnTo>
                  <a:pt x="816" y="1"/>
                </a:lnTo>
                <a:cubicBezTo>
                  <a:pt x="544" y="126"/>
                  <a:pt x="272" y="273"/>
                  <a:pt x="0" y="419"/>
                </a:cubicBezTo>
                <a:close/>
              </a:path>
            </a:pathLst>
          </a:custGeom>
          <a:solidFill>
            <a:srgbClr val="7934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4" name="Google Shape;484;p27"/>
          <p:cNvSpPr/>
          <p:nvPr/>
        </p:nvSpPr>
        <p:spPr>
          <a:xfrm>
            <a:off x="2304677" y="3291270"/>
            <a:ext cx="1839" cy="941"/>
          </a:xfrm>
          <a:custGeom>
            <a:avLst/>
            <a:gdLst/>
            <a:ahLst/>
            <a:cxnLst/>
            <a:rect l="l" t="t" r="r" b="b"/>
            <a:pathLst>
              <a:path w="43" h="22" extrusionOk="0">
                <a:moveTo>
                  <a:pt x="42" y="1"/>
                </a:moveTo>
                <a:cubicBezTo>
                  <a:pt x="21" y="22"/>
                  <a:pt x="21" y="22"/>
                  <a:pt x="0" y="22"/>
                </a:cubicBezTo>
                <a:lnTo>
                  <a:pt x="42" y="22"/>
                </a:lnTo>
                <a:lnTo>
                  <a:pt x="42" y="1"/>
                </a:lnTo>
                <a:close/>
              </a:path>
            </a:pathLst>
          </a:custGeom>
          <a:solidFill>
            <a:srgbClr val="B8A6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5" name="Google Shape;485;p27"/>
          <p:cNvSpPr/>
          <p:nvPr/>
        </p:nvSpPr>
        <p:spPr>
          <a:xfrm>
            <a:off x="2306473" y="3283314"/>
            <a:ext cx="24938" cy="8897"/>
          </a:xfrm>
          <a:custGeom>
            <a:avLst/>
            <a:gdLst/>
            <a:ahLst/>
            <a:cxnLst/>
            <a:rect l="l" t="t" r="r" b="b"/>
            <a:pathLst>
              <a:path w="583" h="208" extrusionOk="0">
                <a:moveTo>
                  <a:pt x="582" y="0"/>
                </a:moveTo>
                <a:cubicBezTo>
                  <a:pt x="395" y="83"/>
                  <a:pt x="187" y="145"/>
                  <a:pt x="0" y="187"/>
                </a:cubicBezTo>
                <a:lnTo>
                  <a:pt x="0" y="208"/>
                </a:lnTo>
                <a:cubicBezTo>
                  <a:pt x="187" y="145"/>
                  <a:pt x="395" y="83"/>
                  <a:pt x="582" y="0"/>
                </a:cubicBezTo>
                <a:close/>
              </a:path>
            </a:pathLst>
          </a:custGeom>
          <a:solidFill>
            <a:srgbClr val="9D8E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6" name="Google Shape;486;p27"/>
          <p:cNvSpPr/>
          <p:nvPr/>
        </p:nvSpPr>
        <p:spPr>
          <a:xfrm>
            <a:off x="2301982" y="2722962"/>
            <a:ext cx="275685" cy="569250"/>
          </a:xfrm>
          <a:custGeom>
            <a:avLst/>
            <a:gdLst/>
            <a:ahLst/>
            <a:cxnLst/>
            <a:rect l="l" t="t" r="r" b="b"/>
            <a:pathLst>
              <a:path w="6445" h="13308" extrusionOk="0">
                <a:moveTo>
                  <a:pt x="1758" y="0"/>
                </a:moveTo>
                <a:lnTo>
                  <a:pt x="1758" y="0"/>
                </a:lnTo>
                <a:cubicBezTo>
                  <a:pt x="1800" y="84"/>
                  <a:pt x="1842" y="168"/>
                  <a:pt x="1904" y="272"/>
                </a:cubicBezTo>
                <a:cubicBezTo>
                  <a:pt x="2469" y="1381"/>
                  <a:pt x="3662" y="3495"/>
                  <a:pt x="4499" y="4959"/>
                </a:cubicBezTo>
                <a:cubicBezTo>
                  <a:pt x="4499" y="5001"/>
                  <a:pt x="4520" y="5022"/>
                  <a:pt x="4541" y="5043"/>
                </a:cubicBezTo>
                <a:cubicBezTo>
                  <a:pt x="4541" y="5064"/>
                  <a:pt x="4562" y="5064"/>
                  <a:pt x="4562" y="5085"/>
                </a:cubicBezTo>
                <a:cubicBezTo>
                  <a:pt x="4771" y="5482"/>
                  <a:pt x="4938" y="6089"/>
                  <a:pt x="4938" y="6089"/>
                </a:cubicBezTo>
                <a:lnTo>
                  <a:pt x="4729" y="6236"/>
                </a:lnTo>
                <a:lnTo>
                  <a:pt x="5001" y="6236"/>
                </a:lnTo>
                <a:cubicBezTo>
                  <a:pt x="5001" y="6236"/>
                  <a:pt x="4980" y="6821"/>
                  <a:pt x="4938" y="7010"/>
                </a:cubicBezTo>
                <a:cubicBezTo>
                  <a:pt x="4917" y="7135"/>
                  <a:pt x="4813" y="7365"/>
                  <a:pt x="4708" y="7617"/>
                </a:cubicBezTo>
                <a:cubicBezTo>
                  <a:pt x="4562" y="7909"/>
                  <a:pt x="4415" y="8202"/>
                  <a:pt x="4394" y="8244"/>
                </a:cubicBezTo>
                <a:lnTo>
                  <a:pt x="4394" y="8265"/>
                </a:lnTo>
                <a:lnTo>
                  <a:pt x="3913" y="9018"/>
                </a:lnTo>
                <a:lnTo>
                  <a:pt x="3034" y="10462"/>
                </a:lnTo>
                <a:lnTo>
                  <a:pt x="2658" y="11048"/>
                </a:lnTo>
                <a:lnTo>
                  <a:pt x="2093" y="11948"/>
                </a:lnTo>
                <a:lnTo>
                  <a:pt x="1988" y="11864"/>
                </a:lnTo>
                <a:lnTo>
                  <a:pt x="1779" y="11738"/>
                </a:lnTo>
                <a:lnTo>
                  <a:pt x="1779" y="11759"/>
                </a:lnTo>
                <a:cubicBezTo>
                  <a:pt x="1779" y="11759"/>
                  <a:pt x="1340" y="12241"/>
                  <a:pt x="1130" y="12408"/>
                </a:cubicBezTo>
                <a:cubicBezTo>
                  <a:pt x="1005" y="12492"/>
                  <a:pt x="775" y="12513"/>
                  <a:pt x="524" y="12513"/>
                </a:cubicBezTo>
                <a:cubicBezTo>
                  <a:pt x="356" y="12513"/>
                  <a:pt x="189" y="12513"/>
                  <a:pt x="0" y="12492"/>
                </a:cubicBezTo>
                <a:lnTo>
                  <a:pt x="0" y="12492"/>
                </a:lnTo>
                <a:cubicBezTo>
                  <a:pt x="21" y="12638"/>
                  <a:pt x="21" y="12785"/>
                  <a:pt x="42" y="12910"/>
                </a:cubicBezTo>
                <a:cubicBezTo>
                  <a:pt x="42" y="12994"/>
                  <a:pt x="42" y="13099"/>
                  <a:pt x="63" y="13182"/>
                </a:cubicBezTo>
                <a:cubicBezTo>
                  <a:pt x="63" y="13224"/>
                  <a:pt x="63" y="13266"/>
                  <a:pt x="63" y="13308"/>
                </a:cubicBezTo>
                <a:cubicBezTo>
                  <a:pt x="84" y="13308"/>
                  <a:pt x="84" y="13308"/>
                  <a:pt x="105" y="13287"/>
                </a:cubicBezTo>
                <a:cubicBezTo>
                  <a:pt x="293" y="13245"/>
                  <a:pt x="503" y="13182"/>
                  <a:pt x="691" y="13099"/>
                </a:cubicBezTo>
                <a:cubicBezTo>
                  <a:pt x="754" y="13078"/>
                  <a:pt x="816" y="13057"/>
                  <a:pt x="858" y="13036"/>
                </a:cubicBezTo>
                <a:cubicBezTo>
                  <a:pt x="1172" y="12931"/>
                  <a:pt x="1486" y="12806"/>
                  <a:pt x="1821" y="12638"/>
                </a:cubicBezTo>
                <a:cubicBezTo>
                  <a:pt x="1925" y="12596"/>
                  <a:pt x="2051" y="12534"/>
                  <a:pt x="2176" y="12471"/>
                </a:cubicBezTo>
                <a:cubicBezTo>
                  <a:pt x="2553" y="12282"/>
                  <a:pt x="2930" y="12073"/>
                  <a:pt x="3306" y="11864"/>
                </a:cubicBezTo>
                <a:cubicBezTo>
                  <a:pt x="3578" y="11718"/>
                  <a:pt x="3850" y="11571"/>
                  <a:pt x="4122" y="11446"/>
                </a:cubicBezTo>
                <a:cubicBezTo>
                  <a:pt x="4248" y="11383"/>
                  <a:pt x="4373" y="11320"/>
                  <a:pt x="4499" y="11278"/>
                </a:cubicBezTo>
                <a:cubicBezTo>
                  <a:pt x="4604" y="10985"/>
                  <a:pt x="4750" y="10713"/>
                  <a:pt x="4897" y="10462"/>
                </a:cubicBezTo>
                <a:cubicBezTo>
                  <a:pt x="5064" y="10169"/>
                  <a:pt x="5252" y="9855"/>
                  <a:pt x="5441" y="9562"/>
                </a:cubicBezTo>
                <a:cubicBezTo>
                  <a:pt x="5943" y="8809"/>
                  <a:pt x="6445" y="8035"/>
                  <a:pt x="6403" y="7093"/>
                </a:cubicBezTo>
                <a:cubicBezTo>
                  <a:pt x="6361" y="6361"/>
                  <a:pt x="6236" y="5712"/>
                  <a:pt x="5943" y="5064"/>
                </a:cubicBezTo>
                <a:cubicBezTo>
                  <a:pt x="5566" y="4269"/>
                  <a:pt x="5001" y="3495"/>
                  <a:pt x="4394" y="2825"/>
                </a:cubicBezTo>
                <a:cubicBezTo>
                  <a:pt x="3955" y="2365"/>
                  <a:pt x="3578" y="1946"/>
                  <a:pt x="3139" y="1507"/>
                </a:cubicBezTo>
                <a:cubicBezTo>
                  <a:pt x="2616" y="1047"/>
                  <a:pt x="2239" y="482"/>
                  <a:pt x="175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7" name="Google Shape;487;p27"/>
          <p:cNvSpPr/>
          <p:nvPr/>
        </p:nvSpPr>
        <p:spPr>
          <a:xfrm>
            <a:off x="2301982" y="3257264"/>
            <a:ext cx="1839" cy="17965"/>
          </a:xfrm>
          <a:custGeom>
            <a:avLst/>
            <a:gdLst/>
            <a:ahLst/>
            <a:cxnLst/>
            <a:rect l="l" t="t" r="r" b="b"/>
            <a:pathLst>
              <a:path w="43" h="420" extrusionOk="0">
                <a:moveTo>
                  <a:pt x="0" y="1"/>
                </a:moveTo>
                <a:lnTo>
                  <a:pt x="0" y="1"/>
                </a:lnTo>
                <a:cubicBezTo>
                  <a:pt x="21" y="147"/>
                  <a:pt x="21" y="294"/>
                  <a:pt x="42" y="419"/>
                </a:cubicBezTo>
                <a:cubicBezTo>
                  <a:pt x="42" y="335"/>
                  <a:pt x="21" y="252"/>
                  <a:pt x="21" y="147"/>
                </a:cubicBezTo>
                <a:cubicBezTo>
                  <a:pt x="21" y="105"/>
                  <a:pt x="21" y="63"/>
                  <a:pt x="0" y="1"/>
                </a:cubicBezTo>
                <a:close/>
              </a:path>
            </a:pathLst>
          </a:custGeom>
          <a:solidFill>
            <a:srgbClr val="5F3E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8" name="Google Shape;488;p27"/>
          <p:cNvSpPr/>
          <p:nvPr/>
        </p:nvSpPr>
        <p:spPr>
          <a:xfrm>
            <a:off x="2302196" y="3225055"/>
            <a:ext cx="75883" cy="33151"/>
          </a:xfrm>
          <a:custGeom>
            <a:avLst/>
            <a:gdLst/>
            <a:ahLst/>
            <a:cxnLst/>
            <a:rect l="l" t="t" r="r" b="b"/>
            <a:pathLst>
              <a:path w="1774" h="775" extrusionOk="0">
                <a:moveTo>
                  <a:pt x="1774" y="0"/>
                </a:moveTo>
                <a:lnTo>
                  <a:pt x="1753" y="21"/>
                </a:lnTo>
                <a:cubicBezTo>
                  <a:pt x="1753" y="21"/>
                  <a:pt x="1335" y="503"/>
                  <a:pt x="1125" y="670"/>
                </a:cubicBezTo>
                <a:cubicBezTo>
                  <a:pt x="1335" y="503"/>
                  <a:pt x="1774" y="21"/>
                  <a:pt x="1774" y="21"/>
                </a:cubicBezTo>
                <a:lnTo>
                  <a:pt x="1774" y="0"/>
                </a:lnTo>
                <a:close/>
                <a:moveTo>
                  <a:pt x="0" y="754"/>
                </a:moveTo>
                <a:lnTo>
                  <a:pt x="0" y="754"/>
                </a:lnTo>
                <a:cubicBezTo>
                  <a:pt x="187" y="775"/>
                  <a:pt x="353" y="775"/>
                  <a:pt x="519" y="775"/>
                </a:cubicBezTo>
                <a:cubicBezTo>
                  <a:pt x="519" y="775"/>
                  <a:pt x="520" y="775"/>
                  <a:pt x="521" y="775"/>
                </a:cubicBezTo>
                <a:lnTo>
                  <a:pt x="521" y="775"/>
                </a:lnTo>
                <a:cubicBezTo>
                  <a:pt x="342" y="775"/>
                  <a:pt x="180" y="774"/>
                  <a:pt x="0" y="754"/>
                </a:cubicBezTo>
                <a:close/>
                <a:moveTo>
                  <a:pt x="1122" y="672"/>
                </a:moveTo>
                <a:lnTo>
                  <a:pt x="1122" y="672"/>
                </a:lnTo>
                <a:cubicBezTo>
                  <a:pt x="996" y="754"/>
                  <a:pt x="769" y="775"/>
                  <a:pt x="521" y="775"/>
                </a:cubicBezTo>
                <a:lnTo>
                  <a:pt x="521" y="775"/>
                </a:lnTo>
                <a:cubicBezTo>
                  <a:pt x="527" y="775"/>
                  <a:pt x="533" y="775"/>
                  <a:pt x="539" y="775"/>
                </a:cubicBezTo>
                <a:cubicBezTo>
                  <a:pt x="768" y="775"/>
                  <a:pt x="996" y="754"/>
                  <a:pt x="1122" y="672"/>
                </a:cubicBezTo>
                <a:close/>
              </a:path>
            </a:pathLst>
          </a:custGeom>
          <a:solidFill>
            <a:srgbClr val="1816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9" name="Google Shape;489;p27"/>
          <p:cNvSpPr/>
          <p:nvPr/>
        </p:nvSpPr>
        <p:spPr>
          <a:xfrm>
            <a:off x="2383468" y="2734639"/>
            <a:ext cx="110958" cy="200486"/>
          </a:xfrm>
          <a:custGeom>
            <a:avLst/>
            <a:gdLst/>
            <a:ahLst/>
            <a:cxnLst/>
            <a:rect l="l" t="t" r="r" b="b"/>
            <a:pathLst>
              <a:path w="2594" h="4687" extrusionOk="0">
                <a:moveTo>
                  <a:pt x="0" y="1"/>
                </a:moveTo>
                <a:cubicBezTo>
                  <a:pt x="565" y="1110"/>
                  <a:pt x="1737" y="3222"/>
                  <a:pt x="2594" y="4686"/>
                </a:cubicBezTo>
                <a:cubicBezTo>
                  <a:pt x="1757" y="3222"/>
                  <a:pt x="565" y="1110"/>
                  <a:pt x="0" y="1"/>
                </a:cubicBezTo>
                <a:close/>
              </a:path>
            </a:pathLst>
          </a:custGeom>
          <a:solidFill>
            <a:srgbClr val="241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0" name="Google Shape;490;p27"/>
          <p:cNvSpPr/>
          <p:nvPr/>
        </p:nvSpPr>
        <p:spPr>
          <a:xfrm>
            <a:off x="1407856" y="3019221"/>
            <a:ext cx="4534" cy="3593"/>
          </a:xfrm>
          <a:custGeom>
            <a:avLst/>
            <a:gdLst/>
            <a:ahLst/>
            <a:cxnLst/>
            <a:rect l="l" t="t" r="r" b="b"/>
            <a:pathLst>
              <a:path w="106" h="84" extrusionOk="0">
                <a:moveTo>
                  <a:pt x="1" y="0"/>
                </a:moveTo>
                <a:lnTo>
                  <a:pt x="84" y="84"/>
                </a:lnTo>
                <a:lnTo>
                  <a:pt x="105" y="84"/>
                </a:lnTo>
                <a:cubicBezTo>
                  <a:pt x="64" y="63"/>
                  <a:pt x="43" y="21"/>
                  <a:pt x="1" y="0"/>
                </a:cubicBezTo>
                <a:close/>
              </a:path>
            </a:pathLst>
          </a:custGeom>
          <a:solidFill>
            <a:srgbClr val="CBB8A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1" name="Google Shape;491;p27"/>
          <p:cNvSpPr/>
          <p:nvPr/>
        </p:nvSpPr>
        <p:spPr>
          <a:xfrm>
            <a:off x="1807931" y="3340504"/>
            <a:ext cx="8983" cy="7186"/>
          </a:xfrm>
          <a:custGeom>
            <a:avLst/>
            <a:gdLst/>
            <a:ahLst/>
            <a:cxnLst/>
            <a:rect l="l" t="t" r="r" b="b"/>
            <a:pathLst>
              <a:path w="210" h="168" extrusionOk="0">
                <a:moveTo>
                  <a:pt x="210" y="1"/>
                </a:moveTo>
                <a:cubicBezTo>
                  <a:pt x="126" y="63"/>
                  <a:pt x="63" y="105"/>
                  <a:pt x="1" y="147"/>
                </a:cubicBezTo>
                <a:cubicBezTo>
                  <a:pt x="1" y="147"/>
                  <a:pt x="1" y="168"/>
                  <a:pt x="1" y="168"/>
                </a:cubicBezTo>
                <a:cubicBezTo>
                  <a:pt x="63" y="105"/>
                  <a:pt x="147" y="63"/>
                  <a:pt x="210" y="1"/>
                </a:cubicBezTo>
                <a:close/>
              </a:path>
            </a:pathLst>
          </a:custGeom>
          <a:solidFill>
            <a:srgbClr val="6893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2" name="Google Shape;492;p27"/>
          <p:cNvSpPr/>
          <p:nvPr/>
        </p:nvSpPr>
        <p:spPr>
          <a:xfrm>
            <a:off x="1863410" y="2843801"/>
            <a:ext cx="7229" cy="401871"/>
          </a:xfrm>
          <a:custGeom>
            <a:avLst/>
            <a:gdLst/>
            <a:ahLst/>
            <a:cxnLst/>
            <a:rect l="l" t="t" r="r" b="b"/>
            <a:pathLst>
              <a:path w="169" h="9395" extrusionOk="0">
                <a:moveTo>
                  <a:pt x="1" y="9395"/>
                </a:moveTo>
                <a:cubicBezTo>
                  <a:pt x="22" y="9123"/>
                  <a:pt x="43" y="8851"/>
                  <a:pt x="85" y="8579"/>
                </a:cubicBezTo>
                <a:cubicBezTo>
                  <a:pt x="43" y="8851"/>
                  <a:pt x="22" y="9123"/>
                  <a:pt x="1" y="9395"/>
                </a:cubicBezTo>
                <a:close/>
                <a:moveTo>
                  <a:pt x="168" y="21"/>
                </a:moveTo>
                <a:lnTo>
                  <a:pt x="168" y="0"/>
                </a:lnTo>
                <a:lnTo>
                  <a:pt x="168" y="0"/>
                </a:lnTo>
                <a:lnTo>
                  <a:pt x="168" y="21"/>
                </a:lnTo>
                <a:close/>
              </a:path>
            </a:pathLst>
          </a:custGeom>
          <a:solidFill>
            <a:srgbClr val="442E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3" name="Google Shape;493;p27"/>
          <p:cNvSpPr/>
          <p:nvPr/>
        </p:nvSpPr>
        <p:spPr>
          <a:xfrm>
            <a:off x="1765883" y="2843801"/>
            <a:ext cx="104756" cy="166480"/>
          </a:xfrm>
          <a:custGeom>
            <a:avLst/>
            <a:gdLst/>
            <a:ahLst/>
            <a:cxnLst/>
            <a:rect l="l" t="t" r="r" b="b"/>
            <a:pathLst>
              <a:path w="2449" h="3892" extrusionOk="0">
                <a:moveTo>
                  <a:pt x="2427" y="0"/>
                </a:moveTo>
                <a:lnTo>
                  <a:pt x="2427" y="21"/>
                </a:lnTo>
                <a:lnTo>
                  <a:pt x="21" y="3850"/>
                </a:lnTo>
                <a:cubicBezTo>
                  <a:pt x="0" y="3850"/>
                  <a:pt x="0" y="3871"/>
                  <a:pt x="0" y="3892"/>
                </a:cubicBezTo>
                <a:lnTo>
                  <a:pt x="2448" y="21"/>
                </a:lnTo>
                <a:lnTo>
                  <a:pt x="2427" y="0"/>
                </a:lnTo>
                <a:close/>
              </a:path>
            </a:pathLst>
          </a:custGeom>
          <a:solidFill>
            <a:srgbClr val="241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4" name="Google Shape;494;p27"/>
          <p:cNvSpPr/>
          <p:nvPr/>
        </p:nvSpPr>
        <p:spPr>
          <a:xfrm>
            <a:off x="1738122" y="3008442"/>
            <a:ext cx="28702" cy="26007"/>
          </a:xfrm>
          <a:custGeom>
            <a:avLst/>
            <a:gdLst/>
            <a:ahLst/>
            <a:cxnLst/>
            <a:rect l="l" t="t" r="r" b="b"/>
            <a:pathLst>
              <a:path w="671" h="608" extrusionOk="0">
                <a:moveTo>
                  <a:pt x="670" y="1"/>
                </a:moveTo>
                <a:cubicBezTo>
                  <a:pt x="657" y="1"/>
                  <a:pt x="652" y="9"/>
                  <a:pt x="650" y="21"/>
                </a:cubicBezTo>
                <a:lnTo>
                  <a:pt x="650" y="21"/>
                </a:lnTo>
                <a:lnTo>
                  <a:pt x="670" y="1"/>
                </a:lnTo>
                <a:close/>
                <a:moveTo>
                  <a:pt x="650" y="21"/>
                </a:moveTo>
                <a:lnTo>
                  <a:pt x="628" y="43"/>
                </a:lnTo>
                <a:cubicBezTo>
                  <a:pt x="503" y="273"/>
                  <a:pt x="294" y="482"/>
                  <a:pt x="1" y="608"/>
                </a:cubicBezTo>
                <a:cubicBezTo>
                  <a:pt x="294" y="482"/>
                  <a:pt x="503" y="273"/>
                  <a:pt x="649" y="43"/>
                </a:cubicBezTo>
                <a:cubicBezTo>
                  <a:pt x="649" y="35"/>
                  <a:pt x="649" y="27"/>
                  <a:pt x="650" y="21"/>
                </a:cubicBezTo>
                <a:close/>
              </a:path>
            </a:pathLst>
          </a:custGeom>
          <a:solidFill>
            <a:srgbClr val="241F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5" name="Google Shape;495;p27"/>
          <p:cNvSpPr/>
          <p:nvPr/>
        </p:nvSpPr>
        <p:spPr>
          <a:xfrm>
            <a:off x="1475868" y="2848250"/>
            <a:ext cx="1839" cy="2738"/>
          </a:xfrm>
          <a:custGeom>
            <a:avLst/>
            <a:gdLst/>
            <a:ahLst/>
            <a:cxnLst/>
            <a:rect l="l" t="t" r="r" b="b"/>
            <a:pathLst>
              <a:path w="43" h="64" extrusionOk="0">
                <a:moveTo>
                  <a:pt x="1" y="63"/>
                </a:moveTo>
                <a:cubicBezTo>
                  <a:pt x="1" y="63"/>
                  <a:pt x="1" y="63"/>
                  <a:pt x="1" y="63"/>
                </a:cubicBezTo>
                <a:lnTo>
                  <a:pt x="43" y="1"/>
                </a:lnTo>
                <a:lnTo>
                  <a:pt x="43" y="1"/>
                </a:lnTo>
                <a:lnTo>
                  <a:pt x="1" y="63"/>
                </a:lnTo>
              </a:path>
            </a:pathLst>
          </a:custGeom>
          <a:solidFill>
            <a:srgbClr val="26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6" name="Google Shape;496;p27"/>
          <p:cNvSpPr/>
          <p:nvPr/>
        </p:nvSpPr>
        <p:spPr>
          <a:xfrm>
            <a:off x="1442760" y="2846453"/>
            <a:ext cx="17966" cy="115492"/>
          </a:xfrm>
          <a:custGeom>
            <a:avLst/>
            <a:gdLst/>
            <a:ahLst/>
            <a:cxnLst/>
            <a:rect l="l" t="t" r="r" b="b"/>
            <a:pathLst>
              <a:path w="420" h="2700" extrusionOk="0">
                <a:moveTo>
                  <a:pt x="1" y="2700"/>
                </a:moveTo>
                <a:cubicBezTo>
                  <a:pt x="419" y="2114"/>
                  <a:pt x="419" y="963"/>
                  <a:pt x="356" y="1"/>
                </a:cubicBezTo>
                <a:lnTo>
                  <a:pt x="356" y="1"/>
                </a:lnTo>
                <a:cubicBezTo>
                  <a:pt x="419" y="963"/>
                  <a:pt x="419" y="2114"/>
                  <a:pt x="1" y="2700"/>
                </a:cubicBezTo>
                <a:close/>
              </a:path>
            </a:pathLst>
          </a:custGeom>
          <a:solidFill>
            <a:srgbClr val="4D28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7" name="Google Shape;497;p27"/>
          <p:cNvSpPr/>
          <p:nvPr/>
        </p:nvSpPr>
        <p:spPr>
          <a:xfrm>
            <a:off x="1384586" y="2812447"/>
            <a:ext cx="1839" cy="54666"/>
          </a:xfrm>
          <a:custGeom>
            <a:avLst/>
            <a:gdLst/>
            <a:ahLst/>
            <a:cxnLst/>
            <a:rect l="l" t="t" r="r" b="b"/>
            <a:pathLst>
              <a:path w="43" h="1278" extrusionOk="0">
                <a:moveTo>
                  <a:pt x="22" y="1277"/>
                </a:moveTo>
                <a:cubicBezTo>
                  <a:pt x="22" y="1131"/>
                  <a:pt x="43" y="984"/>
                  <a:pt x="43" y="817"/>
                </a:cubicBezTo>
                <a:cubicBezTo>
                  <a:pt x="43" y="984"/>
                  <a:pt x="22" y="1131"/>
                  <a:pt x="22" y="1277"/>
                </a:cubicBezTo>
                <a:cubicBezTo>
                  <a:pt x="22" y="1277"/>
                  <a:pt x="22" y="1277"/>
                  <a:pt x="22" y="1277"/>
                </a:cubicBezTo>
                <a:close/>
                <a:moveTo>
                  <a:pt x="43" y="817"/>
                </a:moveTo>
                <a:lnTo>
                  <a:pt x="43" y="817"/>
                </a:lnTo>
                <a:lnTo>
                  <a:pt x="43" y="817"/>
                </a:lnTo>
                <a:close/>
                <a:moveTo>
                  <a:pt x="22" y="545"/>
                </a:moveTo>
                <a:cubicBezTo>
                  <a:pt x="22" y="356"/>
                  <a:pt x="1" y="168"/>
                  <a:pt x="1" y="1"/>
                </a:cubicBezTo>
                <a:cubicBezTo>
                  <a:pt x="1" y="1"/>
                  <a:pt x="1" y="1"/>
                  <a:pt x="1" y="1"/>
                </a:cubicBezTo>
                <a:cubicBezTo>
                  <a:pt x="1" y="168"/>
                  <a:pt x="22" y="356"/>
                  <a:pt x="22" y="545"/>
                </a:cubicBezTo>
                <a:close/>
              </a:path>
            </a:pathLst>
          </a:custGeom>
          <a:solidFill>
            <a:srgbClr val="CBB8A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8" name="Google Shape;498;p27"/>
          <p:cNvSpPr/>
          <p:nvPr/>
        </p:nvSpPr>
        <p:spPr>
          <a:xfrm>
            <a:off x="1384586" y="2812447"/>
            <a:ext cx="20618" cy="54666"/>
          </a:xfrm>
          <a:custGeom>
            <a:avLst/>
            <a:gdLst/>
            <a:ahLst/>
            <a:cxnLst/>
            <a:rect l="l" t="t" r="r" b="b"/>
            <a:pathLst>
              <a:path w="482" h="1278" extrusionOk="0">
                <a:moveTo>
                  <a:pt x="1" y="1"/>
                </a:moveTo>
                <a:cubicBezTo>
                  <a:pt x="1" y="168"/>
                  <a:pt x="22" y="356"/>
                  <a:pt x="22" y="545"/>
                </a:cubicBezTo>
                <a:cubicBezTo>
                  <a:pt x="22" y="628"/>
                  <a:pt x="43" y="733"/>
                  <a:pt x="43" y="817"/>
                </a:cubicBezTo>
                <a:cubicBezTo>
                  <a:pt x="43" y="976"/>
                  <a:pt x="24" y="1116"/>
                  <a:pt x="22" y="1256"/>
                </a:cubicBezTo>
                <a:lnTo>
                  <a:pt x="22" y="1256"/>
                </a:lnTo>
                <a:cubicBezTo>
                  <a:pt x="105" y="1068"/>
                  <a:pt x="210" y="879"/>
                  <a:pt x="315" y="691"/>
                </a:cubicBezTo>
                <a:cubicBezTo>
                  <a:pt x="356" y="587"/>
                  <a:pt x="419" y="461"/>
                  <a:pt x="482" y="356"/>
                </a:cubicBezTo>
                <a:cubicBezTo>
                  <a:pt x="482" y="356"/>
                  <a:pt x="461" y="335"/>
                  <a:pt x="461" y="335"/>
                </a:cubicBezTo>
                <a:cubicBezTo>
                  <a:pt x="273" y="231"/>
                  <a:pt x="105" y="126"/>
                  <a:pt x="1" y="1"/>
                </a:cubicBezTo>
                <a:close/>
                <a:moveTo>
                  <a:pt x="22" y="1256"/>
                </a:moveTo>
                <a:cubicBezTo>
                  <a:pt x="22" y="1256"/>
                  <a:pt x="22" y="1256"/>
                  <a:pt x="22" y="1256"/>
                </a:cubicBezTo>
                <a:cubicBezTo>
                  <a:pt x="22" y="1277"/>
                  <a:pt x="22" y="1277"/>
                  <a:pt x="22" y="1277"/>
                </a:cubicBezTo>
                <a:cubicBezTo>
                  <a:pt x="22" y="1270"/>
                  <a:pt x="22" y="1263"/>
                  <a:pt x="22" y="1256"/>
                </a:cubicBezTo>
                <a:close/>
              </a:path>
            </a:pathLst>
          </a:custGeom>
          <a:solidFill>
            <a:srgbClr val="81401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9" name="Google Shape;499;p27"/>
          <p:cNvSpPr/>
          <p:nvPr/>
        </p:nvSpPr>
        <p:spPr>
          <a:xfrm>
            <a:off x="1404306" y="2826777"/>
            <a:ext cx="898" cy="941"/>
          </a:xfrm>
          <a:custGeom>
            <a:avLst/>
            <a:gdLst/>
            <a:ahLst/>
            <a:cxnLst/>
            <a:rect l="l" t="t" r="r" b="b"/>
            <a:pathLst>
              <a:path w="21" h="22" extrusionOk="0">
                <a:moveTo>
                  <a:pt x="21" y="21"/>
                </a:moveTo>
                <a:cubicBezTo>
                  <a:pt x="21" y="21"/>
                  <a:pt x="0" y="0"/>
                  <a:pt x="0" y="0"/>
                </a:cubicBezTo>
                <a:cubicBezTo>
                  <a:pt x="0" y="0"/>
                  <a:pt x="21" y="21"/>
                  <a:pt x="21" y="21"/>
                </a:cubicBezTo>
                <a:cubicBezTo>
                  <a:pt x="21" y="21"/>
                  <a:pt x="21" y="21"/>
                  <a:pt x="21" y="21"/>
                </a:cubicBezTo>
                <a:close/>
              </a:path>
            </a:pathLst>
          </a:custGeom>
          <a:solidFill>
            <a:srgbClr val="2622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0" name="Google Shape;500;p27"/>
          <p:cNvSpPr/>
          <p:nvPr/>
        </p:nvSpPr>
        <p:spPr>
          <a:xfrm>
            <a:off x="1385485" y="2842004"/>
            <a:ext cx="12576" cy="24211"/>
          </a:xfrm>
          <a:custGeom>
            <a:avLst/>
            <a:gdLst/>
            <a:ahLst/>
            <a:cxnLst/>
            <a:rect l="l" t="t" r="r" b="b"/>
            <a:pathLst>
              <a:path w="294" h="566" extrusionOk="0">
                <a:moveTo>
                  <a:pt x="1" y="565"/>
                </a:moveTo>
                <a:cubicBezTo>
                  <a:pt x="84" y="377"/>
                  <a:pt x="189" y="188"/>
                  <a:pt x="294" y="0"/>
                </a:cubicBezTo>
                <a:cubicBezTo>
                  <a:pt x="189" y="188"/>
                  <a:pt x="84" y="377"/>
                  <a:pt x="1" y="565"/>
                </a:cubicBezTo>
                <a:close/>
              </a:path>
            </a:pathLst>
          </a:custGeom>
          <a:solidFill>
            <a:srgbClr val="4D28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1" name="Google Shape;501;p27"/>
          <p:cNvSpPr/>
          <p:nvPr/>
        </p:nvSpPr>
        <p:spPr>
          <a:xfrm>
            <a:off x="1404306" y="2845555"/>
            <a:ext cx="21516" cy="103858"/>
          </a:xfrm>
          <a:custGeom>
            <a:avLst/>
            <a:gdLst/>
            <a:ahLst/>
            <a:cxnLst/>
            <a:rect l="l" t="t" r="r" b="b"/>
            <a:pathLst>
              <a:path w="503" h="2428" extrusionOk="0">
                <a:moveTo>
                  <a:pt x="460" y="1"/>
                </a:moveTo>
                <a:lnTo>
                  <a:pt x="460" y="1"/>
                </a:lnTo>
                <a:cubicBezTo>
                  <a:pt x="314" y="252"/>
                  <a:pt x="209" y="545"/>
                  <a:pt x="147" y="838"/>
                </a:cubicBezTo>
                <a:cubicBezTo>
                  <a:pt x="63" y="1131"/>
                  <a:pt x="0" y="1424"/>
                  <a:pt x="0" y="1738"/>
                </a:cubicBezTo>
                <a:cubicBezTo>
                  <a:pt x="0" y="1905"/>
                  <a:pt x="147" y="2428"/>
                  <a:pt x="272" y="2428"/>
                </a:cubicBezTo>
                <a:cubicBezTo>
                  <a:pt x="314" y="2428"/>
                  <a:pt x="335" y="2407"/>
                  <a:pt x="356" y="2344"/>
                </a:cubicBezTo>
                <a:cubicBezTo>
                  <a:pt x="377" y="2282"/>
                  <a:pt x="398" y="2219"/>
                  <a:pt x="419" y="2114"/>
                </a:cubicBezTo>
                <a:cubicBezTo>
                  <a:pt x="502" y="1403"/>
                  <a:pt x="502" y="691"/>
                  <a:pt x="4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2" name="Google Shape;502;p27"/>
          <p:cNvSpPr/>
          <p:nvPr/>
        </p:nvSpPr>
        <p:spPr>
          <a:xfrm>
            <a:off x="1404306" y="2844657"/>
            <a:ext cx="19719" cy="75241"/>
          </a:xfrm>
          <a:custGeom>
            <a:avLst/>
            <a:gdLst/>
            <a:ahLst/>
            <a:cxnLst/>
            <a:rect l="l" t="t" r="r" b="b"/>
            <a:pathLst>
              <a:path w="461" h="1759" extrusionOk="0">
                <a:moveTo>
                  <a:pt x="460" y="1"/>
                </a:moveTo>
                <a:cubicBezTo>
                  <a:pt x="314" y="273"/>
                  <a:pt x="209" y="566"/>
                  <a:pt x="126" y="859"/>
                </a:cubicBezTo>
                <a:cubicBezTo>
                  <a:pt x="63" y="1152"/>
                  <a:pt x="0" y="1445"/>
                  <a:pt x="0" y="1759"/>
                </a:cubicBezTo>
                <a:cubicBezTo>
                  <a:pt x="0" y="1445"/>
                  <a:pt x="63" y="1152"/>
                  <a:pt x="147" y="859"/>
                </a:cubicBezTo>
                <a:cubicBezTo>
                  <a:pt x="209" y="566"/>
                  <a:pt x="314" y="273"/>
                  <a:pt x="460" y="22"/>
                </a:cubicBezTo>
                <a:cubicBezTo>
                  <a:pt x="460" y="22"/>
                  <a:pt x="460" y="1"/>
                  <a:pt x="460" y="1"/>
                </a:cubicBezTo>
                <a:close/>
              </a:path>
            </a:pathLst>
          </a:custGeom>
          <a:solidFill>
            <a:srgbClr val="4D282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3" name="Google Shape;503;p27"/>
          <p:cNvSpPr/>
          <p:nvPr/>
        </p:nvSpPr>
        <p:spPr>
          <a:xfrm>
            <a:off x="3437744" y="3054126"/>
            <a:ext cx="8983" cy="35803"/>
          </a:xfrm>
          <a:custGeom>
            <a:avLst/>
            <a:gdLst/>
            <a:ahLst/>
            <a:cxnLst/>
            <a:rect l="l" t="t" r="r" b="b"/>
            <a:pathLst>
              <a:path w="210" h="837" extrusionOk="0">
                <a:moveTo>
                  <a:pt x="0" y="0"/>
                </a:moveTo>
                <a:lnTo>
                  <a:pt x="0" y="837"/>
                </a:lnTo>
                <a:lnTo>
                  <a:pt x="210" y="837"/>
                </a:lnTo>
                <a:lnTo>
                  <a:pt x="210" y="0"/>
                </a:lnTo>
                <a:close/>
              </a:path>
            </a:pathLst>
          </a:custGeom>
          <a:solidFill>
            <a:srgbClr val="B9B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4" name="Google Shape;504;p27"/>
          <p:cNvSpPr/>
          <p:nvPr/>
        </p:nvSpPr>
        <p:spPr>
          <a:xfrm>
            <a:off x="3446684" y="3054126"/>
            <a:ext cx="109247" cy="35803"/>
          </a:xfrm>
          <a:custGeom>
            <a:avLst/>
            <a:gdLst/>
            <a:ahLst/>
            <a:cxnLst/>
            <a:rect l="l" t="t" r="r" b="b"/>
            <a:pathLst>
              <a:path w="2554" h="837" extrusionOk="0">
                <a:moveTo>
                  <a:pt x="1" y="0"/>
                </a:moveTo>
                <a:lnTo>
                  <a:pt x="1" y="837"/>
                </a:lnTo>
                <a:lnTo>
                  <a:pt x="2553" y="837"/>
                </a:lnTo>
                <a:lnTo>
                  <a:pt x="2553" y="0"/>
                </a:lnTo>
                <a:close/>
              </a:path>
            </a:pathLst>
          </a:custGeom>
          <a:solidFill>
            <a:srgbClr val="B053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5" name="Google Shape;505;p27"/>
          <p:cNvSpPr/>
          <p:nvPr/>
        </p:nvSpPr>
        <p:spPr>
          <a:xfrm>
            <a:off x="3328539" y="3054126"/>
            <a:ext cx="109247" cy="35803"/>
          </a:xfrm>
          <a:custGeom>
            <a:avLst/>
            <a:gdLst/>
            <a:ahLst/>
            <a:cxnLst/>
            <a:rect l="l" t="t" r="r" b="b"/>
            <a:pathLst>
              <a:path w="2554" h="837" extrusionOk="0">
                <a:moveTo>
                  <a:pt x="1" y="0"/>
                </a:moveTo>
                <a:lnTo>
                  <a:pt x="1" y="837"/>
                </a:lnTo>
                <a:lnTo>
                  <a:pt x="2553" y="837"/>
                </a:lnTo>
                <a:lnTo>
                  <a:pt x="2553" y="0"/>
                </a:lnTo>
                <a:close/>
              </a:path>
            </a:pathLst>
          </a:custGeom>
          <a:solidFill>
            <a:srgbClr val="B053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6" name="Google Shape;506;p27"/>
          <p:cNvSpPr/>
          <p:nvPr/>
        </p:nvSpPr>
        <p:spPr>
          <a:xfrm>
            <a:off x="1384586" y="2843801"/>
            <a:ext cx="506627" cy="503034"/>
          </a:xfrm>
          <a:custGeom>
            <a:avLst/>
            <a:gdLst/>
            <a:ahLst/>
            <a:cxnLst/>
            <a:rect l="l" t="t" r="r" b="b"/>
            <a:pathLst>
              <a:path w="11844" h="11760" extrusionOk="0">
                <a:moveTo>
                  <a:pt x="11341" y="0"/>
                </a:moveTo>
                <a:lnTo>
                  <a:pt x="11362" y="21"/>
                </a:lnTo>
                <a:lnTo>
                  <a:pt x="11362" y="0"/>
                </a:lnTo>
                <a:close/>
                <a:moveTo>
                  <a:pt x="11362" y="21"/>
                </a:moveTo>
                <a:lnTo>
                  <a:pt x="8914" y="3892"/>
                </a:lnTo>
                <a:cubicBezTo>
                  <a:pt x="8768" y="4122"/>
                  <a:pt x="8559" y="4331"/>
                  <a:pt x="8266" y="4457"/>
                </a:cubicBezTo>
                <a:cubicBezTo>
                  <a:pt x="8119" y="4520"/>
                  <a:pt x="7994" y="4561"/>
                  <a:pt x="7847" y="4582"/>
                </a:cubicBezTo>
                <a:cubicBezTo>
                  <a:pt x="7784" y="4603"/>
                  <a:pt x="7722" y="4603"/>
                  <a:pt x="7659" y="4603"/>
                </a:cubicBezTo>
                <a:cubicBezTo>
                  <a:pt x="7282" y="4603"/>
                  <a:pt x="6926" y="4415"/>
                  <a:pt x="6592" y="4080"/>
                </a:cubicBezTo>
                <a:lnTo>
                  <a:pt x="3035" y="962"/>
                </a:lnTo>
                <a:cubicBezTo>
                  <a:pt x="3014" y="942"/>
                  <a:pt x="2407" y="460"/>
                  <a:pt x="2407" y="418"/>
                </a:cubicBezTo>
                <a:lnTo>
                  <a:pt x="2470" y="335"/>
                </a:lnTo>
                <a:lnTo>
                  <a:pt x="2177" y="105"/>
                </a:lnTo>
                <a:lnTo>
                  <a:pt x="2135" y="167"/>
                </a:lnTo>
                <a:cubicBezTo>
                  <a:pt x="2009" y="146"/>
                  <a:pt x="1863" y="105"/>
                  <a:pt x="1716" y="63"/>
                </a:cubicBezTo>
                <a:lnTo>
                  <a:pt x="1716" y="63"/>
                </a:lnTo>
                <a:cubicBezTo>
                  <a:pt x="1779" y="1025"/>
                  <a:pt x="1779" y="2176"/>
                  <a:pt x="1361" y="2762"/>
                </a:cubicBezTo>
                <a:cubicBezTo>
                  <a:pt x="1193" y="2992"/>
                  <a:pt x="942" y="3118"/>
                  <a:pt x="628" y="3118"/>
                </a:cubicBezTo>
                <a:lnTo>
                  <a:pt x="524" y="3118"/>
                </a:lnTo>
                <a:cubicBezTo>
                  <a:pt x="294" y="3097"/>
                  <a:pt x="126" y="3013"/>
                  <a:pt x="1" y="2867"/>
                </a:cubicBezTo>
                <a:lnTo>
                  <a:pt x="1" y="2867"/>
                </a:lnTo>
                <a:cubicBezTo>
                  <a:pt x="84" y="3348"/>
                  <a:pt x="231" y="3829"/>
                  <a:pt x="545" y="4101"/>
                </a:cubicBezTo>
                <a:cubicBezTo>
                  <a:pt x="587" y="4122"/>
                  <a:pt x="608" y="4164"/>
                  <a:pt x="649" y="4185"/>
                </a:cubicBezTo>
                <a:cubicBezTo>
                  <a:pt x="754" y="4227"/>
                  <a:pt x="880" y="4248"/>
                  <a:pt x="984" y="4248"/>
                </a:cubicBezTo>
                <a:cubicBezTo>
                  <a:pt x="1842" y="4248"/>
                  <a:pt x="2805" y="3390"/>
                  <a:pt x="2805" y="2406"/>
                </a:cubicBezTo>
                <a:cubicBezTo>
                  <a:pt x="3809" y="3264"/>
                  <a:pt x="4709" y="4164"/>
                  <a:pt x="5650" y="5105"/>
                </a:cubicBezTo>
                <a:cubicBezTo>
                  <a:pt x="6152" y="5608"/>
                  <a:pt x="7115" y="6758"/>
                  <a:pt x="7952" y="6758"/>
                </a:cubicBezTo>
                <a:cubicBezTo>
                  <a:pt x="8014" y="6758"/>
                  <a:pt x="8056" y="6758"/>
                  <a:pt x="8098" y="6737"/>
                </a:cubicBezTo>
                <a:cubicBezTo>
                  <a:pt x="8872" y="6591"/>
                  <a:pt x="9772" y="5356"/>
                  <a:pt x="10149" y="4792"/>
                </a:cubicBezTo>
                <a:cubicBezTo>
                  <a:pt x="10400" y="4436"/>
                  <a:pt x="10609" y="4101"/>
                  <a:pt x="10839" y="3766"/>
                </a:cubicBezTo>
                <a:lnTo>
                  <a:pt x="10839" y="3766"/>
                </a:lnTo>
                <a:cubicBezTo>
                  <a:pt x="10609" y="5022"/>
                  <a:pt x="10358" y="6319"/>
                  <a:pt x="10170" y="7637"/>
                </a:cubicBezTo>
                <a:cubicBezTo>
                  <a:pt x="10065" y="8369"/>
                  <a:pt x="9981" y="9102"/>
                  <a:pt x="9939" y="9813"/>
                </a:cubicBezTo>
                <a:cubicBezTo>
                  <a:pt x="9898" y="10483"/>
                  <a:pt x="9877" y="11131"/>
                  <a:pt x="9898" y="11759"/>
                </a:cubicBezTo>
                <a:cubicBezTo>
                  <a:pt x="9960" y="11717"/>
                  <a:pt x="10023" y="11675"/>
                  <a:pt x="10107" y="11613"/>
                </a:cubicBezTo>
                <a:cubicBezTo>
                  <a:pt x="10379" y="11445"/>
                  <a:pt x="10693" y="11320"/>
                  <a:pt x="11027" y="11215"/>
                </a:cubicBezTo>
                <a:cubicBezTo>
                  <a:pt x="11048" y="11215"/>
                  <a:pt x="11069" y="11194"/>
                  <a:pt x="11090" y="11194"/>
                </a:cubicBezTo>
                <a:cubicBezTo>
                  <a:pt x="11111" y="10755"/>
                  <a:pt x="11132" y="10294"/>
                  <a:pt x="11174" y="9813"/>
                </a:cubicBezTo>
                <a:cubicBezTo>
                  <a:pt x="11174" y="9688"/>
                  <a:pt x="11195" y="9541"/>
                  <a:pt x="11195" y="9395"/>
                </a:cubicBezTo>
                <a:cubicBezTo>
                  <a:pt x="11216" y="9123"/>
                  <a:pt x="11237" y="8851"/>
                  <a:pt x="11279" y="8579"/>
                </a:cubicBezTo>
                <a:cubicBezTo>
                  <a:pt x="11299" y="8328"/>
                  <a:pt x="11320" y="8097"/>
                  <a:pt x="11341" y="7846"/>
                </a:cubicBezTo>
                <a:lnTo>
                  <a:pt x="11362" y="7742"/>
                </a:lnTo>
                <a:cubicBezTo>
                  <a:pt x="11362" y="7700"/>
                  <a:pt x="11362" y="7658"/>
                  <a:pt x="11362" y="7637"/>
                </a:cubicBezTo>
                <a:cubicBezTo>
                  <a:pt x="11571" y="5608"/>
                  <a:pt x="11844" y="3934"/>
                  <a:pt x="11844" y="3934"/>
                </a:cubicBezTo>
                <a:lnTo>
                  <a:pt x="11676" y="2615"/>
                </a:lnTo>
                <a:lnTo>
                  <a:pt x="11362" y="2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Gurry?</a:t>
            </a:r>
            <a:endParaRPr dirty="0"/>
          </a:p>
        </p:txBody>
      </p:sp>
      <p:sp>
        <p:nvSpPr>
          <p:cNvPr id="3" name="Google Shape;954;p30">
            <a:extLst>
              <a:ext uri="{FF2B5EF4-FFF2-40B4-BE49-F238E27FC236}">
                <a16:creationId xmlns:a16="http://schemas.microsoft.com/office/drawing/2014/main" id="{5D657CCB-E5C6-B69F-8735-D8D6D501535D}"/>
              </a:ext>
            </a:extLst>
          </p:cNvPr>
          <p:cNvSpPr txBox="1"/>
          <p:nvPr/>
        </p:nvSpPr>
        <p:spPr>
          <a:xfrm>
            <a:off x="452550" y="1017725"/>
            <a:ext cx="82389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Gurry consists on a horse race mobile application where you can buy horses to participate in virtual races.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8" name="Picture 4" descr="Lindo Caballo De Dibujos Animados Aislado Sobre Fondo Blanco. Concepto De  Icono De Caballo. Estilo De Dibujos Animados Plano. Adec Ilustración del  Vector - Illustration of objeto, cola: 255640562">
            <a:extLst>
              <a:ext uri="{FF2B5EF4-FFF2-40B4-BE49-F238E27FC236}">
                <a16:creationId xmlns:a16="http://schemas.microsoft.com/office/drawing/2014/main" id="{5AC625E2-0F00-50DF-0156-6A07E300C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690" y="1385664"/>
            <a:ext cx="1912620" cy="1912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ímbolo de flecha de subida y curva Gratis Dibujos Animados Imágene |  Illustoon ES">
            <a:extLst>
              <a:ext uri="{FF2B5EF4-FFF2-40B4-BE49-F238E27FC236}">
                <a16:creationId xmlns:a16="http://schemas.microsoft.com/office/drawing/2014/main" id="{F1196A6A-AD8D-AB79-B506-56B9A0609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50850">
            <a:off x="2176895" y="1590424"/>
            <a:ext cx="1608582" cy="160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lustración de dibujos animados de carreras de caballos con personajes que  hacen campeonatos deportivos de competición o deportes ecuestres en el  hipódromo 9249264 Vector en Vecteezy">
            <a:extLst>
              <a:ext uri="{FF2B5EF4-FFF2-40B4-BE49-F238E27FC236}">
                <a16:creationId xmlns:a16="http://schemas.microsoft.com/office/drawing/2014/main" id="{685AE406-A319-7155-A99D-C77759781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870" y="2571750"/>
            <a:ext cx="2485580" cy="174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ímbolo de flecha de subida y curva Gratis Dibujos Animados Imágene |  Illustoon ES">
            <a:extLst>
              <a:ext uri="{FF2B5EF4-FFF2-40B4-BE49-F238E27FC236}">
                <a16:creationId xmlns:a16="http://schemas.microsoft.com/office/drawing/2014/main" id="{F902D7DA-E031-864E-0A73-1A031FFEB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814057">
            <a:off x="5566136" y="1521242"/>
            <a:ext cx="1608582" cy="160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cono vectorial gratis de supermercado">
            <a:extLst>
              <a:ext uri="{FF2B5EF4-FFF2-40B4-BE49-F238E27FC236}">
                <a16:creationId xmlns:a16="http://schemas.microsoft.com/office/drawing/2014/main" id="{6AAD09F1-0132-0A0B-FAC3-2A216E416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54" y="2378169"/>
            <a:ext cx="1840230" cy="1840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93.000+ Bitcoin Ilustraciones de Stock, gráficos vectoriales libres de  derechos y clip art - iStock | Blockchain, Moneda bitcoin, Criptomoneda">
            <a:extLst>
              <a:ext uri="{FF2B5EF4-FFF2-40B4-BE49-F238E27FC236}">
                <a16:creationId xmlns:a16="http://schemas.microsoft.com/office/drawing/2014/main" id="{150B87BF-9372-D5D9-A443-D77EA5CFDF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437" y="3431212"/>
            <a:ext cx="1389126" cy="138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W</a:t>
            </a:r>
            <a:r>
              <a:rPr lang="en" dirty="0"/>
              <a:t>hy I choose this topic </a:t>
            </a:r>
            <a:endParaRPr dirty="0"/>
          </a:p>
        </p:txBody>
      </p:sp>
      <p:sp>
        <p:nvSpPr>
          <p:cNvPr id="2" name="Google Shape;954;p30">
            <a:extLst>
              <a:ext uri="{FF2B5EF4-FFF2-40B4-BE49-F238E27FC236}">
                <a16:creationId xmlns:a16="http://schemas.microsoft.com/office/drawing/2014/main" id="{C5B51560-F32C-770D-F515-C23B7BCE444F}"/>
              </a:ext>
            </a:extLst>
          </p:cNvPr>
          <p:cNvSpPr txBox="1"/>
          <p:nvPr/>
        </p:nvSpPr>
        <p:spPr>
          <a:xfrm>
            <a:off x="452550" y="1202863"/>
            <a:ext cx="82389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Funny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topic</a:t>
            </a:r>
            <a:endParaRPr lang="es-ES"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way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make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horse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races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digital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There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are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many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technics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</a:t>
            </a:r>
            <a:r>
              <a:rPr lang="es-E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12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52" name="Picture 4" descr="Que ocurrió en realidad con los Peaky Blinders? La historia verídica de los  hermanos Shelby - Libertad Digital - Cultura">
            <a:extLst>
              <a:ext uri="{FF2B5EF4-FFF2-40B4-BE49-F238E27FC236}">
                <a16:creationId xmlns:a16="http://schemas.microsoft.com/office/drawing/2014/main" id="{2C0819AC-01B9-0FE7-2AD6-1D5FBCE03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160" y="1576363"/>
            <a:ext cx="3925824" cy="251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Features</a:t>
            </a:r>
            <a:endParaRPr dirty="0"/>
          </a:p>
        </p:txBody>
      </p:sp>
      <p:sp>
        <p:nvSpPr>
          <p:cNvPr id="922" name="Google Shape;922;p30"/>
          <p:cNvSpPr/>
          <p:nvPr/>
        </p:nvSpPr>
        <p:spPr>
          <a:xfrm>
            <a:off x="5978100" y="1037425"/>
            <a:ext cx="40475" cy="20950"/>
          </a:xfrm>
          <a:custGeom>
            <a:avLst/>
            <a:gdLst/>
            <a:ahLst/>
            <a:cxnLst/>
            <a:rect l="l" t="t" r="r" b="b"/>
            <a:pathLst>
              <a:path w="1619" h="838" extrusionOk="0">
                <a:moveTo>
                  <a:pt x="809" y="0"/>
                </a:moveTo>
                <a:cubicBezTo>
                  <a:pt x="335" y="0"/>
                  <a:pt x="0" y="196"/>
                  <a:pt x="0" y="419"/>
                </a:cubicBezTo>
                <a:cubicBezTo>
                  <a:pt x="0" y="642"/>
                  <a:pt x="335" y="837"/>
                  <a:pt x="809" y="837"/>
                </a:cubicBezTo>
                <a:cubicBezTo>
                  <a:pt x="1284" y="837"/>
                  <a:pt x="1618" y="642"/>
                  <a:pt x="1618" y="419"/>
                </a:cubicBezTo>
                <a:cubicBezTo>
                  <a:pt x="1618" y="196"/>
                  <a:pt x="1284" y="0"/>
                  <a:pt x="809" y="0"/>
                </a:cubicBezTo>
                <a:close/>
              </a:path>
            </a:pathLst>
          </a:custGeom>
          <a:solidFill>
            <a:srgbClr val="3C3C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30"/>
          <p:cNvSpPr txBox="1"/>
          <p:nvPr/>
        </p:nvSpPr>
        <p:spPr>
          <a:xfrm>
            <a:off x="3255813" y="6471575"/>
            <a:ext cx="225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2" name="Google Shape;954;p30">
            <a:extLst>
              <a:ext uri="{FF2B5EF4-FFF2-40B4-BE49-F238E27FC236}">
                <a16:creationId xmlns:a16="http://schemas.microsoft.com/office/drawing/2014/main" id="{D4A2BCC2-23A6-544F-E8C2-FD46377BA886}"/>
              </a:ext>
            </a:extLst>
          </p:cNvPr>
          <p:cNvSpPr txBox="1"/>
          <p:nvPr/>
        </p:nvSpPr>
        <p:spPr>
          <a:xfrm>
            <a:off x="452550" y="1017725"/>
            <a:ext cx="82389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</a:t>
            </a: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Login</a:t>
            </a:r>
            <a:endParaRPr lang="es-ES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External</a:t>
            </a:r>
            <a:r>
              <a:rPr lang="es-E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database</a:t>
            </a:r>
            <a:r>
              <a:rPr lang="es-E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-&gt; </a:t>
            </a: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Firebase</a:t>
            </a:r>
            <a:endParaRPr lang="es-ES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</a:t>
            </a:r>
            <a:r>
              <a:rPr lang="es-E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registration</a:t>
            </a:r>
            <a:endParaRPr lang="es-ES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Buy</a:t>
            </a:r>
            <a:r>
              <a:rPr lang="es-E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horses</a:t>
            </a:r>
            <a:endParaRPr lang="es-ES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See</a:t>
            </a:r>
            <a:r>
              <a:rPr lang="es-E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r>
              <a:rPr lang="es-ES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horses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Imagen 5" descr="Cabeza y torso de un hombre con sombrero&#10;&#10;El contenido generado por IA puede ser incorrecto.">
            <a:extLst>
              <a:ext uri="{FF2B5EF4-FFF2-40B4-BE49-F238E27FC236}">
                <a16:creationId xmlns:a16="http://schemas.microsoft.com/office/drawing/2014/main" id="{39615720-F40F-2F00-6650-DA7A792D6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397" y="1058375"/>
            <a:ext cx="2010156" cy="2010156"/>
          </a:xfrm>
          <a:prstGeom prst="rect">
            <a:avLst/>
          </a:prstGeom>
        </p:spPr>
      </p:pic>
      <p:pic>
        <p:nvPicPr>
          <p:cNvPr id="8" name="Imagen 7" descr="Un hombre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5CE65A56-8CFB-D6D6-371F-5E131ED6D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8810" y="1058375"/>
            <a:ext cx="2010156" cy="2010156"/>
          </a:xfrm>
          <a:prstGeom prst="rect">
            <a:avLst/>
          </a:prstGeom>
        </p:spPr>
      </p:pic>
      <p:pic>
        <p:nvPicPr>
          <p:cNvPr id="10" name="Imagen 9" descr="Dibujo de una mujer con un vestido de color negro&#10;&#10;El contenido generado por IA puede ser incorrecto.">
            <a:extLst>
              <a:ext uri="{FF2B5EF4-FFF2-40B4-BE49-F238E27FC236}">
                <a16:creationId xmlns:a16="http://schemas.microsoft.com/office/drawing/2014/main" id="{0D114421-D713-1B3B-775D-9FA833D14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7397" y="3109181"/>
            <a:ext cx="2010156" cy="2010156"/>
          </a:xfrm>
          <a:prstGeom prst="rect">
            <a:avLst/>
          </a:prstGeom>
        </p:spPr>
      </p:pic>
      <p:pic>
        <p:nvPicPr>
          <p:cNvPr id="12" name="Imagen 11" descr="Una caricatura de una persona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2FC81AFC-815E-3EF7-1337-7D7B365DA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810" y="3068531"/>
            <a:ext cx="2010156" cy="2010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</a:t>
            </a:r>
            <a:endParaRPr dirty="0"/>
          </a:p>
        </p:txBody>
      </p:sp>
      <p:grpSp>
        <p:nvGrpSpPr>
          <p:cNvPr id="966" name="Google Shape;966;p31"/>
          <p:cNvGrpSpPr/>
          <p:nvPr/>
        </p:nvGrpSpPr>
        <p:grpSpPr>
          <a:xfrm>
            <a:off x="3018564" y="1443044"/>
            <a:ext cx="2434187" cy="2776738"/>
            <a:chOff x="3118265" y="1504429"/>
            <a:chExt cx="2264360" cy="2583012"/>
          </a:xfrm>
        </p:grpSpPr>
        <p:grpSp>
          <p:nvGrpSpPr>
            <p:cNvPr id="967" name="Google Shape;967;p31"/>
            <p:cNvGrpSpPr/>
            <p:nvPr/>
          </p:nvGrpSpPr>
          <p:grpSpPr>
            <a:xfrm>
              <a:off x="3118265" y="1504429"/>
              <a:ext cx="2264360" cy="2583012"/>
              <a:chOff x="2232075" y="1755075"/>
              <a:chExt cx="1365800" cy="1558096"/>
            </a:xfrm>
          </p:grpSpPr>
          <p:sp>
            <p:nvSpPr>
              <p:cNvPr id="968" name="Google Shape;968;p31"/>
              <p:cNvSpPr/>
              <p:nvPr/>
            </p:nvSpPr>
            <p:spPr>
              <a:xfrm>
                <a:off x="2391929" y="3037821"/>
                <a:ext cx="1163575" cy="275350"/>
              </a:xfrm>
              <a:custGeom>
                <a:avLst/>
                <a:gdLst/>
                <a:ahLst/>
                <a:cxnLst/>
                <a:rect l="l" t="t" r="r" b="b"/>
                <a:pathLst>
                  <a:path w="46543" h="11014" extrusionOk="0">
                    <a:moveTo>
                      <a:pt x="14946" y="1705"/>
                    </a:moveTo>
                    <a:cubicBezTo>
                      <a:pt x="13579" y="1419"/>
                      <a:pt x="11641" y="624"/>
                      <a:pt x="9927" y="359"/>
                    </a:cubicBezTo>
                    <a:cubicBezTo>
                      <a:pt x="8213" y="94"/>
                      <a:pt x="6050" y="-151"/>
                      <a:pt x="4663" y="114"/>
                    </a:cubicBezTo>
                    <a:cubicBezTo>
                      <a:pt x="3276" y="379"/>
                      <a:pt x="2378" y="1277"/>
                      <a:pt x="1603" y="1950"/>
                    </a:cubicBezTo>
                    <a:cubicBezTo>
                      <a:pt x="828" y="2623"/>
                      <a:pt x="-111" y="3256"/>
                      <a:pt x="11" y="4154"/>
                    </a:cubicBezTo>
                    <a:cubicBezTo>
                      <a:pt x="133" y="5052"/>
                      <a:pt x="929" y="6744"/>
                      <a:pt x="2337" y="7336"/>
                    </a:cubicBezTo>
                    <a:cubicBezTo>
                      <a:pt x="3745" y="7928"/>
                      <a:pt x="7050" y="7398"/>
                      <a:pt x="8458" y="7704"/>
                    </a:cubicBezTo>
                    <a:cubicBezTo>
                      <a:pt x="9866" y="8010"/>
                      <a:pt x="9723" y="8683"/>
                      <a:pt x="10784" y="9173"/>
                    </a:cubicBezTo>
                    <a:cubicBezTo>
                      <a:pt x="11845" y="9663"/>
                      <a:pt x="13437" y="10356"/>
                      <a:pt x="14824" y="10642"/>
                    </a:cubicBezTo>
                    <a:cubicBezTo>
                      <a:pt x="16211" y="10928"/>
                      <a:pt x="17598" y="11173"/>
                      <a:pt x="19108" y="10887"/>
                    </a:cubicBezTo>
                    <a:cubicBezTo>
                      <a:pt x="20618" y="10601"/>
                      <a:pt x="22066" y="9295"/>
                      <a:pt x="23882" y="8928"/>
                    </a:cubicBezTo>
                    <a:cubicBezTo>
                      <a:pt x="25698" y="8561"/>
                      <a:pt x="27861" y="8683"/>
                      <a:pt x="30003" y="8683"/>
                    </a:cubicBezTo>
                    <a:cubicBezTo>
                      <a:pt x="32145" y="8683"/>
                      <a:pt x="34533" y="9132"/>
                      <a:pt x="36736" y="8928"/>
                    </a:cubicBezTo>
                    <a:cubicBezTo>
                      <a:pt x="38940" y="8724"/>
                      <a:pt x="41633" y="8092"/>
                      <a:pt x="43224" y="7459"/>
                    </a:cubicBezTo>
                    <a:cubicBezTo>
                      <a:pt x="44816" y="6827"/>
                      <a:pt x="45816" y="5786"/>
                      <a:pt x="46285" y="5133"/>
                    </a:cubicBezTo>
                    <a:cubicBezTo>
                      <a:pt x="46754" y="4480"/>
                      <a:pt x="46530" y="4093"/>
                      <a:pt x="46040" y="3542"/>
                    </a:cubicBezTo>
                    <a:cubicBezTo>
                      <a:pt x="45550" y="2991"/>
                      <a:pt x="44510" y="2277"/>
                      <a:pt x="43347" y="1828"/>
                    </a:cubicBezTo>
                    <a:cubicBezTo>
                      <a:pt x="42184" y="1379"/>
                      <a:pt x="40490" y="1011"/>
                      <a:pt x="39062" y="848"/>
                    </a:cubicBezTo>
                    <a:cubicBezTo>
                      <a:pt x="37634" y="685"/>
                      <a:pt x="36022" y="848"/>
                      <a:pt x="34777" y="848"/>
                    </a:cubicBezTo>
                    <a:cubicBezTo>
                      <a:pt x="33533" y="848"/>
                      <a:pt x="33309" y="807"/>
                      <a:pt x="31595" y="848"/>
                    </a:cubicBezTo>
                    <a:cubicBezTo>
                      <a:pt x="29881" y="889"/>
                      <a:pt x="26739" y="889"/>
                      <a:pt x="24495" y="1093"/>
                    </a:cubicBezTo>
                    <a:cubicBezTo>
                      <a:pt x="22251" y="1297"/>
                      <a:pt x="19721" y="1971"/>
                      <a:pt x="18129" y="2073"/>
                    </a:cubicBezTo>
                    <a:cubicBezTo>
                      <a:pt x="16538" y="2175"/>
                      <a:pt x="16313" y="1991"/>
                      <a:pt x="14946" y="170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969" name="Google Shape;969;p31"/>
              <p:cNvSpPr/>
              <p:nvPr/>
            </p:nvSpPr>
            <p:spPr>
              <a:xfrm>
                <a:off x="3450350" y="2799175"/>
                <a:ext cx="8425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361" extrusionOk="0">
                    <a:moveTo>
                      <a:pt x="1" y="0"/>
                    </a:moveTo>
                    <a:lnTo>
                      <a:pt x="1" y="1360"/>
                    </a:lnTo>
                    <a:lnTo>
                      <a:pt x="3369" y="1360"/>
                    </a:lnTo>
                    <a:lnTo>
                      <a:pt x="3369" y="0"/>
                    </a:lnTo>
                    <a:close/>
                  </a:path>
                </a:pathLst>
              </a:custGeom>
              <a:solidFill>
                <a:srgbClr val="B4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1"/>
              <p:cNvSpPr/>
              <p:nvPr/>
            </p:nvSpPr>
            <p:spPr>
              <a:xfrm>
                <a:off x="3404850" y="2758350"/>
                <a:ext cx="84225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1382" extrusionOk="0">
                    <a:moveTo>
                      <a:pt x="0" y="1"/>
                    </a:moveTo>
                    <a:lnTo>
                      <a:pt x="0" y="1382"/>
                    </a:lnTo>
                    <a:lnTo>
                      <a:pt x="3369" y="1382"/>
                    </a:lnTo>
                    <a:lnTo>
                      <a:pt x="3369" y="1"/>
                    </a:lnTo>
                    <a:close/>
                  </a:path>
                </a:pathLst>
              </a:custGeom>
              <a:solidFill>
                <a:srgbClr val="B4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1"/>
              <p:cNvSpPr/>
              <p:nvPr/>
            </p:nvSpPr>
            <p:spPr>
              <a:xfrm>
                <a:off x="3450350" y="2718075"/>
                <a:ext cx="8425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361" extrusionOk="0">
                    <a:moveTo>
                      <a:pt x="1" y="1"/>
                    </a:moveTo>
                    <a:lnTo>
                      <a:pt x="1" y="1361"/>
                    </a:lnTo>
                    <a:lnTo>
                      <a:pt x="3369" y="1361"/>
                    </a:lnTo>
                    <a:lnTo>
                      <a:pt x="3369" y="1"/>
                    </a:lnTo>
                    <a:close/>
                  </a:path>
                </a:pathLst>
              </a:custGeom>
              <a:solidFill>
                <a:srgbClr val="B4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1"/>
              <p:cNvSpPr/>
              <p:nvPr/>
            </p:nvSpPr>
            <p:spPr>
              <a:xfrm>
                <a:off x="3404850" y="2677275"/>
                <a:ext cx="84225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1382" extrusionOk="0">
                    <a:moveTo>
                      <a:pt x="0" y="1"/>
                    </a:moveTo>
                    <a:lnTo>
                      <a:pt x="0" y="1382"/>
                    </a:lnTo>
                    <a:lnTo>
                      <a:pt x="3369" y="1382"/>
                    </a:lnTo>
                    <a:lnTo>
                      <a:pt x="3369" y="1"/>
                    </a:lnTo>
                    <a:close/>
                  </a:path>
                </a:pathLst>
              </a:custGeom>
              <a:solidFill>
                <a:srgbClr val="B4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1"/>
              <p:cNvSpPr/>
              <p:nvPr/>
            </p:nvSpPr>
            <p:spPr>
              <a:xfrm>
                <a:off x="3359325" y="2637000"/>
                <a:ext cx="8425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361" extrusionOk="0">
                    <a:moveTo>
                      <a:pt x="1" y="1"/>
                    </a:moveTo>
                    <a:lnTo>
                      <a:pt x="1" y="1361"/>
                    </a:lnTo>
                    <a:lnTo>
                      <a:pt x="3370" y="1361"/>
                    </a:lnTo>
                    <a:lnTo>
                      <a:pt x="3370" y="1"/>
                    </a:lnTo>
                    <a:close/>
                  </a:path>
                </a:pathLst>
              </a:custGeom>
              <a:solidFill>
                <a:srgbClr val="B4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1"/>
              <p:cNvSpPr/>
              <p:nvPr/>
            </p:nvSpPr>
            <p:spPr>
              <a:xfrm>
                <a:off x="3450350" y="2637000"/>
                <a:ext cx="8425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361" extrusionOk="0">
                    <a:moveTo>
                      <a:pt x="1" y="1"/>
                    </a:moveTo>
                    <a:lnTo>
                      <a:pt x="1" y="1361"/>
                    </a:lnTo>
                    <a:lnTo>
                      <a:pt x="3369" y="1361"/>
                    </a:lnTo>
                    <a:lnTo>
                      <a:pt x="3369" y="1"/>
                    </a:lnTo>
                    <a:close/>
                  </a:path>
                </a:pathLst>
              </a:custGeom>
              <a:solidFill>
                <a:srgbClr val="B4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1"/>
              <p:cNvSpPr/>
              <p:nvPr/>
            </p:nvSpPr>
            <p:spPr>
              <a:xfrm>
                <a:off x="3313825" y="2596200"/>
                <a:ext cx="84250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382" extrusionOk="0">
                    <a:moveTo>
                      <a:pt x="0" y="1"/>
                    </a:moveTo>
                    <a:lnTo>
                      <a:pt x="0" y="1382"/>
                    </a:lnTo>
                    <a:lnTo>
                      <a:pt x="3369" y="1382"/>
                    </a:lnTo>
                    <a:lnTo>
                      <a:pt x="3369" y="1"/>
                    </a:lnTo>
                    <a:close/>
                  </a:path>
                </a:pathLst>
              </a:custGeom>
              <a:solidFill>
                <a:srgbClr val="B4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1"/>
              <p:cNvSpPr/>
              <p:nvPr/>
            </p:nvSpPr>
            <p:spPr>
              <a:xfrm>
                <a:off x="3404850" y="2596200"/>
                <a:ext cx="84225" cy="34550"/>
              </a:xfrm>
              <a:custGeom>
                <a:avLst/>
                <a:gdLst/>
                <a:ahLst/>
                <a:cxnLst/>
                <a:rect l="l" t="t" r="r" b="b"/>
                <a:pathLst>
                  <a:path w="3369" h="1382" extrusionOk="0">
                    <a:moveTo>
                      <a:pt x="0" y="1"/>
                    </a:moveTo>
                    <a:lnTo>
                      <a:pt x="0" y="1382"/>
                    </a:lnTo>
                    <a:lnTo>
                      <a:pt x="3369" y="1382"/>
                    </a:lnTo>
                    <a:lnTo>
                      <a:pt x="3369" y="1"/>
                    </a:lnTo>
                    <a:close/>
                  </a:path>
                </a:pathLst>
              </a:custGeom>
              <a:solidFill>
                <a:srgbClr val="B4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1"/>
              <p:cNvSpPr/>
              <p:nvPr/>
            </p:nvSpPr>
            <p:spPr>
              <a:xfrm>
                <a:off x="3359325" y="2555925"/>
                <a:ext cx="8425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361" extrusionOk="0">
                    <a:moveTo>
                      <a:pt x="1" y="1"/>
                    </a:moveTo>
                    <a:lnTo>
                      <a:pt x="1" y="1361"/>
                    </a:lnTo>
                    <a:lnTo>
                      <a:pt x="3370" y="1361"/>
                    </a:lnTo>
                    <a:lnTo>
                      <a:pt x="3370" y="1"/>
                    </a:lnTo>
                    <a:close/>
                  </a:path>
                </a:pathLst>
              </a:custGeom>
              <a:solidFill>
                <a:srgbClr val="B4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1"/>
              <p:cNvSpPr/>
              <p:nvPr/>
            </p:nvSpPr>
            <p:spPr>
              <a:xfrm>
                <a:off x="3450350" y="2555925"/>
                <a:ext cx="84250" cy="34025"/>
              </a:xfrm>
              <a:custGeom>
                <a:avLst/>
                <a:gdLst/>
                <a:ahLst/>
                <a:cxnLst/>
                <a:rect l="l" t="t" r="r" b="b"/>
                <a:pathLst>
                  <a:path w="3370" h="1361" extrusionOk="0">
                    <a:moveTo>
                      <a:pt x="1" y="1"/>
                    </a:moveTo>
                    <a:lnTo>
                      <a:pt x="1" y="1361"/>
                    </a:lnTo>
                    <a:lnTo>
                      <a:pt x="3369" y="1361"/>
                    </a:lnTo>
                    <a:lnTo>
                      <a:pt x="3369" y="1"/>
                    </a:lnTo>
                    <a:close/>
                  </a:path>
                </a:pathLst>
              </a:custGeom>
              <a:solidFill>
                <a:srgbClr val="B456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1"/>
              <p:cNvSpPr/>
              <p:nvPr/>
            </p:nvSpPr>
            <p:spPr>
              <a:xfrm>
                <a:off x="2386375" y="1849225"/>
                <a:ext cx="1143500" cy="1369500"/>
              </a:xfrm>
              <a:custGeom>
                <a:avLst/>
                <a:gdLst/>
                <a:ahLst/>
                <a:cxnLst/>
                <a:rect l="l" t="t" r="r" b="b"/>
                <a:pathLst>
                  <a:path w="45740" h="54780" extrusionOk="0">
                    <a:moveTo>
                      <a:pt x="231" y="1"/>
                    </a:moveTo>
                    <a:cubicBezTo>
                      <a:pt x="231" y="43"/>
                      <a:pt x="231" y="84"/>
                      <a:pt x="231" y="126"/>
                    </a:cubicBezTo>
                    <a:cubicBezTo>
                      <a:pt x="252" y="1068"/>
                      <a:pt x="817" y="2030"/>
                      <a:pt x="901" y="2658"/>
                    </a:cubicBezTo>
                    <a:cubicBezTo>
                      <a:pt x="922" y="2930"/>
                      <a:pt x="838" y="3286"/>
                      <a:pt x="922" y="3537"/>
                    </a:cubicBezTo>
                    <a:cubicBezTo>
                      <a:pt x="1005" y="3683"/>
                      <a:pt x="1152" y="3767"/>
                      <a:pt x="1215" y="3913"/>
                    </a:cubicBezTo>
                    <a:cubicBezTo>
                      <a:pt x="1256" y="4039"/>
                      <a:pt x="1194" y="4185"/>
                      <a:pt x="1256" y="4311"/>
                    </a:cubicBezTo>
                    <a:cubicBezTo>
                      <a:pt x="1298" y="4457"/>
                      <a:pt x="1633" y="4834"/>
                      <a:pt x="1591" y="4960"/>
                    </a:cubicBezTo>
                    <a:cubicBezTo>
                      <a:pt x="1556" y="5043"/>
                      <a:pt x="1500" y="5065"/>
                      <a:pt x="1431" y="5065"/>
                    </a:cubicBezTo>
                    <a:cubicBezTo>
                      <a:pt x="1379" y="5065"/>
                      <a:pt x="1320" y="5052"/>
                      <a:pt x="1256" y="5043"/>
                    </a:cubicBezTo>
                    <a:cubicBezTo>
                      <a:pt x="1194" y="5022"/>
                      <a:pt x="1110" y="5001"/>
                      <a:pt x="1047" y="5001"/>
                    </a:cubicBezTo>
                    <a:cubicBezTo>
                      <a:pt x="1026" y="5253"/>
                      <a:pt x="963" y="5462"/>
                      <a:pt x="775" y="5608"/>
                    </a:cubicBezTo>
                    <a:cubicBezTo>
                      <a:pt x="775" y="6048"/>
                      <a:pt x="859" y="6613"/>
                      <a:pt x="859" y="6864"/>
                    </a:cubicBezTo>
                    <a:cubicBezTo>
                      <a:pt x="838" y="7491"/>
                      <a:pt x="671" y="8098"/>
                      <a:pt x="461" y="8663"/>
                    </a:cubicBezTo>
                    <a:cubicBezTo>
                      <a:pt x="378" y="8935"/>
                      <a:pt x="189" y="9144"/>
                      <a:pt x="1" y="9375"/>
                    </a:cubicBezTo>
                    <a:cubicBezTo>
                      <a:pt x="1110" y="11739"/>
                      <a:pt x="3684" y="16572"/>
                      <a:pt x="3349" y="20506"/>
                    </a:cubicBezTo>
                    <a:cubicBezTo>
                      <a:pt x="3349" y="20506"/>
                      <a:pt x="2993" y="22933"/>
                      <a:pt x="3893" y="23749"/>
                    </a:cubicBezTo>
                    <a:cubicBezTo>
                      <a:pt x="4813" y="24565"/>
                      <a:pt x="3600" y="26302"/>
                      <a:pt x="4228" y="27976"/>
                    </a:cubicBezTo>
                    <a:cubicBezTo>
                      <a:pt x="5127" y="30298"/>
                      <a:pt x="6885" y="31156"/>
                      <a:pt x="6885" y="31156"/>
                    </a:cubicBezTo>
                    <a:cubicBezTo>
                      <a:pt x="6885" y="31156"/>
                      <a:pt x="9249" y="39170"/>
                      <a:pt x="9479" y="40069"/>
                    </a:cubicBezTo>
                    <a:cubicBezTo>
                      <a:pt x="9730" y="40990"/>
                      <a:pt x="9061" y="40760"/>
                      <a:pt x="9982" y="43020"/>
                    </a:cubicBezTo>
                    <a:cubicBezTo>
                      <a:pt x="10881" y="45259"/>
                      <a:pt x="9919" y="49108"/>
                      <a:pt x="9793" y="49778"/>
                    </a:cubicBezTo>
                    <a:cubicBezTo>
                      <a:pt x="9668" y="50448"/>
                      <a:pt x="7533" y="52226"/>
                      <a:pt x="7785" y="53356"/>
                    </a:cubicBezTo>
                    <a:cubicBezTo>
                      <a:pt x="7861" y="53733"/>
                      <a:pt x="8361" y="53858"/>
                      <a:pt x="8993" y="53858"/>
                    </a:cubicBezTo>
                    <a:cubicBezTo>
                      <a:pt x="10258" y="53858"/>
                      <a:pt x="12053" y="53356"/>
                      <a:pt x="12053" y="53356"/>
                    </a:cubicBezTo>
                    <a:cubicBezTo>
                      <a:pt x="12053" y="53356"/>
                      <a:pt x="11969" y="53021"/>
                      <a:pt x="11886" y="52540"/>
                    </a:cubicBezTo>
                    <a:cubicBezTo>
                      <a:pt x="11781" y="51975"/>
                      <a:pt x="11676" y="51243"/>
                      <a:pt x="11739" y="50699"/>
                    </a:cubicBezTo>
                    <a:cubicBezTo>
                      <a:pt x="11865" y="49715"/>
                      <a:pt x="12723" y="49778"/>
                      <a:pt x="12723" y="48753"/>
                    </a:cubicBezTo>
                    <a:cubicBezTo>
                      <a:pt x="12723" y="47707"/>
                      <a:pt x="12325" y="44233"/>
                      <a:pt x="12430" y="43020"/>
                    </a:cubicBezTo>
                    <a:cubicBezTo>
                      <a:pt x="12471" y="42455"/>
                      <a:pt x="12639" y="41994"/>
                      <a:pt x="12743" y="41513"/>
                    </a:cubicBezTo>
                    <a:cubicBezTo>
                      <a:pt x="12890" y="40969"/>
                      <a:pt x="12953" y="40362"/>
                      <a:pt x="12723" y="39463"/>
                    </a:cubicBezTo>
                    <a:cubicBezTo>
                      <a:pt x="12346" y="38040"/>
                      <a:pt x="11907" y="35571"/>
                      <a:pt x="12430" y="33060"/>
                    </a:cubicBezTo>
                    <a:cubicBezTo>
                      <a:pt x="12430" y="32642"/>
                      <a:pt x="12534" y="32265"/>
                      <a:pt x="12723" y="31972"/>
                    </a:cubicBezTo>
                    <a:cubicBezTo>
                      <a:pt x="13492" y="30744"/>
                      <a:pt x="15599" y="30494"/>
                      <a:pt x="17575" y="30494"/>
                    </a:cubicBezTo>
                    <a:cubicBezTo>
                      <a:pt x="18933" y="30494"/>
                      <a:pt x="20229" y="30612"/>
                      <a:pt x="20987" y="30612"/>
                    </a:cubicBezTo>
                    <a:cubicBezTo>
                      <a:pt x="23038" y="30612"/>
                      <a:pt x="24733" y="30340"/>
                      <a:pt x="26616" y="29482"/>
                    </a:cubicBezTo>
                    <a:cubicBezTo>
                      <a:pt x="27808" y="28917"/>
                      <a:pt x="28855" y="28143"/>
                      <a:pt x="30173" y="27787"/>
                    </a:cubicBezTo>
                    <a:cubicBezTo>
                      <a:pt x="30480" y="27698"/>
                      <a:pt x="30947" y="27548"/>
                      <a:pt x="31564" y="27548"/>
                    </a:cubicBezTo>
                    <a:cubicBezTo>
                      <a:pt x="32251" y="27548"/>
                      <a:pt x="33123" y="27733"/>
                      <a:pt x="34169" y="28394"/>
                    </a:cubicBezTo>
                    <a:cubicBezTo>
                      <a:pt x="34274" y="28457"/>
                      <a:pt x="34378" y="28541"/>
                      <a:pt x="34483" y="28603"/>
                    </a:cubicBezTo>
                    <a:cubicBezTo>
                      <a:pt x="35278" y="29210"/>
                      <a:pt x="35969" y="29880"/>
                      <a:pt x="36534" y="30800"/>
                    </a:cubicBezTo>
                    <a:cubicBezTo>
                      <a:pt x="37224" y="31888"/>
                      <a:pt x="37496" y="33081"/>
                      <a:pt x="38103" y="34190"/>
                    </a:cubicBezTo>
                    <a:cubicBezTo>
                      <a:pt x="38438" y="34859"/>
                      <a:pt x="38856" y="35466"/>
                      <a:pt x="39316" y="36052"/>
                    </a:cubicBezTo>
                    <a:cubicBezTo>
                      <a:pt x="39609" y="36429"/>
                      <a:pt x="39923" y="36805"/>
                      <a:pt x="40216" y="37161"/>
                    </a:cubicBezTo>
                    <a:cubicBezTo>
                      <a:pt x="40551" y="37642"/>
                      <a:pt x="40823" y="38082"/>
                      <a:pt x="41032" y="38542"/>
                    </a:cubicBezTo>
                    <a:cubicBezTo>
                      <a:pt x="41848" y="40781"/>
                      <a:pt x="41890" y="43250"/>
                      <a:pt x="41618" y="45635"/>
                    </a:cubicBezTo>
                    <a:cubicBezTo>
                      <a:pt x="41534" y="46681"/>
                      <a:pt x="41576" y="47790"/>
                      <a:pt x="41346" y="48836"/>
                    </a:cubicBezTo>
                    <a:cubicBezTo>
                      <a:pt x="41220" y="49715"/>
                      <a:pt x="41220" y="50845"/>
                      <a:pt x="40886" y="51682"/>
                    </a:cubicBezTo>
                    <a:cubicBezTo>
                      <a:pt x="40446" y="52833"/>
                      <a:pt x="39023" y="52979"/>
                      <a:pt x="38584" y="54046"/>
                    </a:cubicBezTo>
                    <a:cubicBezTo>
                      <a:pt x="39228" y="54561"/>
                      <a:pt x="39992" y="54779"/>
                      <a:pt x="40779" y="54779"/>
                    </a:cubicBezTo>
                    <a:cubicBezTo>
                      <a:pt x="41527" y="54779"/>
                      <a:pt x="42295" y="54582"/>
                      <a:pt x="42999" y="54256"/>
                    </a:cubicBezTo>
                    <a:cubicBezTo>
                      <a:pt x="42999" y="53691"/>
                      <a:pt x="43020" y="53084"/>
                      <a:pt x="43124" y="52519"/>
                    </a:cubicBezTo>
                    <a:cubicBezTo>
                      <a:pt x="42790" y="52163"/>
                      <a:pt x="42371" y="51682"/>
                      <a:pt x="42685" y="51180"/>
                    </a:cubicBezTo>
                    <a:cubicBezTo>
                      <a:pt x="43041" y="50489"/>
                      <a:pt x="43648" y="50720"/>
                      <a:pt x="43689" y="49757"/>
                    </a:cubicBezTo>
                    <a:cubicBezTo>
                      <a:pt x="43731" y="48564"/>
                      <a:pt x="43501" y="47330"/>
                      <a:pt x="43501" y="46137"/>
                    </a:cubicBezTo>
                    <a:cubicBezTo>
                      <a:pt x="43501" y="44589"/>
                      <a:pt x="43334" y="42894"/>
                      <a:pt x="43564" y="41325"/>
                    </a:cubicBezTo>
                    <a:cubicBezTo>
                      <a:pt x="43710" y="40404"/>
                      <a:pt x="43982" y="39525"/>
                      <a:pt x="44505" y="38772"/>
                    </a:cubicBezTo>
                    <a:cubicBezTo>
                      <a:pt x="45280" y="37621"/>
                      <a:pt x="44275" y="37349"/>
                      <a:pt x="43585" y="36429"/>
                    </a:cubicBezTo>
                    <a:cubicBezTo>
                      <a:pt x="43062" y="35717"/>
                      <a:pt x="42727" y="34839"/>
                      <a:pt x="42392" y="33960"/>
                    </a:cubicBezTo>
                    <a:lnTo>
                      <a:pt x="42392" y="33939"/>
                    </a:lnTo>
                    <a:cubicBezTo>
                      <a:pt x="42288" y="33730"/>
                      <a:pt x="42225" y="33520"/>
                      <a:pt x="42162" y="33332"/>
                    </a:cubicBezTo>
                    <a:cubicBezTo>
                      <a:pt x="41597" y="31533"/>
                      <a:pt x="42413" y="30235"/>
                      <a:pt x="44150" y="26406"/>
                    </a:cubicBezTo>
                    <a:cubicBezTo>
                      <a:pt x="45740" y="22870"/>
                      <a:pt x="45719" y="21175"/>
                      <a:pt x="44233" y="18853"/>
                    </a:cubicBezTo>
                    <a:cubicBezTo>
                      <a:pt x="43941" y="18393"/>
                      <a:pt x="43564" y="17890"/>
                      <a:pt x="43145" y="17346"/>
                    </a:cubicBezTo>
                    <a:cubicBezTo>
                      <a:pt x="41426" y="15158"/>
                      <a:pt x="38490" y="14224"/>
                      <a:pt x="35517" y="14224"/>
                    </a:cubicBezTo>
                    <a:cubicBezTo>
                      <a:pt x="34114" y="14224"/>
                      <a:pt x="32702" y="14432"/>
                      <a:pt x="31407" y="14815"/>
                    </a:cubicBezTo>
                    <a:cubicBezTo>
                      <a:pt x="29149" y="15485"/>
                      <a:pt x="26164" y="15653"/>
                      <a:pt x="23738" y="15653"/>
                    </a:cubicBezTo>
                    <a:cubicBezTo>
                      <a:pt x="21847" y="15653"/>
                      <a:pt x="20295" y="15551"/>
                      <a:pt x="19690" y="15505"/>
                    </a:cubicBezTo>
                    <a:cubicBezTo>
                      <a:pt x="18330" y="15421"/>
                      <a:pt x="16531" y="13957"/>
                      <a:pt x="15673" y="13810"/>
                    </a:cubicBezTo>
                    <a:cubicBezTo>
                      <a:pt x="15212" y="13748"/>
                      <a:pt x="14355" y="13224"/>
                      <a:pt x="13643" y="12722"/>
                    </a:cubicBezTo>
                    <a:cubicBezTo>
                      <a:pt x="10295" y="7847"/>
                      <a:pt x="3181" y="1737"/>
                      <a:pt x="2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1"/>
              <p:cNvSpPr/>
              <p:nvPr/>
            </p:nvSpPr>
            <p:spPr>
              <a:xfrm>
                <a:off x="2678275" y="2887050"/>
                <a:ext cx="71675" cy="275675"/>
              </a:xfrm>
              <a:custGeom>
                <a:avLst/>
                <a:gdLst/>
                <a:ahLst/>
                <a:cxnLst/>
                <a:rect l="l" t="t" r="r" b="b"/>
                <a:pathLst>
                  <a:path w="2867" h="11027" extrusionOk="0">
                    <a:moveTo>
                      <a:pt x="1067" y="0"/>
                    </a:moveTo>
                    <a:cubicBezTo>
                      <a:pt x="963" y="481"/>
                      <a:pt x="795" y="942"/>
                      <a:pt x="754" y="1507"/>
                    </a:cubicBezTo>
                    <a:cubicBezTo>
                      <a:pt x="649" y="2720"/>
                      <a:pt x="1047" y="6194"/>
                      <a:pt x="1047" y="7240"/>
                    </a:cubicBezTo>
                    <a:cubicBezTo>
                      <a:pt x="1047" y="8265"/>
                      <a:pt x="189" y="8202"/>
                      <a:pt x="63" y="9186"/>
                    </a:cubicBezTo>
                    <a:cubicBezTo>
                      <a:pt x="0" y="9730"/>
                      <a:pt x="105" y="10462"/>
                      <a:pt x="210" y="11027"/>
                    </a:cubicBezTo>
                    <a:cubicBezTo>
                      <a:pt x="1821" y="10880"/>
                      <a:pt x="1988" y="10232"/>
                      <a:pt x="1967" y="9667"/>
                    </a:cubicBezTo>
                    <a:cubicBezTo>
                      <a:pt x="1946" y="9039"/>
                      <a:pt x="1360" y="8767"/>
                      <a:pt x="1486" y="7407"/>
                    </a:cubicBezTo>
                    <a:cubicBezTo>
                      <a:pt x="1611" y="6068"/>
                      <a:pt x="2867" y="5106"/>
                      <a:pt x="2197" y="3808"/>
                    </a:cubicBezTo>
                    <a:cubicBezTo>
                      <a:pt x="1800" y="3055"/>
                      <a:pt x="1360" y="1297"/>
                      <a:pt x="106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3426300" y="2320525"/>
                <a:ext cx="171575" cy="667500"/>
              </a:xfrm>
              <a:custGeom>
                <a:avLst/>
                <a:gdLst/>
                <a:ahLst/>
                <a:cxnLst/>
                <a:rect l="l" t="t" r="r" b="b"/>
                <a:pathLst>
                  <a:path w="6863" h="26700" extrusionOk="0">
                    <a:moveTo>
                      <a:pt x="2636" y="1"/>
                    </a:moveTo>
                    <a:lnTo>
                      <a:pt x="2636" y="1"/>
                    </a:lnTo>
                    <a:cubicBezTo>
                      <a:pt x="4122" y="2323"/>
                      <a:pt x="4143" y="4018"/>
                      <a:pt x="2553" y="7554"/>
                    </a:cubicBezTo>
                    <a:cubicBezTo>
                      <a:pt x="816" y="11383"/>
                      <a:pt x="0" y="12681"/>
                      <a:pt x="565" y="14480"/>
                    </a:cubicBezTo>
                    <a:cubicBezTo>
                      <a:pt x="649" y="14689"/>
                      <a:pt x="711" y="14878"/>
                      <a:pt x="795" y="15087"/>
                    </a:cubicBezTo>
                    <a:lnTo>
                      <a:pt x="795" y="15108"/>
                    </a:lnTo>
                    <a:cubicBezTo>
                      <a:pt x="1130" y="15987"/>
                      <a:pt x="1465" y="16865"/>
                      <a:pt x="1988" y="17577"/>
                    </a:cubicBezTo>
                    <a:cubicBezTo>
                      <a:pt x="2678" y="18497"/>
                      <a:pt x="3683" y="18769"/>
                      <a:pt x="2908" y="19920"/>
                    </a:cubicBezTo>
                    <a:cubicBezTo>
                      <a:pt x="2385" y="20673"/>
                      <a:pt x="2113" y="21552"/>
                      <a:pt x="1967" y="22473"/>
                    </a:cubicBezTo>
                    <a:cubicBezTo>
                      <a:pt x="2051" y="22598"/>
                      <a:pt x="2113" y="22703"/>
                      <a:pt x="2176" y="22850"/>
                    </a:cubicBezTo>
                    <a:cubicBezTo>
                      <a:pt x="2636" y="23854"/>
                      <a:pt x="2176" y="25046"/>
                      <a:pt x="2553" y="26051"/>
                    </a:cubicBezTo>
                    <a:cubicBezTo>
                      <a:pt x="2553" y="25863"/>
                      <a:pt x="2741" y="25590"/>
                      <a:pt x="2741" y="25402"/>
                    </a:cubicBezTo>
                    <a:cubicBezTo>
                      <a:pt x="2859" y="25919"/>
                      <a:pt x="3079" y="26145"/>
                      <a:pt x="3297" y="26145"/>
                    </a:cubicBezTo>
                    <a:cubicBezTo>
                      <a:pt x="3583" y="26145"/>
                      <a:pt x="3865" y="25759"/>
                      <a:pt x="3913" y="25130"/>
                    </a:cubicBezTo>
                    <a:cubicBezTo>
                      <a:pt x="3913" y="25779"/>
                      <a:pt x="4101" y="26323"/>
                      <a:pt x="4478" y="26699"/>
                    </a:cubicBezTo>
                    <a:cubicBezTo>
                      <a:pt x="4289" y="24398"/>
                      <a:pt x="5377" y="22745"/>
                      <a:pt x="5838" y="20653"/>
                    </a:cubicBezTo>
                    <a:cubicBezTo>
                      <a:pt x="6403" y="17891"/>
                      <a:pt x="5022" y="15694"/>
                      <a:pt x="4373" y="13141"/>
                    </a:cubicBezTo>
                    <a:cubicBezTo>
                      <a:pt x="3745" y="10065"/>
                      <a:pt x="6863" y="1382"/>
                      <a:pt x="26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1"/>
              <p:cNvSpPr/>
              <p:nvPr/>
            </p:nvSpPr>
            <p:spPr>
              <a:xfrm>
                <a:off x="2392675" y="1839300"/>
                <a:ext cx="331650" cy="325900"/>
              </a:xfrm>
              <a:custGeom>
                <a:avLst/>
                <a:gdLst/>
                <a:ahLst/>
                <a:cxnLst/>
                <a:rect l="l" t="t" r="r" b="b"/>
                <a:pathLst>
                  <a:path w="13266" h="13036" extrusionOk="0">
                    <a:moveTo>
                      <a:pt x="293" y="0"/>
                    </a:moveTo>
                    <a:cubicBezTo>
                      <a:pt x="209" y="42"/>
                      <a:pt x="126" y="84"/>
                      <a:pt x="42" y="126"/>
                    </a:cubicBezTo>
                    <a:cubicBezTo>
                      <a:pt x="21" y="209"/>
                      <a:pt x="21" y="314"/>
                      <a:pt x="21" y="398"/>
                    </a:cubicBezTo>
                    <a:cubicBezTo>
                      <a:pt x="0" y="440"/>
                      <a:pt x="0" y="481"/>
                      <a:pt x="0" y="523"/>
                    </a:cubicBezTo>
                    <a:cubicBezTo>
                      <a:pt x="21" y="984"/>
                      <a:pt x="167" y="1444"/>
                      <a:pt x="314" y="1862"/>
                    </a:cubicBezTo>
                    <a:cubicBezTo>
                      <a:pt x="544" y="2009"/>
                      <a:pt x="816" y="2134"/>
                      <a:pt x="1046" y="2176"/>
                    </a:cubicBezTo>
                    <a:cubicBezTo>
                      <a:pt x="1235" y="2218"/>
                      <a:pt x="1486" y="2155"/>
                      <a:pt x="1569" y="2302"/>
                    </a:cubicBezTo>
                    <a:cubicBezTo>
                      <a:pt x="1632" y="2448"/>
                      <a:pt x="1486" y="2762"/>
                      <a:pt x="1569" y="2950"/>
                    </a:cubicBezTo>
                    <a:cubicBezTo>
                      <a:pt x="1653" y="3160"/>
                      <a:pt x="1883" y="3243"/>
                      <a:pt x="2051" y="3369"/>
                    </a:cubicBezTo>
                    <a:cubicBezTo>
                      <a:pt x="2030" y="3264"/>
                      <a:pt x="2113" y="3118"/>
                      <a:pt x="2197" y="3076"/>
                    </a:cubicBezTo>
                    <a:cubicBezTo>
                      <a:pt x="2574" y="3306"/>
                      <a:pt x="2950" y="4101"/>
                      <a:pt x="2992" y="4520"/>
                    </a:cubicBezTo>
                    <a:cubicBezTo>
                      <a:pt x="3034" y="4792"/>
                      <a:pt x="2825" y="5524"/>
                      <a:pt x="3139" y="5670"/>
                    </a:cubicBezTo>
                    <a:cubicBezTo>
                      <a:pt x="3285" y="5336"/>
                      <a:pt x="3620" y="5210"/>
                      <a:pt x="3787" y="4896"/>
                    </a:cubicBezTo>
                    <a:cubicBezTo>
                      <a:pt x="3892" y="4687"/>
                      <a:pt x="3913" y="4499"/>
                      <a:pt x="3913" y="4290"/>
                    </a:cubicBezTo>
                    <a:cubicBezTo>
                      <a:pt x="4248" y="4834"/>
                      <a:pt x="4687" y="5461"/>
                      <a:pt x="4750" y="6110"/>
                    </a:cubicBezTo>
                    <a:cubicBezTo>
                      <a:pt x="4792" y="6361"/>
                      <a:pt x="4666" y="6779"/>
                      <a:pt x="4812" y="6968"/>
                    </a:cubicBezTo>
                    <a:cubicBezTo>
                      <a:pt x="4938" y="6905"/>
                      <a:pt x="5670" y="6717"/>
                      <a:pt x="5796" y="6507"/>
                    </a:cubicBezTo>
                    <a:cubicBezTo>
                      <a:pt x="5796" y="6466"/>
                      <a:pt x="5775" y="6403"/>
                      <a:pt x="5775" y="6361"/>
                    </a:cubicBezTo>
                    <a:lnTo>
                      <a:pt x="5775" y="6361"/>
                    </a:lnTo>
                    <a:cubicBezTo>
                      <a:pt x="5817" y="6424"/>
                      <a:pt x="5817" y="6466"/>
                      <a:pt x="5796" y="6507"/>
                    </a:cubicBezTo>
                    <a:cubicBezTo>
                      <a:pt x="5859" y="6884"/>
                      <a:pt x="6131" y="7428"/>
                      <a:pt x="6403" y="7637"/>
                    </a:cubicBezTo>
                    <a:cubicBezTo>
                      <a:pt x="6537" y="7537"/>
                      <a:pt x="6623" y="7472"/>
                      <a:pt x="6707" y="7472"/>
                    </a:cubicBezTo>
                    <a:cubicBezTo>
                      <a:pt x="6779" y="7472"/>
                      <a:pt x="6849" y="7521"/>
                      <a:pt x="6947" y="7637"/>
                    </a:cubicBezTo>
                    <a:cubicBezTo>
                      <a:pt x="7135" y="7888"/>
                      <a:pt x="7365" y="8202"/>
                      <a:pt x="7679" y="8244"/>
                    </a:cubicBezTo>
                    <a:cubicBezTo>
                      <a:pt x="7679" y="8139"/>
                      <a:pt x="7658" y="7951"/>
                      <a:pt x="7700" y="7826"/>
                    </a:cubicBezTo>
                    <a:cubicBezTo>
                      <a:pt x="7972" y="8077"/>
                      <a:pt x="8160" y="8286"/>
                      <a:pt x="8244" y="8725"/>
                    </a:cubicBezTo>
                    <a:cubicBezTo>
                      <a:pt x="8328" y="9186"/>
                      <a:pt x="8265" y="9688"/>
                      <a:pt x="8432" y="10106"/>
                    </a:cubicBezTo>
                    <a:cubicBezTo>
                      <a:pt x="8516" y="9792"/>
                      <a:pt x="8662" y="9437"/>
                      <a:pt x="8976" y="9353"/>
                    </a:cubicBezTo>
                    <a:cubicBezTo>
                      <a:pt x="9165" y="9646"/>
                      <a:pt x="9269" y="10002"/>
                      <a:pt x="9458" y="10336"/>
                    </a:cubicBezTo>
                    <a:cubicBezTo>
                      <a:pt x="9562" y="10525"/>
                      <a:pt x="9771" y="10734"/>
                      <a:pt x="9897" y="10943"/>
                    </a:cubicBezTo>
                    <a:cubicBezTo>
                      <a:pt x="9876" y="10797"/>
                      <a:pt x="9939" y="10588"/>
                      <a:pt x="10106" y="10525"/>
                    </a:cubicBezTo>
                    <a:cubicBezTo>
                      <a:pt x="10123" y="10518"/>
                      <a:pt x="10140" y="10515"/>
                      <a:pt x="10156" y="10515"/>
                    </a:cubicBezTo>
                    <a:cubicBezTo>
                      <a:pt x="10402" y="10515"/>
                      <a:pt x="10574" y="11209"/>
                      <a:pt x="10692" y="11424"/>
                    </a:cubicBezTo>
                    <a:cubicBezTo>
                      <a:pt x="10838" y="11717"/>
                      <a:pt x="11090" y="12031"/>
                      <a:pt x="11152" y="12324"/>
                    </a:cubicBezTo>
                    <a:cubicBezTo>
                      <a:pt x="11215" y="12554"/>
                      <a:pt x="11152" y="12805"/>
                      <a:pt x="11173" y="13036"/>
                    </a:cubicBezTo>
                    <a:cubicBezTo>
                      <a:pt x="11382" y="12638"/>
                      <a:pt x="11801" y="12199"/>
                      <a:pt x="11445" y="11801"/>
                    </a:cubicBezTo>
                    <a:lnTo>
                      <a:pt x="11445" y="11801"/>
                    </a:lnTo>
                    <a:cubicBezTo>
                      <a:pt x="11655" y="11822"/>
                      <a:pt x="11864" y="12073"/>
                      <a:pt x="11968" y="12241"/>
                    </a:cubicBezTo>
                    <a:cubicBezTo>
                      <a:pt x="12031" y="12073"/>
                      <a:pt x="12094" y="11885"/>
                      <a:pt x="12199" y="11738"/>
                    </a:cubicBezTo>
                    <a:cubicBezTo>
                      <a:pt x="12471" y="11927"/>
                      <a:pt x="12763" y="12261"/>
                      <a:pt x="12952" y="12533"/>
                    </a:cubicBezTo>
                    <a:lnTo>
                      <a:pt x="12973" y="12492"/>
                    </a:lnTo>
                    <a:cubicBezTo>
                      <a:pt x="13015" y="12366"/>
                      <a:pt x="13119" y="12178"/>
                      <a:pt x="13119" y="12052"/>
                    </a:cubicBezTo>
                    <a:cubicBezTo>
                      <a:pt x="13098" y="11843"/>
                      <a:pt x="12889" y="11487"/>
                      <a:pt x="12805" y="11257"/>
                    </a:cubicBezTo>
                    <a:lnTo>
                      <a:pt x="12805" y="11257"/>
                    </a:lnTo>
                    <a:cubicBezTo>
                      <a:pt x="12952" y="11362"/>
                      <a:pt x="13098" y="11445"/>
                      <a:pt x="13266" y="11550"/>
                    </a:cubicBezTo>
                    <a:cubicBezTo>
                      <a:pt x="12889" y="10818"/>
                      <a:pt x="12575" y="10023"/>
                      <a:pt x="11885" y="9541"/>
                    </a:cubicBezTo>
                    <a:cubicBezTo>
                      <a:pt x="11822" y="9500"/>
                      <a:pt x="11780" y="9479"/>
                      <a:pt x="11717" y="9437"/>
                    </a:cubicBezTo>
                    <a:cubicBezTo>
                      <a:pt x="11634" y="9207"/>
                      <a:pt x="11550" y="8955"/>
                      <a:pt x="11362" y="8746"/>
                    </a:cubicBezTo>
                    <a:cubicBezTo>
                      <a:pt x="10964" y="8349"/>
                      <a:pt x="10357" y="7826"/>
                      <a:pt x="9792" y="7575"/>
                    </a:cubicBezTo>
                    <a:cubicBezTo>
                      <a:pt x="9583" y="7240"/>
                      <a:pt x="9311" y="7051"/>
                      <a:pt x="9018" y="6800"/>
                    </a:cubicBezTo>
                    <a:cubicBezTo>
                      <a:pt x="9037" y="6798"/>
                      <a:pt x="9056" y="6796"/>
                      <a:pt x="9075" y="6796"/>
                    </a:cubicBezTo>
                    <a:cubicBezTo>
                      <a:pt x="9202" y="6796"/>
                      <a:pt x="9327" y="6856"/>
                      <a:pt x="9437" y="6947"/>
                    </a:cubicBezTo>
                    <a:cubicBezTo>
                      <a:pt x="9374" y="6089"/>
                      <a:pt x="8077" y="5482"/>
                      <a:pt x="7428" y="5168"/>
                    </a:cubicBezTo>
                    <a:lnTo>
                      <a:pt x="7428" y="5168"/>
                    </a:lnTo>
                    <a:cubicBezTo>
                      <a:pt x="7533" y="5273"/>
                      <a:pt x="7679" y="5336"/>
                      <a:pt x="7805" y="5419"/>
                    </a:cubicBezTo>
                    <a:cubicBezTo>
                      <a:pt x="7574" y="5357"/>
                      <a:pt x="7344" y="5147"/>
                      <a:pt x="7093" y="5022"/>
                    </a:cubicBezTo>
                    <a:cubicBezTo>
                      <a:pt x="6926" y="4792"/>
                      <a:pt x="6758" y="4562"/>
                      <a:pt x="6549" y="4394"/>
                    </a:cubicBezTo>
                    <a:cubicBezTo>
                      <a:pt x="6235" y="4122"/>
                      <a:pt x="5712" y="3997"/>
                      <a:pt x="5419" y="3704"/>
                    </a:cubicBezTo>
                    <a:cubicBezTo>
                      <a:pt x="5501" y="3646"/>
                      <a:pt x="5595" y="3633"/>
                      <a:pt x="5695" y="3633"/>
                    </a:cubicBezTo>
                    <a:cubicBezTo>
                      <a:pt x="5775" y="3633"/>
                      <a:pt x="5859" y="3641"/>
                      <a:pt x="5942" y="3641"/>
                    </a:cubicBezTo>
                    <a:cubicBezTo>
                      <a:pt x="5398" y="3055"/>
                      <a:pt x="4352" y="2992"/>
                      <a:pt x="3913" y="2365"/>
                    </a:cubicBezTo>
                    <a:cubicBezTo>
                      <a:pt x="4017" y="2323"/>
                      <a:pt x="4122" y="2260"/>
                      <a:pt x="4248" y="2260"/>
                    </a:cubicBezTo>
                    <a:cubicBezTo>
                      <a:pt x="3934" y="2030"/>
                      <a:pt x="3557" y="1800"/>
                      <a:pt x="3160" y="1653"/>
                    </a:cubicBezTo>
                    <a:cubicBezTo>
                      <a:pt x="2867" y="733"/>
                      <a:pt x="1130" y="461"/>
                      <a:pt x="2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1"/>
              <p:cNvSpPr/>
              <p:nvPr/>
            </p:nvSpPr>
            <p:spPr>
              <a:xfrm>
                <a:off x="2232075" y="1755075"/>
                <a:ext cx="208750" cy="509875"/>
              </a:xfrm>
              <a:custGeom>
                <a:avLst/>
                <a:gdLst/>
                <a:ahLst/>
                <a:cxnLst/>
                <a:rect l="l" t="t" r="r" b="b"/>
                <a:pathLst>
                  <a:path w="8350" h="20395" extrusionOk="0">
                    <a:moveTo>
                      <a:pt x="8077" y="0"/>
                    </a:moveTo>
                    <a:cubicBezTo>
                      <a:pt x="7428" y="126"/>
                      <a:pt x="6696" y="503"/>
                      <a:pt x="6529" y="1172"/>
                    </a:cubicBezTo>
                    <a:cubicBezTo>
                      <a:pt x="6445" y="1570"/>
                      <a:pt x="6508" y="1946"/>
                      <a:pt x="6340" y="2344"/>
                    </a:cubicBezTo>
                    <a:cubicBezTo>
                      <a:pt x="6236" y="2553"/>
                      <a:pt x="6110" y="2679"/>
                      <a:pt x="5964" y="2762"/>
                    </a:cubicBezTo>
                    <a:cubicBezTo>
                      <a:pt x="5901" y="2804"/>
                      <a:pt x="5838" y="2846"/>
                      <a:pt x="5755" y="2867"/>
                    </a:cubicBezTo>
                    <a:cubicBezTo>
                      <a:pt x="5713" y="2846"/>
                      <a:pt x="5671" y="2825"/>
                      <a:pt x="5629" y="2804"/>
                    </a:cubicBezTo>
                    <a:cubicBezTo>
                      <a:pt x="5210" y="2574"/>
                      <a:pt x="4771" y="2407"/>
                      <a:pt x="4332" y="2365"/>
                    </a:cubicBezTo>
                    <a:cubicBezTo>
                      <a:pt x="4265" y="2357"/>
                      <a:pt x="4199" y="2353"/>
                      <a:pt x="4132" y="2353"/>
                    </a:cubicBezTo>
                    <a:cubicBezTo>
                      <a:pt x="3505" y="2353"/>
                      <a:pt x="2867" y="2688"/>
                      <a:pt x="2281" y="2972"/>
                    </a:cubicBezTo>
                    <a:cubicBezTo>
                      <a:pt x="2260" y="2951"/>
                      <a:pt x="2239" y="2909"/>
                      <a:pt x="2198" y="2888"/>
                    </a:cubicBezTo>
                    <a:lnTo>
                      <a:pt x="2198" y="2867"/>
                    </a:lnTo>
                    <a:cubicBezTo>
                      <a:pt x="1946" y="2490"/>
                      <a:pt x="1946" y="1863"/>
                      <a:pt x="1570" y="1214"/>
                    </a:cubicBezTo>
                    <a:cubicBezTo>
                      <a:pt x="1329" y="773"/>
                      <a:pt x="666" y="543"/>
                      <a:pt x="77" y="543"/>
                    </a:cubicBezTo>
                    <a:cubicBezTo>
                      <a:pt x="51" y="543"/>
                      <a:pt x="26" y="544"/>
                      <a:pt x="1" y="545"/>
                    </a:cubicBezTo>
                    <a:cubicBezTo>
                      <a:pt x="314" y="1109"/>
                      <a:pt x="377" y="1758"/>
                      <a:pt x="482" y="2365"/>
                    </a:cubicBezTo>
                    <a:cubicBezTo>
                      <a:pt x="545" y="2867"/>
                      <a:pt x="942" y="3871"/>
                      <a:pt x="1528" y="3997"/>
                    </a:cubicBezTo>
                    <a:lnTo>
                      <a:pt x="1549" y="3976"/>
                    </a:lnTo>
                    <a:lnTo>
                      <a:pt x="1549" y="3976"/>
                    </a:lnTo>
                    <a:cubicBezTo>
                      <a:pt x="1381" y="4855"/>
                      <a:pt x="1507" y="5859"/>
                      <a:pt x="1298" y="6738"/>
                    </a:cubicBezTo>
                    <a:cubicBezTo>
                      <a:pt x="1109" y="7428"/>
                      <a:pt x="628" y="7972"/>
                      <a:pt x="837" y="8747"/>
                    </a:cubicBezTo>
                    <a:cubicBezTo>
                      <a:pt x="712" y="8809"/>
                      <a:pt x="628" y="8914"/>
                      <a:pt x="545" y="8977"/>
                    </a:cubicBezTo>
                    <a:cubicBezTo>
                      <a:pt x="597" y="9010"/>
                      <a:pt x="648" y="9022"/>
                      <a:pt x="697" y="9022"/>
                    </a:cubicBezTo>
                    <a:cubicBezTo>
                      <a:pt x="804" y="9022"/>
                      <a:pt x="904" y="8964"/>
                      <a:pt x="1005" y="8935"/>
                    </a:cubicBezTo>
                    <a:cubicBezTo>
                      <a:pt x="1064" y="8920"/>
                      <a:pt x="1113" y="8905"/>
                      <a:pt x="1166" y="8905"/>
                    </a:cubicBezTo>
                    <a:cubicBezTo>
                      <a:pt x="1188" y="8905"/>
                      <a:pt x="1211" y="8908"/>
                      <a:pt x="1235" y="8914"/>
                    </a:cubicBezTo>
                    <a:cubicBezTo>
                      <a:pt x="1507" y="9039"/>
                      <a:pt x="1507" y="9291"/>
                      <a:pt x="1549" y="9521"/>
                    </a:cubicBezTo>
                    <a:lnTo>
                      <a:pt x="1570" y="9542"/>
                    </a:lnTo>
                    <a:lnTo>
                      <a:pt x="1570" y="9646"/>
                    </a:lnTo>
                    <a:lnTo>
                      <a:pt x="1591" y="9730"/>
                    </a:lnTo>
                    <a:cubicBezTo>
                      <a:pt x="1758" y="10734"/>
                      <a:pt x="1507" y="11655"/>
                      <a:pt x="1925" y="12617"/>
                    </a:cubicBezTo>
                    <a:cubicBezTo>
                      <a:pt x="2114" y="13099"/>
                      <a:pt x="2407" y="13559"/>
                      <a:pt x="2553" y="14061"/>
                    </a:cubicBezTo>
                    <a:cubicBezTo>
                      <a:pt x="2762" y="14731"/>
                      <a:pt x="2700" y="15526"/>
                      <a:pt x="2700" y="16258"/>
                    </a:cubicBezTo>
                    <a:cubicBezTo>
                      <a:pt x="2700" y="16865"/>
                      <a:pt x="2281" y="17200"/>
                      <a:pt x="2260" y="17786"/>
                    </a:cubicBezTo>
                    <a:cubicBezTo>
                      <a:pt x="2239" y="18476"/>
                      <a:pt x="2532" y="18957"/>
                      <a:pt x="2867" y="19522"/>
                    </a:cubicBezTo>
                    <a:cubicBezTo>
                      <a:pt x="2993" y="19690"/>
                      <a:pt x="3160" y="20213"/>
                      <a:pt x="3306" y="20296"/>
                    </a:cubicBezTo>
                    <a:cubicBezTo>
                      <a:pt x="3364" y="20341"/>
                      <a:pt x="3425" y="20356"/>
                      <a:pt x="3489" y="20356"/>
                    </a:cubicBezTo>
                    <a:cubicBezTo>
                      <a:pt x="3635" y="20356"/>
                      <a:pt x="3795" y="20275"/>
                      <a:pt x="3955" y="20275"/>
                    </a:cubicBezTo>
                    <a:cubicBezTo>
                      <a:pt x="4001" y="20273"/>
                      <a:pt x="4048" y="20271"/>
                      <a:pt x="4096" y="20271"/>
                    </a:cubicBezTo>
                    <a:cubicBezTo>
                      <a:pt x="4397" y="20271"/>
                      <a:pt x="4733" y="20323"/>
                      <a:pt x="5022" y="20359"/>
                    </a:cubicBezTo>
                    <a:cubicBezTo>
                      <a:pt x="5133" y="20382"/>
                      <a:pt x="5226" y="20394"/>
                      <a:pt x="5306" y="20394"/>
                    </a:cubicBezTo>
                    <a:cubicBezTo>
                      <a:pt x="5588" y="20394"/>
                      <a:pt x="5699" y="20246"/>
                      <a:pt x="5796" y="19920"/>
                    </a:cubicBezTo>
                    <a:cubicBezTo>
                      <a:pt x="6089" y="19376"/>
                      <a:pt x="6173" y="19397"/>
                      <a:pt x="6508" y="18874"/>
                    </a:cubicBezTo>
                    <a:cubicBezTo>
                      <a:pt x="6717" y="18476"/>
                      <a:pt x="6822" y="17932"/>
                      <a:pt x="6759" y="17639"/>
                    </a:cubicBezTo>
                    <a:cubicBezTo>
                      <a:pt x="6675" y="17304"/>
                      <a:pt x="6550" y="17116"/>
                      <a:pt x="6487" y="16802"/>
                    </a:cubicBezTo>
                    <a:cubicBezTo>
                      <a:pt x="6278" y="15840"/>
                      <a:pt x="6466" y="14731"/>
                      <a:pt x="6529" y="13685"/>
                    </a:cubicBezTo>
                    <a:cubicBezTo>
                      <a:pt x="6550" y="13664"/>
                      <a:pt x="6591" y="13622"/>
                      <a:pt x="6612" y="13580"/>
                    </a:cubicBezTo>
                    <a:cubicBezTo>
                      <a:pt x="6822" y="13350"/>
                      <a:pt x="7010" y="13120"/>
                      <a:pt x="7115" y="12827"/>
                    </a:cubicBezTo>
                    <a:cubicBezTo>
                      <a:pt x="7324" y="12220"/>
                      <a:pt x="7491" y="11571"/>
                      <a:pt x="7533" y="10923"/>
                    </a:cubicBezTo>
                    <a:cubicBezTo>
                      <a:pt x="7533" y="10651"/>
                      <a:pt x="7428" y="10044"/>
                      <a:pt x="7449" y="9584"/>
                    </a:cubicBezTo>
                    <a:cubicBezTo>
                      <a:pt x="7449" y="9332"/>
                      <a:pt x="7491" y="9123"/>
                      <a:pt x="7575" y="9019"/>
                    </a:cubicBezTo>
                    <a:cubicBezTo>
                      <a:pt x="7617" y="8977"/>
                      <a:pt x="7659" y="8956"/>
                      <a:pt x="7721" y="8935"/>
                    </a:cubicBezTo>
                    <a:cubicBezTo>
                      <a:pt x="7784" y="8935"/>
                      <a:pt x="7868" y="8956"/>
                      <a:pt x="7951" y="8977"/>
                    </a:cubicBezTo>
                    <a:cubicBezTo>
                      <a:pt x="8015" y="8986"/>
                      <a:pt x="8078" y="8999"/>
                      <a:pt x="8133" y="8999"/>
                    </a:cubicBezTo>
                    <a:cubicBezTo>
                      <a:pt x="8205" y="8999"/>
                      <a:pt x="8262" y="8976"/>
                      <a:pt x="8286" y="8893"/>
                    </a:cubicBezTo>
                    <a:cubicBezTo>
                      <a:pt x="8349" y="8747"/>
                      <a:pt x="7972" y="8370"/>
                      <a:pt x="7931" y="8203"/>
                    </a:cubicBezTo>
                    <a:cubicBezTo>
                      <a:pt x="7889" y="8077"/>
                      <a:pt x="7951" y="7910"/>
                      <a:pt x="7910" y="7784"/>
                    </a:cubicBezTo>
                    <a:cubicBezTo>
                      <a:pt x="7826" y="7617"/>
                      <a:pt x="7659" y="7554"/>
                      <a:pt x="7596" y="7387"/>
                    </a:cubicBezTo>
                    <a:cubicBezTo>
                      <a:pt x="7491" y="7115"/>
                      <a:pt x="7596" y="6738"/>
                      <a:pt x="7575" y="6445"/>
                    </a:cubicBezTo>
                    <a:cubicBezTo>
                      <a:pt x="7491" y="5775"/>
                      <a:pt x="6884" y="4750"/>
                      <a:pt x="6863" y="3746"/>
                    </a:cubicBezTo>
                    <a:cubicBezTo>
                      <a:pt x="6863" y="3704"/>
                      <a:pt x="6863" y="3662"/>
                      <a:pt x="6863" y="3620"/>
                    </a:cubicBezTo>
                    <a:cubicBezTo>
                      <a:pt x="6863" y="3516"/>
                      <a:pt x="6863" y="3411"/>
                      <a:pt x="6884" y="3327"/>
                    </a:cubicBezTo>
                    <a:cubicBezTo>
                      <a:pt x="7428" y="3076"/>
                      <a:pt x="7700" y="3013"/>
                      <a:pt x="7931" y="2302"/>
                    </a:cubicBezTo>
                    <a:cubicBezTo>
                      <a:pt x="8056" y="1905"/>
                      <a:pt x="8056" y="1507"/>
                      <a:pt x="8014" y="1109"/>
                    </a:cubicBezTo>
                    <a:cubicBezTo>
                      <a:pt x="7951" y="712"/>
                      <a:pt x="8098" y="356"/>
                      <a:pt x="807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1"/>
              <p:cNvSpPr/>
              <p:nvPr/>
            </p:nvSpPr>
            <p:spPr>
              <a:xfrm>
                <a:off x="2360750" y="2208600"/>
                <a:ext cx="32450" cy="3715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1486" extrusionOk="0">
                    <a:moveTo>
                      <a:pt x="649" y="0"/>
                    </a:moveTo>
                    <a:lnTo>
                      <a:pt x="1" y="1486"/>
                    </a:lnTo>
                    <a:lnTo>
                      <a:pt x="43" y="1465"/>
                    </a:lnTo>
                    <a:cubicBezTo>
                      <a:pt x="356" y="1277"/>
                      <a:pt x="754" y="1193"/>
                      <a:pt x="963" y="900"/>
                    </a:cubicBezTo>
                    <a:cubicBezTo>
                      <a:pt x="1298" y="544"/>
                      <a:pt x="1172" y="0"/>
                      <a:pt x="6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1"/>
              <p:cNvSpPr/>
              <p:nvPr/>
            </p:nvSpPr>
            <p:spPr>
              <a:xfrm>
                <a:off x="2298500" y="2204400"/>
                <a:ext cx="26175" cy="39800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1592" extrusionOk="0">
                    <a:moveTo>
                      <a:pt x="419" y="1"/>
                    </a:moveTo>
                    <a:cubicBezTo>
                      <a:pt x="85" y="126"/>
                      <a:pt x="1" y="587"/>
                      <a:pt x="147" y="880"/>
                    </a:cubicBezTo>
                    <a:cubicBezTo>
                      <a:pt x="315" y="1173"/>
                      <a:pt x="691" y="1298"/>
                      <a:pt x="942" y="1507"/>
                    </a:cubicBezTo>
                    <a:lnTo>
                      <a:pt x="963" y="1507"/>
                    </a:lnTo>
                    <a:cubicBezTo>
                      <a:pt x="984" y="1528"/>
                      <a:pt x="1026" y="1549"/>
                      <a:pt x="1047" y="1591"/>
                    </a:cubicBezTo>
                    <a:lnTo>
                      <a:pt x="4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1"/>
              <p:cNvSpPr/>
              <p:nvPr/>
            </p:nvSpPr>
            <p:spPr>
              <a:xfrm>
                <a:off x="2396850" y="1975825"/>
                <a:ext cx="28275" cy="24600"/>
              </a:xfrm>
              <a:custGeom>
                <a:avLst/>
                <a:gdLst/>
                <a:ahLst/>
                <a:cxnLst/>
                <a:rect l="l" t="t" r="r" b="b"/>
                <a:pathLst>
                  <a:path w="1131" h="984" extrusionOk="0">
                    <a:moveTo>
                      <a:pt x="894" y="1"/>
                    </a:moveTo>
                    <a:cubicBezTo>
                      <a:pt x="674" y="1"/>
                      <a:pt x="440" y="93"/>
                      <a:pt x="272" y="230"/>
                    </a:cubicBezTo>
                    <a:cubicBezTo>
                      <a:pt x="63" y="419"/>
                      <a:pt x="0" y="712"/>
                      <a:pt x="0" y="984"/>
                    </a:cubicBezTo>
                    <a:cubicBezTo>
                      <a:pt x="252" y="984"/>
                      <a:pt x="524" y="942"/>
                      <a:pt x="733" y="837"/>
                    </a:cubicBezTo>
                    <a:cubicBezTo>
                      <a:pt x="775" y="816"/>
                      <a:pt x="816" y="774"/>
                      <a:pt x="858" y="754"/>
                    </a:cubicBezTo>
                    <a:cubicBezTo>
                      <a:pt x="1047" y="586"/>
                      <a:pt x="1109" y="356"/>
                      <a:pt x="1130" y="105"/>
                    </a:cubicBezTo>
                    <a:lnTo>
                      <a:pt x="1130" y="42"/>
                    </a:lnTo>
                    <a:cubicBezTo>
                      <a:pt x="1056" y="14"/>
                      <a:pt x="976" y="1"/>
                      <a:pt x="894" y="1"/>
                    </a:cubicBezTo>
                    <a:close/>
                  </a:path>
                </a:pathLst>
              </a:custGeom>
              <a:solidFill>
                <a:srgbClr val="3C24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1"/>
              <p:cNvSpPr/>
              <p:nvPr/>
            </p:nvSpPr>
            <p:spPr>
              <a:xfrm>
                <a:off x="2257175" y="1975825"/>
                <a:ext cx="28800" cy="24600"/>
              </a:xfrm>
              <a:custGeom>
                <a:avLst/>
                <a:gdLst/>
                <a:ahLst/>
                <a:cxnLst/>
                <a:rect l="l" t="t" r="r" b="b"/>
                <a:pathLst>
                  <a:path w="1152" h="984" extrusionOk="0">
                    <a:moveTo>
                      <a:pt x="250" y="1"/>
                    </a:moveTo>
                    <a:cubicBezTo>
                      <a:pt x="165" y="1"/>
                      <a:pt x="81" y="14"/>
                      <a:pt x="1" y="42"/>
                    </a:cubicBezTo>
                    <a:cubicBezTo>
                      <a:pt x="22" y="377"/>
                      <a:pt x="105" y="670"/>
                      <a:pt x="398" y="837"/>
                    </a:cubicBezTo>
                    <a:cubicBezTo>
                      <a:pt x="608" y="942"/>
                      <a:pt x="880" y="984"/>
                      <a:pt x="1152" y="984"/>
                    </a:cubicBezTo>
                    <a:cubicBezTo>
                      <a:pt x="1131" y="712"/>
                      <a:pt x="1089" y="419"/>
                      <a:pt x="859" y="230"/>
                    </a:cubicBezTo>
                    <a:cubicBezTo>
                      <a:pt x="706" y="93"/>
                      <a:pt x="477" y="1"/>
                      <a:pt x="250" y="1"/>
                    </a:cubicBezTo>
                    <a:close/>
                  </a:path>
                </a:pathLst>
              </a:custGeom>
              <a:solidFill>
                <a:srgbClr val="3C24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1"/>
              <p:cNvSpPr/>
              <p:nvPr/>
            </p:nvSpPr>
            <p:spPr>
              <a:xfrm>
                <a:off x="2287000" y="1805650"/>
                <a:ext cx="117200" cy="64675"/>
              </a:xfrm>
              <a:custGeom>
                <a:avLst/>
                <a:gdLst/>
                <a:ahLst/>
                <a:cxnLst/>
                <a:rect l="l" t="t" r="r" b="b"/>
                <a:pathLst>
                  <a:path w="4688" h="2587" extrusionOk="0">
                    <a:moveTo>
                      <a:pt x="1893" y="1"/>
                    </a:moveTo>
                    <a:cubicBezTo>
                      <a:pt x="980" y="1"/>
                      <a:pt x="355" y="529"/>
                      <a:pt x="1" y="844"/>
                    </a:cubicBezTo>
                    <a:lnTo>
                      <a:pt x="21" y="865"/>
                    </a:lnTo>
                    <a:cubicBezTo>
                      <a:pt x="21" y="1158"/>
                      <a:pt x="147" y="1451"/>
                      <a:pt x="314" y="1723"/>
                    </a:cubicBezTo>
                    <a:cubicBezTo>
                      <a:pt x="565" y="1911"/>
                      <a:pt x="879" y="2079"/>
                      <a:pt x="1109" y="2183"/>
                    </a:cubicBezTo>
                    <a:cubicBezTo>
                      <a:pt x="1612" y="2410"/>
                      <a:pt x="2240" y="2587"/>
                      <a:pt x="2828" y="2587"/>
                    </a:cubicBezTo>
                    <a:cubicBezTo>
                      <a:pt x="2999" y="2587"/>
                      <a:pt x="3167" y="2572"/>
                      <a:pt x="3327" y="2539"/>
                    </a:cubicBezTo>
                    <a:cubicBezTo>
                      <a:pt x="3076" y="2371"/>
                      <a:pt x="2825" y="2141"/>
                      <a:pt x="2700" y="1869"/>
                    </a:cubicBezTo>
                    <a:lnTo>
                      <a:pt x="2700" y="1869"/>
                    </a:lnTo>
                    <a:cubicBezTo>
                      <a:pt x="2867" y="1932"/>
                      <a:pt x="3034" y="2016"/>
                      <a:pt x="3223" y="2079"/>
                    </a:cubicBezTo>
                    <a:cubicBezTo>
                      <a:pt x="3704" y="2225"/>
                      <a:pt x="4185" y="2330"/>
                      <a:pt x="4687" y="2330"/>
                    </a:cubicBezTo>
                    <a:cubicBezTo>
                      <a:pt x="4039" y="2037"/>
                      <a:pt x="3934" y="1242"/>
                      <a:pt x="3432" y="781"/>
                    </a:cubicBezTo>
                    <a:lnTo>
                      <a:pt x="3432" y="781"/>
                    </a:lnTo>
                    <a:cubicBezTo>
                      <a:pt x="3474" y="802"/>
                      <a:pt x="3516" y="823"/>
                      <a:pt x="3558" y="844"/>
                    </a:cubicBezTo>
                    <a:cubicBezTo>
                      <a:pt x="3662" y="802"/>
                      <a:pt x="3746" y="760"/>
                      <a:pt x="3830" y="718"/>
                    </a:cubicBezTo>
                    <a:cubicBezTo>
                      <a:pt x="3080" y="188"/>
                      <a:pt x="2436" y="1"/>
                      <a:pt x="18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1"/>
              <p:cNvSpPr/>
              <p:nvPr/>
            </p:nvSpPr>
            <p:spPr>
              <a:xfrm>
                <a:off x="2292225" y="1912425"/>
                <a:ext cx="89475" cy="341675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13667" extrusionOk="0">
                    <a:moveTo>
                      <a:pt x="1884" y="0"/>
                    </a:moveTo>
                    <a:cubicBezTo>
                      <a:pt x="1727" y="0"/>
                      <a:pt x="1581" y="131"/>
                      <a:pt x="1553" y="131"/>
                    </a:cubicBezTo>
                    <a:cubicBezTo>
                      <a:pt x="1551" y="131"/>
                      <a:pt x="1550" y="131"/>
                      <a:pt x="1549" y="130"/>
                    </a:cubicBezTo>
                    <a:cubicBezTo>
                      <a:pt x="1172" y="402"/>
                      <a:pt x="1172" y="402"/>
                      <a:pt x="545" y="1072"/>
                    </a:cubicBezTo>
                    <a:cubicBezTo>
                      <a:pt x="1" y="1678"/>
                      <a:pt x="1403" y="2976"/>
                      <a:pt x="1696" y="3708"/>
                    </a:cubicBezTo>
                    <a:cubicBezTo>
                      <a:pt x="1988" y="4378"/>
                      <a:pt x="1549" y="5235"/>
                      <a:pt x="1591" y="5947"/>
                    </a:cubicBezTo>
                    <a:cubicBezTo>
                      <a:pt x="1612" y="6805"/>
                      <a:pt x="1424" y="7265"/>
                      <a:pt x="1654" y="7976"/>
                    </a:cubicBezTo>
                    <a:cubicBezTo>
                      <a:pt x="2051" y="8960"/>
                      <a:pt x="1800" y="9860"/>
                      <a:pt x="1612" y="10487"/>
                    </a:cubicBezTo>
                    <a:cubicBezTo>
                      <a:pt x="1465" y="11052"/>
                      <a:pt x="963" y="11282"/>
                      <a:pt x="1068" y="11847"/>
                    </a:cubicBezTo>
                    <a:cubicBezTo>
                      <a:pt x="1110" y="12119"/>
                      <a:pt x="1235" y="12391"/>
                      <a:pt x="1298" y="12705"/>
                    </a:cubicBezTo>
                    <a:cubicBezTo>
                      <a:pt x="1400" y="13268"/>
                      <a:pt x="1667" y="13667"/>
                      <a:pt x="1983" y="13667"/>
                    </a:cubicBezTo>
                    <a:cubicBezTo>
                      <a:pt x="2184" y="13667"/>
                      <a:pt x="2405" y="13506"/>
                      <a:pt x="2616" y="13124"/>
                    </a:cubicBezTo>
                    <a:cubicBezTo>
                      <a:pt x="3056" y="12391"/>
                      <a:pt x="3516" y="11743"/>
                      <a:pt x="2930" y="11115"/>
                    </a:cubicBezTo>
                    <a:cubicBezTo>
                      <a:pt x="2491" y="10592"/>
                      <a:pt x="2281" y="9692"/>
                      <a:pt x="2428" y="8960"/>
                    </a:cubicBezTo>
                    <a:cubicBezTo>
                      <a:pt x="2491" y="8583"/>
                      <a:pt x="2721" y="8248"/>
                      <a:pt x="2784" y="7893"/>
                    </a:cubicBezTo>
                    <a:cubicBezTo>
                      <a:pt x="2867" y="7307"/>
                      <a:pt x="2846" y="6721"/>
                      <a:pt x="2804" y="6135"/>
                    </a:cubicBezTo>
                    <a:cubicBezTo>
                      <a:pt x="2784" y="5340"/>
                      <a:pt x="2491" y="4440"/>
                      <a:pt x="2532" y="3645"/>
                    </a:cubicBezTo>
                    <a:cubicBezTo>
                      <a:pt x="2553" y="3248"/>
                      <a:pt x="2742" y="2913"/>
                      <a:pt x="2909" y="2536"/>
                    </a:cubicBezTo>
                    <a:cubicBezTo>
                      <a:pt x="3014" y="2243"/>
                      <a:pt x="3390" y="1867"/>
                      <a:pt x="3474" y="1595"/>
                    </a:cubicBezTo>
                    <a:cubicBezTo>
                      <a:pt x="3579" y="1218"/>
                      <a:pt x="3056" y="800"/>
                      <a:pt x="2742" y="465"/>
                    </a:cubicBezTo>
                    <a:cubicBezTo>
                      <a:pt x="2512" y="214"/>
                      <a:pt x="2302" y="109"/>
                      <a:pt x="2051" y="46"/>
                    </a:cubicBezTo>
                    <a:lnTo>
                      <a:pt x="2030" y="46"/>
                    </a:lnTo>
                    <a:cubicBezTo>
                      <a:pt x="1983" y="13"/>
                      <a:pt x="1933" y="0"/>
                      <a:pt x="188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1"/>
              <p:cNvSpPr/>
              <p:nvPr/>
            </p:nvSpPr>
            <p:spPr>
              <a:xfrm>
                <a:off x="2394750" y="1841375"/>
                <a:ext cx="31425" cy="29662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11865" extrusionOk="0">
                    <a:moveTo>
                      <a:pt x="356" y="1"/>
                    </a:moveTo>
                    <a:cubicBezTo>
                      <a:pt x="608" y="126"/>
                      <a:pt x="921" y="231"/>
                      <a:pt x="1256" y="357"/>
                    </a:cubicBezTo>
                    <a:cubicBezTo>
                      <a:pt x="1256" y="336"/>
                      <a:pt x="1235" y="336"/>
                      <a:pt x="1235" y="336"/>
                    </a:cubicBezTo>
                    <a:cubicBezTo>
                      <a:pt x="921" y="231"/>
                      <a:pt x="608" y="106"/>
                      <a:pt x="356" y="1"/>
                    </a:cubicBezTo>
                    <a:close/>
                    <a:moveTo>
                      <a:pt x="1" y="10400"/>
                    </a:moveTo>
                    <a:cubicBezTo>
                      <a:pt x="1" y="10400"/>
                      <a:pt x="1" y="10400"/>
                      <a:pt x="1" y="10421"/>
                    </a:cubicBezTo>
                    <a:cubicBezTo>
                      <a:pt x="210" y="10839"/>
                      <a:pt x="461" y="11341"/>
                      <a:pt x="691" y="11865"/>
                    </a:cubicBezTo>
                    <a:cubicBezTo>
                      <a:pt x="461" y="11321"/>
                      <a:pt x="210" y="10839"/>
                      <a:pt x="1" y="10400"/>
                    </a:cubicBezTo>
                    <a:close/>
                  </a:path>
                </a:pathLst>
              </a:custGeom>
              <a:solidFill>
                <a:srgbClr val="CBB8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31"/>
              <p:cNvSpPr/>
              <p:nvPr/>
            </p:nvSpPr>
            <p:spPr>
              <a:xfrm>
                <a:off x="2394750" y="1892650"/>
                <a:ext cx="63325" cy="245350"/>
              </a:xfrm>
              <a:custGeom>
                <a:avLst/>
                <a:gdLst/>
                <a:ahLst/>
                <a:cxnLst/>
                <a:rect l="l" t="t" r="r" b="b"/>
                <a:pathLst>
                  <a:path w="2533" h="9814" extrusionOk="0">
                    <a:moveTo>
                      <a:pt x="775" y="0"/>
                    </a:moveTo>
                    <a:lnTo>
                      <a:pt x="775" y="0"/>
                    </a:lnTo>
                    <a:cubicBezTo>
                      <a:pt x="921" y="356"/>
                      <a:pt x="1026" y="670"/>
                      <a:pt x="1068" y="942"/>
                    </a:cubicBezTo>
                    <a:cubicBezTo>
                      <a:pt x="1089" y="1235"/>
                      <a:pt x="984" y="1612"/>
                      <a:pt x="1089" y="1884"/>
                    </a:cubicBezTo>
                    <a:cubicBezTo>
                      <a:pt x="1110" y="1925"/>
                      <a:pt x="1152" y="1967"/>
                      <a:pt x="1172" y="2009"/>
                    </a:cubicBezTo>
                    <a:cubicBezTo>
                      <a:pt x="1214" y="2051"/>
                      <a:pt x="1256" y="2093"/>
                      <a:pt x="1298" y="2135"/>
                    </a:cubicBezTo>
                    <a:cubicBezTo>
                      <a:pt x="1340" y="2176"/>
                      <a:pt x="1382" y="2239"/>
                      <a:pt x="1403" y="2281"/>
                    </a:cubicBezTo>
                    <a:cubicBezTo>
                      <a:pt x="1444" y="2407"/>
                      <a:pt x="1382" y="2574"/>
                      <a:pt x="1424" y="2700"/>
                    </a:cubicBezTo>
                    <a:cubicBezTo>
                      <a:pt x="1465" y="2867"/>
                      <a:pt x="1842" y="3244"/>
                      <a:pt x="1779" y="3390"/>
                    </a:cubicBezTo>
                    <a:cubicBezTo>
                      <a:pt x="1758" y="3474"/>
                      <a:pt x="1696" y="3495"/>
                      <a:pt x="1633" y="3495"/>
                    </a:cubicBezTo>
                    <a:cubicBezTo>
                      <a:pt x="1570" y="3495"/>
                      <a:pt x="1507" y="3474"/>
                      <a:pt x="1444" y="3474"/>
                    </a:cubicBezTo>
                    <a:cubicBezTo>
                      <a:pt x="1382" y="3453"/>
                      <a:pt x="1319" y="3432"/>
                      <a:pt x="1256" y="3432"/>
                    </a:cubicBezTo>
                    <a:lnTo>
                      <a:pt x="1214" y="3432"/>
                    </a:lnTo>
                    <a:cubicBezTo>
                      <a:pt x="1193" y="3683"/>
                      <a:pt x="1131" y="3913"/>
                      <a:pt x="942" y="4081"/>
                    </a:cubicBezTo>
                    <a:cubicBezTo>
                      <a:pt x="921" y="4541"/>
                      <a:pt x="1026" y="5148"/>
                      <a:pt x="1026" y="5420"/>
                    </a:cubicBezTo>
                    <a:cubicBezTo>
                      <a:pt x="984" y="6068"/>
                      <a:pt x="817" y="6717"/>
                      <a:pt x="608" y="7324"/>
                    </a:cubicBezTo>
                    <a:cubicBezTo>
                      <a:pt x="503" y="7617"/>
                      <a:pt x="315" y="7847"/>
                      <a:pt x="105" y="8077"/>
                    </a:cubicBezTo>
                    <a:cubicBezTo>
                      <a:pt x="84" y="8119"/>
                      <a:pt x="43" y="8161"/>
                      <a:pt x="22" y="8182"/>
                    </a:cubicBezTo>
                    <a:cubicBezTo>
                      <a:pt x="22" y="8244"/>
                      <a:pt x="22" y="8286"/>
                      <a:pt x="1" y="8349"/>
                    </a:cubicBezTo>
                    <a:cubicBezTo>
                      <a:pt x="210" y="8788"/>
                      <a:pt x="461" y="9270"/>
                      <a:pt x="691" y="9814"/>
                    </a:cubicBezTo>
                    <a:cubicBezTo>
                      <a:pt x="900" y="9583"/>
                      <a:pt x="1089" y="9311"/>
                      <a:pt x="1235" y="9102"/>
                    </a:cubicBezTo>
                    <a:cubicBezTo>
                      <a:pt x="2030" y="7826"/>
                      <a:pt x="1591" y="6319"/>
                      <a:pt x="1633" y="4917"/>
                    </a:cubicBezTo>
                    <a:cubicBezTo>
                      <a:pt x="1633" y="4771"/>
                      <a:pt x="1591" y="4436"/>
                      <a:pt x="1696" y="4311"/>
                    </a:cubicBezTo>
                    <a:cubicBezTo>
                      <a:pt x="1842" y="4122"/>
                      <a:pt x="2177" y="4227"/>
                      <a:pt x="2323" y="4060"/>
                    </a:cubicBezTo>
                    <a:cubicBezTo>
                      <a:pt x="2533" y="3829"/>
                      <a:pt x="2365" y="3432"/>
                      <a:pt x="2261" y="3055"/>
                    </a:cubicBezTo>
                    <a:cubicBezTo>
                      <a:pt x="2198" y="2700"/>
                      <a:pt x="2135" y="2302"/>
                      <a:pt x="2051" y="1925"/>
                    </a:cubicBezTo>
                    <a:cubicBezTo>
                      <a:pt x="1989" y="1632"/>
                      <a:pt x="1842" y="1360"/>
                      <a:pt x="1737" y="1088"/>
                    </a:cubicBezTo>
                    <a:cubicBezTo>
                      <a:pt x="1633" y="1005"/>
                      <a:pt x="1528" y="942"/>
                      <a:pt x="1486" y="816"/>
                    </a:cubicBezTo>
                    <a:cubicBezTo>
                      <a:pt x="1403" y="628"/>
                      <a:pt x="1549" y="314"/>
                      <a:pt x="1486" y="168"/>
                    </a:cubicBezTo>
                    <a:cubicBezTo>
                      <a:pt x="1403" y="21"/>
                      <a:pt x="1152" y="84"/>
                      <a:pt x="963" y="42"/>
                    </a:cubicBezTo>
                    <a:cubicBezTo>
                      <a:pt x="900" y="42"/>
                      <a:pt x="838" y="21"/>
                      <a:pt x="7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31"/>
              <p:cNvSpPr/>
              <p:nvPr/>
            </p:nvSpPr>
            <p:spPr>
              <a:xfrm>
                <a:off x="2403650" y="1841375"/>
                <a:ext cx="34550" cy="78500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3140" extrusionOk="0">
                    <a:moveTo>
                      <a:pt x="0" y="1"/>
                    </a:moveTo>
                    <a:cubicBezTo>
                      <a:pt x="0" y="64"/>
                      <a:pt x="0" y="106"/>
                      <a:pt x="0" y="168"/>
                    </a:cubicBezTo>
                    <a:cubicBezTo>
                      <a:pt x="0" y="210"/>
                      <a:pt x="0" y="252"/>
                      <a:pt x="0" y="294"/>
                    </a:cubicBezTo>
                    <a:cubicBezTo>
                      <a:pt x="0" y="901"/>
                      <a:pt x="231" y="1507"/>
                      <a:pt x="419" y="2051"/>
                    </a:cubicBezTo>
                    <a:cubicBezTo>
                      <a:pt x="482" y="2072"/>
                      <a:pt x="544" y="2093"/>
                      <a:pt x="607" y="2093"/>
                    </a:cubicBezTo>
                    <a:cubicBezTo>
                      <a:pt x="796" y="2135"/>
                      <a:pt x="1047" y="2072"/>
                      <a:pt x="1130" y="2219"/>
                    </a:cubicBezTo>
                    <a:cubicBezTo>
                      <a:pt x="1193" y="2365"/>
                      <a:pt x="1047" y="2679"/>
                      <a:pt x="1130" y="2867"/>
                    </a:cubicBezTo>
                    <a:cubicBezTo>
                      <a:pt x="1172" y="2993"/>
                      <a:pt x="1277" y="3056"/>
                      <a:pt x="1381" y="3139"/>
                    </a:cubicBezTo>
                    <a:cubicBezTo>
                      <a:pt x="1381" y="3139"/>
                      <a:pt x="1381" y="3119"/>
                      <a:pt x="1381" y="3119"/>
                    </a:cubicBezTo>
                    <a:cubicBezTo>
                      <a:pt x="1340" y="3014"/>
                      <a:pt x="1298" y="2909"/>
                      <a:pt x="1277" y="2784"/>
                    </a:cubicBezTo>
                    <a:cubicBezTo>
                      <a:pt x="1193" y="2386"/>
                      <a:pt x="1214" y="1884"/>
                      <a:pt x="1172" y="1403"/>
                    </a:cubicBezTo>
                    <a:cubicBezTo>
                      <a:pt x="1151" y="1026"/>
                      <a:pt x="1088" y="650"/>
                      <a:pt x="900" y="357"/>
                    </a:cubicBezTo>
                    <a:cubicBezTo>
                      <a:pt x="565" y="231"/>
                      <a:pt x="252" y="126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1"/>
              <p:cNvSpPr/>
              <p:nvPr/>
            </p:nvSpPr>
            <p:spPr>
              <a:xfrm>
                <a:off x="2417775" y="1977900"/>
                <a:ext cx="735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294" h="671" extrusionOk="0">
                    <a:moveTo>
                      <a:pt x="272" y="1"/>
                    </a:moveTo>
                    <a:cubicBezTo>
                      <a:pt x="251" y="273"/>
                      <a:pt x="189" y="482"/>
                      <a:pt x="0" y="650"/>
                    </a:cubicBezTo>
                    <a:cubicBezTo>
                      <a:pt x="0" y="650"/>
                      <a:pt x="0" y="671"/>
                      <a:pt x="0" y="671"/>
                    </a:cubicBezTo>
                    <a:lnTo>
                      <a:pt x="21" y="671"/>
                    </a:lnTo>
                    <a:cubicBezTo>
                      <a:pt x="210" y="503"/>
                      <a:pt x="272" y="273"/>
                      <a:pt x="293" y="22"/>
                    </a:cubicBezTo>
                    <a:lnTo>
                      <a:pt x="293" y="1"/>
                    </a:lnTo>
                    <a:close/>
                  </a:path>
                </a:pathLst>
              </a:custGeom>
              <a:solidFill>
                <a:srgbClr val="301C1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1"/>
              <p:cNvSpPr/>
              <p:nvPr/>
            </p:nvSpPr>
            <p:spPr>
              <a:xfrm>
                <a:off x="2292225" y="2146350"/>
                <a:ext cx="104650" cy="18850"/>
              </a:xfrm>
              <a:custGeom>
                <a:avLst/>
                <a:gdLst/>
                <a:ahLst/>
                <a:cxnLst/>
                <a:rect l="l" t="t" r="r" b="b"/>
                <a:pathLst>
                  <a:path w="4186" h="754" extrusionOk="0">
                    <a:moveTo>
                      <a:pt x="1" y="0"/>
                    </a:moveTo>
                    <a:lnTo>
                      <a:pt x="1" y="754"/>
                    </a:lnTo>
                    <a:lnTo>
                      <a:pt x="4185" y="754"/>
                    </a:lnTo>
                    <a:lnTo>
                      <a:pt x="41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1"/>
              <p:cNvSpPr/>
              <p:nvPr/>
            </p:nvSpPr>
            <p:spPr>
              <a:xfrm>
                <a:off x="2257175" y="1906775"/>
                <a:ext cx="167950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6718" h="1110" extrusionOk="0">
                    <a:moveTo>
                      <a:pt x="1" y="0"/>
                    </a:moveTo>
                    <a:lnTo>
                      <a:pt x="1" y="1109"/>
                    </a:lnTo>
                    <a:lnTo>
                      <a:pt x="6717" y="1109"/>
                    </a:lnTo>
                    <a:lnTo>
                      <a:pt x="671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1"/>
              <p:cNvSpPr/>
              <p:nvPr/>
            </p:nvSpPr>
            <p:spPr>
              <a:xfrm>
                <a:off x="3109300" y="2551750"/>
                <a:ext cx="942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68" extrusionOk="0">
                    <a:moveTo>
                      <a:pt x="0" y="168"/>
                    </a:moveTo>
                    <a:lnTo>
                      <a:pt x="0" y="168"/>
                    </a:lnTo>
                    <a:cubicBezTo>
                      <a:pt x="126" y="105"/>
                      <a:pt x="251" y="42"/>
                      <a:pt x="377" y="0"/>
                    </a:cubicBezTo>
                    <a:cubicBezTo>
                      <a:pt x="377" y="0"/>
                      <a:pt x="377" y="0"/>
                      <a:pt x="377" y="0"/>
                    </a:cubicBezTo>
                    <a:cubicBezTo>
                      <a:pt x="251" y="42"/>
                      <a:pt x="126" y="105"/>
                      <a:pt x="0" y="168"/>
                    </a:cubicBezTo>
                    <a:close/>
                  </a:path>
                </a:pathLst>
              </a:custGeom>
              <a:solidFill>
                <a:srgbClr val="CBB8A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1"/>
              <p:cNvSpPr/>
              <p:nvPr/>
            </p:nvSpPr>
            <p:spPr>
              <a:xfrm>
                <a:off x="3176250" y="2564300"/>
                <a:ext cx="216575" cy="618925"/>
              </a:xfrm>
              <a:custGeom>
                <a:avLst/>
                <a:gdLst/>
                <a:ahLst/>
                <a:cxnLst/>
                <a:rect l="l" t="t" r="r" b="b"/>
                <a:pathLst>
                  <a:path w="8663" h="24757" extrusionOk="0">
                    <a:moveTo>
                      <a:pt x="2888" y="0"/>
                    </a:moveTo>
                    <a:lnTo>
                      <a:pt x="2888" y="0"/>
                    </a:lnTo>
                    <a:cubicBezTo>
                      <a:pt x="3139" y="1026"/>
                      <a:pt x="3181" y="2093"/>
                      <a:pt x="3432" y="3118"/>
                    </a:cubicBezTo>
                    <a:cubicBezTo>
                      <a:pt x="3809" y="4624"/>
                      <a:pt x="4269" y="6089"/>
                      <a:pt x="4667" y="7554"/>
                    </a:cubicBezTo>
                    <a:cubicBezTo>
                      <a:pt x="5462" y="10211"/>
                      <a:pt x="5734" y="13371"/>
                      <a:pt x="4729" y="16070"/>
                    </a:cubicBezTo>
                    <a:cubicBezTo>
                      <a:pt x="4206" y="17451"/>
                      <a:pt x="3474" y="18727"/>
                      <a:pt x="2700" y="20003"/>
                    </a:cubicBezTo>
                    <a:cubicBezTo>
                      <a:pt x="1863" y="21510"/>
                      <a:pt x="1382" y="22995"/>
                      <a:pt x="1" y="24083"/>
                    </a:cubicBezTo>
                    <a:cubicBezTo>
                      <a:pt x="581" y="24536"/>
                      <a:pt x="1379" y="24757"/>
                      <a:pt x="2176" y="24757"/>
                    </a:cubicBezTo>
                    <a:cubicBezTo>
                      <a:pt x="2816" y="24757"/>
                      <a:pt x="3454" y="24614"/>
                      <a:pt x="3976" y="24334"/>
                    </a:cubicBezTo>
                    <a:cubicBezTo>
                      <a:pt x="3913" y="23916"/>
                      <a:pt x="3830" y="23330"/>
                      <a:pt x="3746" y="23100"/>
                    </a:cubicBezTo>
                    <a:cubicBezTo>
                      <a:pt x="3599" y="22723"/>
                      <a:pt x="3579" y="21761"/>
                      <a:pt x="4541" y="21635"/>
                    </a:cubicBezTo>
                    <a:cubicBezTo>
                      <a:pt x="5503" y="21489"/>
                      <a:pt x="5587" y="19961"/>
                      <a:pt x="5629" y="19083"/>
                    </a:cubicBezTo>
                    <a:cubicBezTo>
                      <a:pt x="5692" y="18225"/>
                      <a:pt x="7052" y="13831"/>
                      <a:pt x="7596" y="12638"/>
                    </a:cubicBezTo>
                    <a:cubicBezTo>
                      <a:pt x="8161" y="11446"/>
                      <a:pt x="8663" y="10797"/>
                      <a:pt x="8286" y="10211"/>
                    </a:cubicBezTo>
                    <a:cubicBezTo>
                      <a:pt x="8056" y="9834"/>
                      <a:pt x="7847" y="8433"/>
                      <a:pt x="7721" y="7449"/>
                    </a:cubicBezTo>
                    <a:cubicBezTo>
                      <a:pt x="7261" y="6863"/>
                      <a:pt x="6843" y="6256"/>
                      <a:pt x="6508" y="5587"/>
                    </a:cubicBezTo>
                    <a:cubicBezTo>
                      <a:pt x="5901" y="4478"/>
                      <a:pt x="5629" y="3285"/>
                      <a:pt x="4939" y="2197"/>
                    </a:cubicBezTo>
                    <a:cubicBezTo>
                      <a:pt x="4374" y="1277"/>
                      <a:pt x="3683" y="607"/>
                      <a:pt x="288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8" name="Google Shape;998;p31"/>
            <p:cNvSpPr/>
            <p:nvPr/>
          </p:nvSpPr>
          <p:spPr>
            <a:xfrm>
              <a:off x="4507135" y="2454172"/>
              <a:ext cx="341177" cy="351732"/>
            </a:xfrm>
            <a:custGeom>
              <a:avLst/>
              <a:gdLst/>
              <a:ahLst/>
              <a:cxnLst/>
              <a:rect l="l" t="t" r="r" b="b"/>
              <a:pathLst>
                <a:path w="11896" h="12264" extrusionOk="0">
                  <a:moveTo>
                    <a:pt x="55" y="12142"/>
                  </a:moveTo>
                  <a:cubicBezTo>
                    <a:pt x="277" y="11847"/>
                    <a:pt x="2442" y="10838"/>
                    <a:pt x="3599" y="9337"/>
                  </a:cubicBezTo>
                  <a:cubicBezTo>
                    <a:pt x="4756" y="7836"/>
                    <a:pt x="6158" y="4661"/>
                    <a:pt x="6995" y="3135"/>
                  </a:cubicBezTo>
                  <a:cubicBezTo>
                    <a:pt x="7832" y="1609"/>
                    <a:pt x="7807" y="551"/>
                    <a:pt x="8619" y="182"/>
                  </a:cubicBezTo>
                  <a:cubicBezTo>
                    <a:pt x="9431" y="-187"/>
                    <a:pt x="12090" y="34"/>
                    <a:pt x="11868" y="920"/>
                  </a:cubicBezTo>
                  <a:cubicBezTo>
                    <a:pt x="11647" y="1806"/>
                    <a:pt x="8890" y="3799"/>
                    <a:pt x="7290" y="5497"/>
                  </a:cubicBezTo>
                  <a:cubicBezTo>
                    <a:pt x="5690" y="7195"/>
                    <a:pt x="3476" y="10001"/>
                    <a:pt x="2270" y="11108"/>
                  </a:cubicBezTo>
                  <a:cubicBezTo>
                    <a:pt x="1064" y="12216"/>
                    <a:pt x="-166" y="12437"/>
                    <a:pt x="55" y="1214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" name="Google Shape;954;p30">
            <a:extLst>
              <a:ext uri="{FF2B5EF4-FFF2-40B4-BE49-F238E27FC236}">
                <a16:creationId xmlns:a16="http://schemas.microsoft.com/office/drawing/2014/main" id="{96322FA3-A225-07DA-B375-68920815E95E}"/>
              </a:ext>
            </a:extLst>
          </p:cNvPr>
          <p:cNvSpPr txBox="1"/>
          <p:nvPr/>
        </p:nvSpPr>
        <p:spPr>
          <a:xfrm>
            <a:off x="452550" y="1017725"/>
            <a:ext cx="82389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app could be a good personal project to publish it </a:t>
            </a:r>
            <a:r>
              <a:rPr lang="en-GB" sz="12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 for me CV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" name="Google Shape;1751;p35">
            <a:extLst>
              <a:ext uri="{FF2B5EF4-FFF2-40B4-BE49-F238E27FC236}">
                <a16:creationId xmlns:a16="http://schemas.microsoft.com/office/drawing/2014/main" id="{FAD53FCD-D8F5-96EB-5D9A-06FFAFD5A946}"/>
              </a:ext>
            </a:extLst>
          </p:cNvPr>
          <p:cNvGrpSpPr/>
          <p:nvPr/>
        </p:nvGrpSpPr>
        <p:grpSpPr>
          <a:xfrm flipH="1">
            <a:off x="720001" y="1963925"/>
            <a:ext cx="3051801" cy="2288523"/>
            <a:chOff x="1079008" y="1740265"/>
            <a:chExt cx="2390195" cy="1792390"/>
          </a:xfrm>
        </p:grpSpPr>
        <p:sp>
          <p:nvSpPr>
            <p:cNvPr id="4" name="Google Shape;1752;p35">
              <a:extLst>
                <a:ext uri="{FF2B5EF4-FFF2-40B4-BE49-F238E27FC236}">
                  <a16:creationId xmlns:a16="http://schemas.microsoft.com/office/drawing/2014/main" id="{A7E9A597-278D-2FC6-D2BC-D343A8507355}"/>
                </a:ext>
              </a:extLst>
            </p:cNvPr>
            <p:cNvSpPr/>
            <p:nvPr/>
          </p:nvSpPr>
          <p:spPr>
            <a:xfrm>
              <a:off x="1196257" y="3022755"/>
              <a:ext cx="11875" cy="11875"/>
            </a:xfrm>
            <a:custGeom>
              <a:avLst/>
              <a:gdLst/>
              <a:ahLst/>
              <a:cxnLst/>
              <a:rect l="l" t="t" r="r" b="b"/>
              <a:pathLst>
                <a:path w="308" h="308" extrusionOk="0">
                  <a:moveTo>
                    <a:pt x="308" y="1"/>
                  </a:moveTo>
                  <a:lnTo>
                    <a:pt x="308" y="1"/>
                  </a:lnTo>
                  <a:cubicBezTo>
                    <a:pt x="196" y="84"/>
                    <a:pt x="112" y="196"/>
                    <a:pt x="1" y="308"/>
                  </a:cubicBezTo>
                  <a:cubicBezTo>
                    <a:pt x="112" y="224"/>
                    <a:pt x="224" y="112"/>
                    <a:pt x="308" y="1"/>
                  </a:cubicBezTo>
                  <a:close/>
                </a:path>
              </a:pathLst>
            </a:custGeom>
            <a:solidFill>
              <a:srgbClr val="EDA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753;p35">
              <a:extLst>
                <a:ext uri="{FF2B5EF4-FFF2-40B4-BE49-F238E27FC236}">
                  <a16:creationId xmlns:a16="http://schemas.microsoft.com/office/drawing/2014/main" id="{23DDB42E-3D3A-0C77-9E78-4E98301EDACE}"/>
                </a:ext>
              </a:extLst>
            </p:cNvPr>
            <p:cNvSpPr/>
            <p:nvPr/>
          </p:nvSpPr>
          <p:spPr>
            <a:xfrm>
              <a:off x="1102681" y="2902306"/>
              <a:ext cx="197980" cy="329183"/>
            </a:xfrm>
            <a:custGeom>
              <a:avLst/>
              <a:gdLst/>
              <a:ahLst/>
              <a:cxnLst/>
              <a:rect l="l" t="t" r="r" b="b"/>
              <a:pathLst>
                <a:path w="5135" h="8538" extrusionOk="0">
                  <a:moveTo>
                    <a:pt x="2735" y="3125"/>
                  </a:moveTo>
                  <a:cubicBezTo>
                    <a:pt x="2651" y="3236"/>
                    <a:pt x="2539" y="3348"/>
                    <a:pt x="2428" y="3432"/>
                  </a:cubicBezTo>
                  <a:cubicBezTo>
                    <a:pt x="2539" y="3320"/>
                    <a:pt x="2623" y="3208"/>
                    <a:pt x="2735" y="3125"/>
                  </a:cubicBezTo>
                  <a:close/>
                  <a:moveTo>
                    <a:pt x="4213" y="0"/>
                  </a:moveTo>
                  <a:cubicBezTo>
                    <a:pt x="3655" y="1200"/>
                    <a:pt x="2595" y="2232"/>
                    <a:pt x="1591" y="3013"/>
                  </a:cubicBezTo>
                  <a:cubicBezTo>
                    <a:pt x="1061" y="3432"/>
                    <a:pt x="614" y="3990"/>
                    <a:pt x="419" y="4659"/>
                  </a:cubicBezTo>
                  <a:cubicBezTo>
                    <a:pt x="280" y="5106"/>
                    <a:pt x="1" y="5887"/>
                    <a:pt x="196" y="6277"/>
                  </a:cubicBezTo>
                  <a:cubicBezTo>
                    <a:pt x="140" y="5636"/>
                    <a:pt x="782" y="4938"/>
                    <a:pt x="1172" y="4464"/>
                  </a:cubicBezTo>
                  <a:cubicBezTo>
                    <a:pt x="1507" y="4045"/>
                    <a:pt x="2037" y="3822"/>
                    <a:pt x="2428" y="3432"/>
                  </a:cubicBezTo>
                  <a:lnTo>
                    <a:pt x="2428" y="3432"/>
                  </a:lnTo>
                  <a:cubicBezTo>
                    <a:pt x="1926" y="4129"/>
                    <a:pt x="1563" y="4994"/>
                    <a:pt x="1535" y="5831"/>
                  </a:cubicBezTo>
                  <a:cubicBezTo>
                    <a:pt x="1479" y="6835"/>
                    <a:pt x="1702" y="7728"/>
                    <a:pt x="1089" y="8537"/>
                  </a:cubicBezTo>
                  <a:cubicBezTo>
                    <a:pt x="1619" y="8230"/>
                    <a:pt x="1870" y="8007"/>
                    <a:pt x="2037" y="7365"/>
                  </a:cubicBezTo>
                  <a:cubicBezTo>
                    <a:pt x="2177" y="6779"/>
                    <a:pt x="2121" y="6110"/>
                    <a:pt x="2260" y="5496"/>
                  </a:cubicBezTo>
                  <a:cubicBezTo>
                    <a:pt x="2512" y="4324"/>
                    <a:pt x="3432" y="3487"/>
                    <a:pt x="4046" y="2483"/>
                  </a:cubicBezTo>
                  <a:cubicBezTo>
                    <a:pt x="4437" y="1841"/>
                    <a:pt x="5134" y="697"/>
                    <a:pt x="4325" y="84"/>
                  </a:cubicBezTo>
                  <a:lnTo>
                    <a:pt x="4213" y="0"/>
                  </a:lnTo>
                  <a:close/>
                </a:path>
              </a:pathLst>
            </a:custGeom>
            <a:solidFill>
              <a:srgbClr val="EDA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754;p35">
              <a:extLst>
                <a:ext uri="{FF2B5EF4-FFF2-40B4-BE49-F238E27FC236}">
                  <a16:creationId xmlns:a16="http://schemas.microsoft.com/office/drawing/2014/main" id="{D78DF073-9BBC-B07A-5475-56962C6FD3EF}"/>
                </a:ext>
              </a:extLst>
            </p:cNvPr>
            <p:cNvSpPr/>
            <p:nvPr/>
          </p:nvSpPr>
          <p:spPr>
            <a:xfrm>
              <a:off x="1079008" y="2433812"/>
              <a:ext cx="390639" cy="715889"/>
            </a:xfrm>
            <a:custGeom>
              <a:avLst/>
              <a:gdLst/>
              <a:ahLst/>
              <a:cxnLst/>
              <a:rect l="l" t="t" r="r" b="b"/>
              <a:pathLst>
                <a:path w="10132" h="18568" extrusionOk="0">
                  <a:moveTo>
                    <a:pt x="8934" y="1"/>
                  </a:moveTo>
                  <a:cubicBezTo>
                    <a:pt x="8413" y="1"/>
                    <a:pt x="7470" y="513"/>
                    <a:pt x="7087" y="768"/>
                  </a:cubicBezTo>
                  <a:cubicBezTo>
                    <a:pt x="6557" y="1159"/>
                    <a:pt x="6055" y="1577"/>
                    <a:pt x="5609" y="2079"/>
                  </a:cubicBezTo>
                  <a:cubicBezTo>
                    <a:pt x="4716" y="3112"/>
                    <a:pt x="4214" y="4339"/>
                    <a:pt x="3488" y="5483"/>
                  </a:cubicBezTo>
                  <a:cubicBezTo>
                    <a:pt x="3044" y="6203"/>
                    <a:pt x="2198" y="7147"/>
                    <a:pt x="1316" y="7147"/>
                  </a:cubicBezTo>
                  <a:cubicBezTo>
                    <a:pt x="1036" y="7147"/>
                    <a:pt x="751" y="7051"/>
                    <a:pt x="475" y="6822"/>
                  </a:cubicBezTo>
                  <a:lnTo>
                    <a:pt x="475" y="6822"/>
                  </a:lnTo>
                  <a:cubicBezTo>
                    <a:pt x="559" y="7157"/>
                    <a:pt x="1284" y="7324"/>
                    <a:pt x="1591" y="7324"/>
                  </a:cubicBezTo>
                  <a:cubicBezTo>
                    <a:pt x="2010" y="7297"/>
                    <a:pt x="2428" y="6990"/>
                    <a:pt x="2763" y="6711"/>
                  </a:cubicBezTo>
                  <a:cubicBezTo>
                    <a:pt x="3516" y="6097"/>
                    <a:pt x="4521" y="3781"/>
                    <a:pt x="4855" y="3781"/>
                  </a:cubicBezTo>
                  <a:cubicBezTo>
                    <a:pt x="4130" y="4841"/>
                    <a:pt x="3739" y="6432"/>
                    <a:pt x="3628" y="7464"/>
                  </a:cubicBezTo>
                  <a:cubicBezTo>
                    <a:pt x="3516" y="8692"/>
                    <a:pt x="3460" y="10254"/>
                    <a:pt x="2735" y="11314"/>
                  </a:cubicBezTo>
                  <a:cubicBezTo>
                    <a:pt x="2540" y="11593"/>
                    <a:pt x="2344" y="11788"/>
                    <a:pt x="2093" y="11956"/>
                  </a:cubicBezTo>
                  <a:cubicBezTo>
                    <a:pt x="1842" y="12123"/>
                    <a:pt x="1452" y="12235"/>
                    <a:pt x="1284" y="12402"/>
                  </a:cubicBezTo>
                  <a:cubicBezTo>
                    <a:pt x="1298" y="12403"/>
                    <a:pt x="1311" y="12403"/>
                    <a:pt x="1325" y="12403"/>
                  </a:cubicBezTo>
                  <a:cubicBezTo>
                    <a:pt x="1747" y="12403"/>
                    <a:pt x="2411" y="12003"/>
                    <a:pt x="2735" y="11733"/>
                  </a:cubicBezTo>
                  <a:cubicBezTo>
                    <a:pt x="3153" y="11370"/>
                    <a:pt x="3321" y="10700"/>
                    <a:pt x="3405" y="10198"/>
                  </a:cubicBezTo>
                  <a:cubicBezTo>
                    <a:pt x="3656" y="8971"/>
                    <a:pt x="4409" y="5483"/>
                    <a:pt x="4827" y="5120"/>
                  </a:cubicBezTo>
                  <a:lnTo>
                    <a:pt x="4827" y="5120"/>
                  </a:lnTo>
                  <a:cubicBezTo>
                    <a:pt x="4521" y="6348"/>
                    <a:pt x="4381" y="7659"/>
                    <a:pt x="4325" y="8943"/>
                  </a:cubicBezTo>
                  <a:cubicBezTo>
                    <a:pt x="4269" y="10365"/>
                    <a:pt x="4269" y="11426"/>
                    <a:pt x="3544" y="12681"/>
                  </a:cubicBezTo>
                  <a:cubicBezTo>
                    <a:pt x="3126" y="13406"/>
                    <a:pt x="2707" y="14411"/>
                    <a:pt x="2065" y="14941"/>
                  </a:cubicBezTo>
                  <a:cubicBezTo>
                    <a:pt x="1480" y="15443"/>
                    <a:pt x="977" y="15694"/>
                    <a:pt x="1" y="15917"/>
                  </a:cubicBezTo>
                  <a:cubicBezTo>
                    <a:pt x="126" y="15963"/>
                    <a:pt x="271" y="15983"/>
                    <a:pt x="425" y="15983"/>
                  </a:cubicBezTo>
                  <a:cubicBezTo>
                    <a:pt x="1026" y="15983"/>
                    <a:pt x="1783" y="15681"/>
                    <a:pt x="2205" y="15415"/>
                  </a:cubicBezTo>
                  <a:cubicBezTo>
                    <a:pt x="2735" y="15108"/>
                    <a:pt x="3907" y="13825"/>
                    <a:pt x="4521" y="13685"/>
                  </a:cubicBezTo>
                  <a:lnTo>
                    <a:pt x="4521" y="13685"/>
                  </a:lnTo>
                  <a:cubicBezTo>
                    <a:pt x="4018" y="14801"/>
                    <a:pt x="2763" y="17424"/>
                    <a:pt x="3628" y="18568"/>
                  </a:cubicBezTo>
                  <a:cubicBezTo>
                    <a:pt x="3600" y="18010"/>
                    <a:pt x="3851" y="17340"/>
                    <a:pt x="4074" y="16838"/>
                  </a:cubicBezTo>
                  <a:cubicBezTo>
                    <a:pt x="4325" y="16196"/>
                    <a:pt x="4827" y="15834"/>
                    <a:pt x="5330" y="15359"/>
                  </a:cubicBezTo>
                  <a:cubicBezTo>
                    <a:pt x="6278" y="14522"/>
                    <a:pt x="8064" y="11370"/>
                    <a:pt x="8426" y="10059"/>
                  </a:cubicBezTo>
                  <a:cubicBezTo>
                    <a:pt x="9040" y="7771"/>
                    <a:pt x="8650" y="7603"/>
                    <a:pt x="8454" y="5260"/>
                  </a:cubicBezTo>
                  <a:cubicBezTo>
                    <a:pt x="8231" y="2889"/>
                    <a:pt x="8594" y="1884"/>
                    <a:pt x="9570" y="936"/>
                  </a:cubicBezTo>
                  <a:cubicBezTo>
                    <a:pt x="10131" y="400"/>
                    <a:pt x="9900" y="4"/>
                    <a:pt x="9259" y="4"/>
                  </a:cubicBezTo>
                  <a:cubicBezTo>
                    <a:pt x="9199" y="4"/>
                    <a:pt x="9135" y="8"/>
                    <a:pt x="9068" y="15"/>
                  </a:cubicBezTo>
                  <a:cubicBezTo>
                    <a:pt x="9028" y="5"/>
                    <a:pt x="8983" y="1"/>
                    <a:pt x="8934" y="1"/>
                  </a:cubicBezTo>
                  <a:close/>
                </a:path>
              </a:pathLst>
            </a:custGeom>
            <a:solidFill>
              <a:srgbClr val="EDA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755;p35">
              <a:extLst>
                <a:ext uri="{FF2B5EF4-FFF2-40B4-BE49-F238E27FC236}">
                  <a16:creationId xmlns:a16="http://schemas.microsoft.com/office/drawing/2014/main" id="{D79DBE5B-FEAF-424F-C70B-909A044269FD}"/>
                </a:ext>
              </a:extLst>
            </p:cNvPr>
            <p:cNvSpPr/>
            <p:nvPr/>
          </p:nvSpPr>
          <p:spPr>
            <a:xfrm>
              <a:off x="1130673" y="2790417"/>
              <a:ext cx="204380" cy="288314"/>
            </a:xfrm>
            <a:custGeom>
              <a:avLst/>
              <a:gdLst/>
              <a:ahLst/>
              <a:cxnLst/>
              <a:rect l="l" t="t" r="r" b="b"/>
              <a:pathLst>
                <a:path w="5301" h="7478" extrusionOk="0">
                  <a:moveTo>
                    <a:pt x="4882" y="1"/>
                  </a:moveTo>
                  <a:cubicBezTo>
                    <a:pt x="4771" y="1312"/>
                    <a:pt x="4185" y="2846"/>
                    <a:pt x="3236" y="3851"/>
                  </a:cubicBezTo>
                  <a:cubicBezTo>
                    <a:pt x="2316" y="4827"/>
                    <a:pt x="1339" y="5720"/>
                    <a:pt x="474" y="6724"/>
                  </a:cubicBezTo>
                  <a:cubicBezTo>
                    <a:pt x="257" y="6941"/>
                    <a:pt x="119" y="7185"/>
                    <a:pt x="9" y="7454"/>
                  </a:cubicBezTo>
                  <a:lnTo>
                    <a:pt x="9" y="7454"/>
                  </a:lnTo>
                  <a:cubicBezTo>
                    <a:pt x="216" y="6962"/>
                    <a:pt x="871" y="6523"/>
                    <a:pt x="1283" y="6138"/>
                  </a:cubicBezTo>
                  <a:cubicBezTo>
                    <a:pt x="1702" y="5748"/>
                    <a:pt x="2148" y="5329"/>
                    <a:pt x="2567" y="4911"/>
                  </a:cubicBezTo>
                  <a:cubicBezTo>
                    <a:pt x="3543" y="4018"/>
                    <a:pt x="4520" y="2958"/>
                    <a:pt x="4882" y="1702"/>
                  </a:cubicBezTo>
                  <a:cubicBezTo>
                    <a:pt x="5022" y="1200"/>
                    <a:pt x="5301" y="363"/>
                    <a:pt x="4966" y="1"/>
                  </a:cubicBezTo>
                  <a:close/>
                  <a:moveTo>
                    <a:pt x="9" y="7454"/>
                  </a:moveTo>
                  <a:cubicBezTo>
                    <a:pt x="6" y="7462"/>
                    <a:pt x="3" y="7470"/>
                    <a:pt x="0" y="7477"/>
                  </a:cubicBezTo>
                  <a:cubicBezTo>
                    <a:pt x="3" y="7470"/>
                    <a:pt x="6" y="7462"/>
                    <a:pt x="9" y="7454"/>
                  </a:cubicBezTo>
                  <a:close/>
                </a:path>
              </a:pathLst>
            </a:custGeom>
            <a:solidFill>
              <a:srgbClr val="F9C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756;p35">
              <a:extLst>
                <a:ext uri="{FF2B5EF4-FFF2-40B4-BE49-F238E27FC236}">
                  <a16:creationId xmlns:a16="http://schemas.microsoft.com/office/drawing/2014/main" id="{9CCA60FC-9333-681D-EB95-094BBE9C62B8}"/>
                </a:ext>
              </a:extLst>
            </p:cNvPr>
            <p:cNvSpPr/>
            <p:nvPr/>
          </p:nvSpPr>
          <p:spPr>
            <a:xfrm>
              <a:off x="1300628" y="2893670"/>
              <a:ext cx="16155" cy="29109"/>
            </a:xfrm>
            <a:custGeom>
              <a:avLst/>
              <a:gdLst/>
              <a:ahLst/>
              <a:cxnLst/>
              <a:rect l="l" t="t" r="r" b="b"/>
              <a:pathLst>
                <a:path w="419" h="755" extrusionOk="0">
                  <a:moveTo>
                    <a:pt x="419" y="1"/>
                  </a:moveTo>
                  <a:cubicBezTo>
                    <a:pt x="335" y="112"/>
                    <a:pt x="167" y="391"/>
                    <a:pt x="0" y="754"/>
                  </a:cubicBezTo>
                  <a:cubicBezTo>
                    <a:pt x="195" y="447"/>
                    <a:pt x="335" y="196"/>
                    <a:pt x="419" y="1"/>
                  </a:cubicBezTo>
                  <a:close/>
                </a:path>
              </a:pathLst>
            </a:custGeom>
            <a:solidFill>
              <a:srgbClr val="F9C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757;p35">
              <a:extLst>
                <a:ext uri="{FF2B5EF4-FFF2-40B4-BE49-F238E27FC236}">
                  <a16:creationId xmlns:a16="http://schemas.microsoft.com/office/drawing/2014/main" id="{69E6EA06-FE79-BB0F-02BB-59FED0C57E96}"/>
                </a:ext>
              </a:extLst>
            </p:cNvPr>
            <p:cNvSpPr/>
            <p:nvPr/>
          </p:nvSpPr>
          <p:spPr>
            <a:xfrm>
              <a:off x="1154308" y="2646294"/>
              <a:ext cx="234530" cy="521726"/>
            </a:xfrm>
            <a:custGeom>
              <a:avLst/>
              <a:gdLst/>
              <a:ahLst/>
              <a:cxnLst/>
              <a:rect l="l" t="t" r="r" b="b"/>
              <a:pathLst>
                <a:path w="6083" h="13532" extrusionOk="0">
                  <a:moveTo>
                    <a:pt x="4214" y="6417"/>
                  </a:moveTo>
                  <a:lnTo>
                    <a:pt x="4214" y="6417"/>
                  </a:lnTo>
                  <a:cubicBezTo>
                    <a:pt x="4130" y="6612"/>
                    <a:pt x="3990" y="6863"/>
                    <a:pt x="3795" y="7170"/>
                  </a:cubicBezTo>
                  <a:cubicBezTo>
                    <a:pt x="3962" y="6807"/>
                    <a:pt x="4130" y="6528"/>
                    <a:pt x="4214" y="6417"/>
                  </a:cubicBezTo>
                  <a:close/>
                  <a:moveTo>
                    <a:pt x="5274" y="0"/>
                  </a:moveTo>
                  <a:cubicBezTo>
                    <a:pt x="5246" y="363"/>
                    <a:pt x="4799" y="1869"/>
                    <a:pt x="4772" y="2204"/>
                  </a:cubicBezTo>
                  <a:cubicBezTo>
                    <a:pt x="4744" y="2985"/>
                    <a:pt x="4548" y="3711"/>
                    <a:pt x="4409" y="4464"/>
                  </a:cubicBezTo>
                  <a:cubicBezTo>
                    <a:pt x="4046" y="6333"/>
                    <a:pt x="3349" y="6975"/>
                    <a:pt x="2568" y="8174"/>
                  </a:cubicBezTo>
                  <a:cubicBezTo>
                    <a:pt x="1452" y="9848"/>
                    <a:pt x="1" y="11355"/>
                    <a:pt x="224" y="13531"/>
                  </a:cubicBezTo>
                  <a:cubicBezTo>
                    <a:pt x="419" y="13196"/>
                    <a:pt x="447" y="12499"/>
                    <a:pt x="531" y="12108"/>
                  </a:cubicBezTo>
                  <a:cubicBezTo>
                    <a:pt x="670" y="11606"/>
                    <a:pt x="810" y="11160"/>
                    <a:pt x="1089" y="10741"/>
                  </a:cubicBezTo>
                  <a:cubicBezTo>
                    <a:pt x="1563" y="10044"/>
                    <a:pt x="2986" y="8342"/>
                    <a:pt x="3795" y="7170"/>
                  </a:cubicBezTo>
                  <a:lnTo>
                    <a:pt x="3795" y="7170"/>
                  </a:lnTo>
                  <a:cubicBezTo>
                    <a:pt x="3265" y="8147"/>
                    <a:pt x="2540" y="9681"/>
                    <a:pt x="2316" y="10016"/>
                  </a:cubicBezTo>
                  <a:cubicBezTo>
                    <a:pt x="1982" y="10518"/>
                    <a:pt x="1758" y="10881"/>
                    <a:pt x="1647" y="11494"/>
                  </a:cubicBezTo>
                  <a:cubicBezTo>
                    <a:pt x="2065" y="10378"/>
                    <a:pt x="3209" y="9318"/>
                    <a:pt x="3879" y="8342"/>
                  </a:cubicBezTo>
                  <a:cubicBezTo>
                    <a:pt x="4632" y="7226"/>
                    <a:pt x="5385" y="6110"/>
                    <a:pt x="5748" y="4827"/>
                  </a:cubicBezTo>
                  <a:cubicBezTo>
                    <a:pt x="6083" y="3766"/>
                    <a:pt x="6083" y="2483"/>
                    <a:pt x="5971" y="1339"/>
                  </a:cubicBezTo>
                  <a:cubicBezTo>
                    <a:pt x="5943" y="1032"/>
                    <a:pt x="5636" y="84"/>
                    <a:pt x="5274" y="0"/>
                  </a:cubicBezTo>
                  <a:close/>
                </a:path>
              </a:pathLst>
            </a:custGeom>
            <a:solidFill>
              <a:srgbClr val="F9C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758;p35">
              <a:extLst>
                <a:ext uri="{FF2B5EF4-FFF2-40B4-BE49-F238E27FC236}">
                  <a16:creationId xmlns:a16="http://schemas.microsoft.com/office/drawing/2014/main" id="{C89ED9EB-48C1-A86F-FE44-18C62E036274}"/>
                </a:ext>
              </a:extLst>
            </p:cNvPr>
            <p:cNvSpPr/>
            <p:nvPr/>
          </p:nvSpPr>
          <p:spPr>
            <a:xfrm>
              <a:off x="1099442" y="2734472"/>
              <a:ext cx="158191" cy="226279"/>
            </a:xfrm>
            <a:custGeom>
              <a:avLst/>
              <a:gdLst/>
              <a:ahLst/>
              <a:cxnLst/>
              <a:rect l="l" t="t" r="r" b="b"/>
              <a:pathLst>
                <a:path w="4103" h="5869" extrusionOk="0">
                  <a:moveTo>
                    <a:pt x="3879" y="1"/>
                  </a:moveTo>
                  <a:cubicBezTo>
                    <a:pt x="3600" y="531"/>
                    <a:pt x="3656" y="1312"/>
                    <a:pt x="3488" y="1870"/>
                  </a:cubicBezTo>
                  <a:cubicBezTo>
                    <a:pt x="3321" y="2456"/>
                    <a:pt x="3126" y="3070"/>
                    <a:pt x="2819" y="3600"/>
                  </a:cubicBezTo>
                  <a:cubicBezTo>
                    <a:pt x="2177" y="4660"/>
                    <a:pt x="1340" y="5385"/>
                    <a:pt x="196" y="5804"/>
                  </a:cubicBezTo>
                  <a:cubicBezTo>
                    <a:pt x="140" y="5832"/>
                    <a:pt x="57" y="5832"/>
                    <a:pt x="1" y="5860"/>
                  </a:cubicBezTo>
                  <a:cubicBezTo>
                    <a:pt x="60" y="5866"/>
                    <a:pt x="119" y="5869"/>
                    <a:pt x="179" y="5869"/>
                  </a:cubicBezTo>
                  <a:cubicBezTo>
                    <a:pt x="1212" y="5869"/>
                    <a:pt x="2268" y="4979"/>
                    <a:pt x="2875" y="4214"/>
                  </a:cubicBezTo>
                  <a:cubicBezTo>
                    <a:pt x="3572" y="3321"/>
                    <a:pt x="3907" y="2009"/>
                    <a:pt x="4074" y="921"/>
                  </a:cubicBezTo>
                  <a:cubicBezTo>
                    <a:pt x="4102" y="670"/>
                    <a:pt x="4074" y="196"/>
                    <a:pt x="3907" y="1"/>
                  </a:cubicBezTo>
                  <a:close/>
                </a:path>
              </a:pathLst>
            </a:custGeom>
            <a:solidFill>
              <a:srgbClr val="EDA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759;p35">
              <a:extLst>
                <a:ext uri="{FF2B5EF4-FFF2-40B4-BE49-F238E27FC236}">
                  <a16:creationId xmlns:a16="http://schemas.microsoft.com/office/drawing/2014/main" id="{363E209E-47D9-DE36-1E1F-402115D50AC2}"/>
                </a:ext>
              </a:extLst>
            </p:cNvPr>
            <p:cNvSpPr/>
            <p:nvPr/>
          </p:nvSpPr>
          <p:spPr>
            <a:xfrm>
              <a:off x="1108079" y="2447962"/>
              <a:ext cx="349617" cy="561168"/>
            </a:xfrm>
            <a:custGeom>
              <a:avLst/>
              <a:gdLst/>
              <a:ahLst/>
              <a:cxnLst/>
              <a:rect l="l" t="t" r="r" b="b"/>
              <a:pathLst>
                <a:path w="9068" h="14555" extrusionOk="0">
                  <a:moveTo>
                    <a:pt x="8833" y="1"/>
                  </a:moveTo>
                  <a:cubicBezTo>
                    <a:pt x="8402" y="1"/>
                    <a:pt x="7665" y="396"/>
                    <a:pt x="7505" y="624"/>
                  </a:cubicBezTo>
                  <a:lnTo>
                    <a:pt x="7617" y="624"/>
                  </a:lnTo>
                  <a:cubicBezTo>
                    <a:pt x="7114" y="792"/>
                    <a:pt x="6529" y="1545"/>
                    <a:pt x="6277" y="1991"/>
                  </a:cubicBezTo>
                  <a:cubicBezTo>
                    <a:pt x="5998" y="2522"/>
                    <a:pt x="5719" y="3135"/>
                    <a:pt x="5524" y="3693"/>
                  </a:cubicBezTo>
                  <a:cubicBezTo>
                    <a:pt x="5134" y="4949"/>
                    <a:pt x="4659" y="6176"/>
                    <a:pt x="4576" y="7488"/>
                  </a:cubicBezTo>
                  <a:cubicBezTo>
                    <a:pt x="4408" y="10026"/>
                    <a:pt x="4185" y="12928"/>
                    <a:pt x="1674" y="13988"/>
                  </a:cubicBezTo>
                  <a:cubicBezTo>
                    <a:pt x="1339" y="14128"/>
                    <a:pt x="893" y="14323"/>
                    <a:pt x="0" y="14462"/>
                  </a:cubicBezTo>
                  <a:cubicBezTo>
                    <a:pt x="175" y="14526"/>
                    <a:pt x="365" y="14554"/>
                    <a:pt x="562" y="14554"/>
                  </a:cubicBezTo>
                  <a:cubicBezTo>
                    <a:pt x="1496" y="14554"/>
                    <a:pt x="2600" y="13917"/>
                    <a:pt x="3153" y="13318"/>
                  </a:cubicBezTo>
                  <a:cubicBezTo>
                    <a:pt x="3990" y="12398"/>
                    <a:pt x="3990" y="12286"/>
                    <a:pt x="4464" y="11142"/>
                  </a:cubicBezTo>
                  <a:cubicBezTo>
                    <a:pt x="4799" y="10361"/>
                    <a:pt x="5050" y="8492"/>
                    <a:pt x="5106" y="7627"/>
                  </a:cubicBezTo>
                  <a:cubicBezTo>
                    <a:pt x="5134" y="6874"/>
                    <a:pt x="5273" y="5925"/>
                    <a:pt x="5580" y="5339"/>
                  </a:cubicBezTo>
                  <a:lnTo>
                    <a:pt x="5580" y="5339"/>
                  </a:lnTo>
                  <a:cubicBezTo>
                    <a:pt x="5134" y="6902"/>
                    <a:pt x="5552" y="8687"/>
                    <a:pt x="5440" y="10333"/>
                  </a:cubicBezTo>
                  <a:cubicBezTo>
                    <a:pt x="5468" y="10277"/>
                    <a:pt x="5496" y="10194"/>
                    <a:pt x="5524" y="10138"/>
                  </a:cubicBezTo>
                  <a:cubicBezTo>
                    <a:pt x="5552" y="9943"/>
                    <a:pt x="5608" y="9719"/>
                    <a:pt x="5664" y="9524"/>
                  </a:cubicBezTo>
                  <a:cubicBezTo>
                    <a:pt x="5664" y="9329"/>
                    <a:pt x="5664" y="9161"/>
                    <a:pt x="5664" y="8966"/>
                  </a:cubicBezTo>
                  <a:cubicBezTo>
                    <a:pt x="5719" y="7711"/>
                    <a:pt x="5580" y="6399"/>
                    <a:pt x="5859" y="5200"/>
                  </a:cubicBezTo>
                  <a:cubicBezTo>
                    <a:pt x="6138" y="4056"/>
                    <a:pt x="6891" y="3024"/>
                    <a:pt x="7477" y="1991"/>
                  </a:cubicBezTo>
                  <a:cubicBezTo>
                    <a:pt x="7672" y="1629"/>
                    <a:pt x="7979" y="1378"/>
                    <a:pt x="8230" y="1043"/>
                  </a:cubicBezTo>
                  <a:cubicBezTo>
                    <a:pt x="8370" y="848"/>
                    <a:pt x="8426" y="680"/>
                    <a:pt x="8593" y="513"/>
                  </a:cubicBezTo>
                  <a:cubicBezTo>
                    <a:pt x="8788" y="345"/>
                    <a:pt x="8984" y="290"/>
                    <a:pt x="9067" y="66"/>
                  </a:cubicBezTo>
                  <a:cubicBezTo>
                    <a:pt x="9011" y="20"/>
                    <a:pt x="8930" y="1"/>
                    <a:pt x="8833" y="1"/>
                  </a:cubicBezTo>
                  <a:close/>
                </a:path>
              </a:pathLst>
            </a:custGeom>
            <a:solidFill>
              <a:srgbClr val="F9C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760;p35">
              <a:extLst>
                <a:ext uri="{FF2B5EF4-FFF2-40B4-BE49-F238E27FC236}">
                  <a16:creationId xmlns:a16="http://schemas.microsoft.com/office/drawing/2014/main" id="{A3C8BBDC-4E66-9E5D-C734-C595AD36CAD9}"/>
                </a:ext>
              </a:extLst>
            </p:cNvPr>
            <p:cNvSpPr/>
            <p:nvPr/>
          </p:nvSpPr>
          <p:spPr>
            <a:xfrm>
              <a:off x="1245763" y="2423980"/>
              <a:ext cx="281837" cy="509543"/>
            </a:xfrm>
            <a:custGeom>
              <a:avLst/>
              <a:gdLst/>
              <a:ahLst/>
              <a:cxnLst/>
              <a:rect l="l" t="t" r="r" b="b"/>
              <a:pathLst>
                <a:path w="7310" h="13216" extrusionOk="0">
                  <a:moveTo>
                    <a:pt x="5192" y="1"/>
                  </a:moveTo>
                  <a:cubicBezTo>
                    <a:pt x="3085" y="1"/>
                    <a:pt x="1412" y="1141"/>
                    <a:pt x="84" y="3004"/>
                  </a:cubicBezTo>
                  <a:cubicBezTo>
                    <a:pt x="1005" y="2055"/>
                    <a:pt x="1786" y="1442"/>
                    <a:pt x="3013" y="912"/>
                  </a:cubicBezTo>
                  <a:cubicBezTo>
                    <a:pt x="3168" y="823"/>
                    <a:pt x="3914" y="683"/>
                    <a:pt x="4124" y="683"/>
                  </a:cubicBezTo>
                  <a:cubicBezTo>
                    <a:pt x="4180" y="683"/>
                    <a:pt x="4198" y="693"/>
                    <a:pt x="4157" y="716"/>
                  </a:cubicBezTo>
                  <a:cubicBezTo>
                    <a:pt x="1897" y="1804"/>
                    <a:pt x="0" y="5069"/>
                    <a:pt x="140" y="11067"/>
                  </a:cubicBezTo>
                  <a:cubicBezTo>
                    <a:pt x="586" y="4427"/>
                    <a:pt x="3069" y="2000"/>
                    <a:pt x="3906" y="1470"/>
                  </a:cubicBezTo>
                  <a:cubicBezTo>
                    <a:pt x="4689" y="990"/>
                    <a:pt x="5037" y="967"/>
                    <a:pt x="5096" y="967"/>
                  </a:cubicBezTo>
                  <a:cubicBezTo>
                    <a:pt x="5103" y="967"/>
                    <a:pt x="5106" y="967"/>
                    <a:pt x="5106" y="967"/>
                  </a:cubicBezTo>
                  <a:cubicBezTo>
                    <a:pt x="4241" y="1776"/>
                    <a:pt x="3069" y="3729"/>
                    <a:pt x="2762" y="4873"/>
                  </a:cubicBezTo>
                  <a:cubicBezTo>
                    <a:pt x="2567" y="5738"/>
                    <a:pt x="2539" y="6631"/>
                    <a:pt x="2539" y="7496"/>
                  </a:cubicBezTo>
                  <a:cubicBezTo>
                    <a:pt x="2623" y="8974"/>
                    <a:pt x="2790" y="10732"/>
                    <a:pt x="1172" y="13215"/>
                  </a:cubicBezTo>
                  <a:cubicBezTo>
                    <a:pt x="4129" y="9253"/>
                    <a:pt x="2651" y="6491"/>
                    <a:pt x="3655" y="4957"/>
                  </a:cubicBezTo>
                  <a:lnTo>
                    <a:pt x="3655" y="4957"/>
                  </a:lnTo>
                  <a:cubicBezTo>
                    <a:pt x="3962" y="5933"/>
                    <a:pt x="4687" y="10090"/>
                    <a:pt x="3655" y="12462"/>
                  </a:cubicBezTo>
                  <a:cubicBezTo>
                    <a:pt x="6280" y="10162"/>
                    <a:pt x="2265" y="1276"/>
                    <a:pt x="6092" y="1276"/>
                  </a:cubicBezTo>
                  <a:cubicBezTo>
                    <a:pt x="6211" y="1276"/>
                    <a:pt x="6338" y="1284"/>
                    <a:pt x="6473" y="1302"/>
                  </a:cubicBezTo>
                  <a:cubicBezTo>
                    <a:pt x="6584" y="716"/>
                    <a:pt x="7310" y="493"/>
                    <a:pt x="7226" y="326"/>
                  </a:cubicBezTo>
                  <a:cubicBezTo>
                    <a:pt x="6507" y="105"/>
                    <a:pt x="5829" y="1"/>
                    <a:pt x="5192" y="1"/>
                  </a:cubicBezTo>
                  <a:close/>
                </a:path>
              </a:pathLst>
            </a:custGeom>
            <a:solidFill>
              <a:srgbClr val="FFD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761;p35">
              <a:extLst>
                <a:ext uri="{FF2B5EF4-FFF2-40B4-BE49-F238E27FC236}">
                  <a16:creationId xmlns:a16="http://schemas.microsoft.com/office/drawing/2014/main" id="{A50A011A-C731-03AF-822C-DDFEE6B3B1B5}"/>
                </a:ext>
              </a:extLst>
            </p:cNvPr>
            <p:cNvSpPr/>
            <p:nvPr/>
          </p:nvSpPr>
          <p:spPr>
            <a:xfrm>
              <a:off x="1291991" y="2595323"/>
              <a:ext cx="118364" cy="474805"/>
            </a:xfrm>
            <a:custGeom>
              <a:avLst/>
              <a:gdLst/>
              <a:ahLst/>
              <a:cxnLst/>
              <a:rect l="l" t="t" r="r" b="b"/>
              <a:pathLst>
                <a:path w="3070" h="12315" extrusionOk="0">
                  <a:moveTo>
                    <a:pt x="2484" y="0"/>
                  </a:moveTo>
                  <a:cubicBezTo>
                    <a:pt x="2328" y="0"/>
                    <a:pt x="2249" y="286"/>
                    <a:pt x="2205" y="485"/>
                  </a:cubicBezTo>
                  <a:cubicBezTo>
                    <a:pt x="2065" y="1071"/>
                    <a:pt x="2121" y="1713"/>
                    <a:pt x="2149" y="2326"/>
                  </a:cubicBezTo>
                  <a:cubicBezTo>
                    <a:pt x="2205" y="3582"/>
                    <a:pt x="2065" y="4670"/>
                    <a:pt x="1814" y="5814"/>
                  </a:cubicBezTo>
                  <a:cubicBezTo>
                    <a:pt x="1563" y="6986"/>
                    <a:pt x="1061" y="7850"/>
                    <a:pt x="503" y="8883"/>
                  </a:cubicBezTo>
                  <a:cubicBezTo>
                    <a:pt x="252" y="9385"/>
                    <a:pt x="57" y="9915"/>
                    <a:pt x="29" y="10501"/>
                  </a:cubicBezTo>
                  <a:cubicBezTo>
                    <a:pt x="1" y="11115"/>
                    <a:pt x="29" y="11700"/>
                    <a:pt x="29" y="12314"/>
                  </a:cubicBezTo>
                  <a:cubicBezTo>
                    <a:pt x="168" y="11673"/>
                    <a:pt x="140" y="10919"/>
                    <a:pt x="280" y="10306"/>
                  </a:cubicBezTo>
                  <a:cubicBezTo>
                    <a:pt x="559" y="9190"/>
                    <a:pt x="1312" y="8241"/>
                    <a:pt x="1675" y="7181"/>
                  </a:cubicBezTo>
                  <a:cubicBezTo>
                    <a:pt x="2011" y="6148"/>
                    <a:pt x="2418" y="4875"/>
                    <a:pt x="2455" y="3784"/>
                  </a:cubicBezTo>
                  <a:lnTo>
                    <a:pt x="2455" y="3784"/>
                  </a:lnTo>
                  <a:cubicBezTo>
                    <a:pt x="2443" y="4862"/>
                    <a:pt x="2356" y="5894"/>
                    <a:pt x="2149" y="6902"/>
                  </a:cubicBezTo>
                  <a:cubicBezTo>
                    <a:pt x="2038" y="7460"/>
                    <a:pt x="1954" y="8018"/>
                    <a:pt x="2093" y="8576"/>
                  </a:cubicBezTo>
                  <a:cubicBezTo>
                    <a:pt x="2177" y="8938"/>
                    <a:pt x="2233" y="9692"/>
                    <a:pt x="2540" y="9915"/>
                  </a:cubicBezTo>
                  <a:cubicBezTo>
                    <a:pt x="2400" y="9524"/>
                    <a:pt x="2261" y="9134"/>
                    <a:pt x="2233" y="8743"/>
                  </a:cubicBezTo>
                  <a:cubicBezTo>
                    <a:pt x="2121" y="7516"/>
                    <a:pt x="2651" y="6344"/>
                    <a:pt x="2847" y="5144"/>
                  </a:cubicBezTo>
                  <a:cubicBezTo>
                    <a:pt x="2930" y="4558"/>
                    <a:pt x="3070" y="3889"/>
                    <a:pt x="3070" y="3303"/>
                  </a:cubicBezTo>
                  <a:cubicBezTo>
                    <a:pt x="3070" y="2689"/>
                    <a:pt x="2874" y="2020"/>
                    <a:pt x="2930" y="1406"/>
                  </a:cubicBezTo>
                  <a:cubicBezTo>
                    <a:pt x="2986" y="1266"/>
                    <a:pt x="2930" y="1043"/>
                    <a:pt x="2874" y="876"/>
                  </a:cubicBezTo>
                  <a:cubicBezTo>
                    <a:pt x="2847" y="708"/>
                    <a:pt x="2735" y="178"/>
                    <a:pt x="2623" y="67"/>
                  </a:cubicBezTo>
                  <a:cubicBezTo>
                    <a:pt x="2571" y="20"/>
                    <a:pt x="2525" y="0"/>
                    <a:pt x="2484" y="0"/>
                  </a:cubicBezTo>
                  <a:close/>
                </a:path>
              </a:pathLst>
            </a:custGeom>
            <a:solidFill>
              <a:srgbClr val="FFD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762;p35">
              <a:extLst>
                <a:ext uri="{FF2B5EF4-FFF2-40B4-BE49-F238E27FC236}">
                  <a16:creationId xmlns:a16="http://schemas.microsoft.com/office/drawing/2014/main" id="{716C8D31-C518-2BB8-9CEF-90930340E4B7}"/>
                </a:ext>
              </a:extLst>
            </p:cNvPr>
            <p:cNvSpPr/>
            <p:nvPr/>
          </p:nvSpPr>
          <p:spPr>
            <a:xfrm>
              <a:off x="1148948" y="2446188"/>
              <a:ext cx="266801" cy="462583"/>
            </a:xfrm>
            <a:custGeom>
              <a:avLst/>
              <a:gdLst/>
              <a:ahLst/>
              <a:cxnLst/>
              <a:rect l="l" t="t" r="r" b="b"/>
              <a:pathLst>
                <a:path w="6920" h="11998" extrusionOk="0">
                  <a:moveTo>
                    <a:pt x="6919" y="1"/>
                  </a:moveTo>
                  <a:cubicBezTo>
                    <a:pt x="6166" y="29"/>
                    <a:pt x="5943" y="196"/>
                    <a:pt x="5245" y="642"/>
                  </a:cubicBezTo>
                  <a:cubicBezTo>
                    <a:pt x="4994" y="866"/>
                    <a:pt x="4213" y="1424"/>
                    <a:pt x="3990" y="1703"/>
                  </a:cubicBezTo>
                  <a:cubicBezTo>
                    <a:pt x="3153" y="2679"/>
                    <a:pt x="2483" y="3935"/>
                    <a:pt x="2093" y="5162"/>
                  </a:cubicBezTo>
                  <a:cubicBezTo>
                    <a:pt x="1842" y="5971"/>
                    <a:pt x="1451" y="6724"/>
                    <a:pt x="1144" y="7478"/>
                  </a:cubicBezTo>
                  <a:cubicBezTo>
                    <a:pt x="865" y="8147"/>
                    <a:pt x="447" y="8566"/>
                    <a:pt x="0" y="9096"/>
                  </a:cubicBezTo>
                  <a:cubicBezTo>
                    <a:pt x="977" y="8817"/>
                    <a:pt x="1535" y="7310"/>
                    <a:pt x="1842" y="6473"/>
                  </a:cubicBezTo>
                  <a:cubicBezTo>
                    <a:pt x="2232" y="5330"/>
                    <a:pt x="2511" y="4186"/>
                    <a:pt x="3237" y="3181"/>
                  </a:cubicBezTo>
                  <a:cubicBezTo>
                    <a:pt x="3292" y="3098"/>
                    <a:pt x="3348" y="3014"/>
                    <a:pt x="3432" y="2930"/>
                  </a:cubicBezTo>
                  <a:lnTo>
                    <a:pt x="3432" y="2930"/>
                  </a:lnTo>
                  <a:cubicBezTo>
                    <a:pt x="3125" y="4018"/>
                    <a:pt x="2567" y="5051"/>
                    <a:pt x="2288" y="6166"/>
                  </a:cubicBezTo>
                  <a:cubicBezTo>
                    <a:pt x="1981" y="7366"/>
                    <a:pt x="2065" y="8677"/>
                    <a:pt x="1814" y="9905"/>
                  </a:cubicBezTo>
                  <a:cubicBezTo>
                    <a:pt x="1674" y="10575"/>
                    <a:pt x="1563" y="11412"/>
                    <a:pt x="1116" y="11997"/>
                  </a:cubicBezTo>
                  <a:cubicBezTo>
                    <a:pt x="1507" y="11774"/>
                    <a:pt x="1814" y="11021"/>
                    <a:pt x="1870" y="10630"/>
                  </a:cubicBezTo>
                  <a:cubicBezTo>
                    <a:pt x="1953" y="10017"/>
                    <a:pt x="2093" y="9570"/>
                    <a:pt x="2204" y="8956"/>
                  </a:cubicBezTo>
                  <a:cubicBezTo>
                    <a:pt x="2428" y="7757"/>
                    <a:pt x="2428" y="6445"/>
                    <a:pt x="2818" y="5274"/>
                  </a:cubicBezTo>
                  <a:cubicBezTo>
                    <a:pt x="3181" y="4214"/>
                    <a:pt x="3599" y="3209"/>
                    <a:pt x="4325" y="2316"/>
                  </a:cubicBezTo>
                  <a:cubicBezTo>
                    <a:pt x="4659" y="1898"/>
                    <a:pt x="5078" y="1507"/>
                    <a:pt x="5469" y="1145"/>
                  </a:cubicBezTo>
                  <a:cubicBezTo>
                    <a:pt x="5887" y="782"/>
                    <a:pt x="6389" y="531"/>
                    <a:pt x="6780" y="168"/>
                  </a:cubicBezTo>
                  <a:cubicBezTo>
                    <a:pt x="6836" y="112"/>
                    <a:pt x="6863" y="57"/>
                    <a:pt x="6919" y="1"/>
                  </a:cubicBezTo>
                  <a:close/>
                </a:path>
              </a:pathLst>
            </a:custGeom>
            <a:solidFill>
              <a:srgbClr val="FFD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763;p35">
              <a:extLst>
                <a:ext uri="{FF2B5EF4-FFF2-40B4-BE49-F238E27FC236}">
                  <a16:creationId xmlns:a16="http://schemas.microsoft.com/office/drawing/2014/main" id="{3768BB49-8348-195E-F058-B512B1F13659}"/>
                </a:ext>
              </a:extLst>
            </p:cNvPr>
            <p:cNvSpPr/>
            <p:nvPr/>
          </p:nvSpPr>
          <p:spPr>
            <a:xfrm>
              <a:off x="1289871" y="2452203"/>
              <a:ext cx="165517" cy="376952"/>
            </a:xfrm>
            <a:custGeom>
              <a:avLst/>
              <a:gdLst/>
              <a:ahLst/>
              <a:cxnLst/>
              <a:rect l="l" t="t" r="r" b="b"/>
              <a:pathLst>
                <a:path w="4293" h="9777" extrusionOk="0">
                  <a:moveTo>
                    <a:pt x="3840" y="1"/>
                  </a:moveTo>
                  <a:cubicBezTo>
                    <a:pt x="3696" y="1"/>
                    <a:pt x="3533" y="51"/>
                    <a:pt x="3432" y="152"/>
                  </a:cubicBezTo>
                  <a:lnTo>
                    <a:pt x="3432" y="96"/>
                  </a:lnTo>
                  <a:cubicBezTo>
                    <a:pt x="2985" y="459"/>
                    <a:pt x="2567" y="682"/>
                    <a:pt x="2232" y="1156"/>
                  </a:cubicBezTo>
                  <a:cubicBezTo>
                    <a:pt x="1897" y="1630"/>
                    <a:pt x="1674" y="2160"/>
                    <a:pt x="1479" y="2691"/>
                  </a:cubicBezTo>
                  <a:cubicBezTo>
                    <a:pt x="977" y="4058"/>
                    <a:pt x="893" y="5564"/>
                    <a:pt x="725" y="7015"/>
                  </a:cubicBezTo>
                  <a:cubicBezTo>
                    <a:pt x="614" y="8019"/>
                    <a:pt x="391" y="8856"/>
                    <a:pt x="0" y="9777"/>
                  </a:cubicBezTo>
                  <a:cubicBezTo>
                    <a:pt x="614" y="8856"/>
                    <a:pt x="1088" y="7712"/>
                    <a:pt x="1172" y="6596"/>
                  </a:cubicBezTo>
                  <a:cubicBezTo>
                    <a:pt x="1283" y="5397"/>
                    <a:pt x="1228" y="4225"/>
                    <a:pt x="1814" y="3137"/>
                  </a:cubicBezTo>
                  <a:cubicBezTo>
                    <a:pt x="2148" y="2467"/>
                    <a:pt x="2651" y="1742"/>
                    <a:pt x="3181" y="1212"/>
                  </a:cubicBezTo>
                  <a:cubicBezTo>
                    <a:pt x="3432" y="933"/>
                    <a:pt x="3766" y="710"/>
                    <a:pt x="3990" y="459"/>
                  </a:cubicBezTo>
                  <a:cubicBezTo>
                    <a:pt x="4292" y="156"/>
                    <a:pt x="4095" y="1"/>
                    <a:pt x="3840" y="1"/>
                  </a:cubicBezTo>
                  <a:close/>
                </a:path>
              </a:pathLst>
            </a:custGeom>
            <a:solidFill>
              <a:srgbClr val="FFD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764;p35">
              <a:extLst>
                <a:ext uri="{FF2B5EF4-FFF2-40B4-BE49-F238E27FC236}">
                  <a16:creationId xmlns:a16="http://schemas.microsoft.com/office/drawing/2014/main" id="{4EDFE15C-8EEE-FDD3-DF2E-E7308760A326}"/>
                </a:ext>
              </a:extLst>
            </p:cNvPr>
            <p:cNvSpPr/>
            <p:nvPr/>
          </p:nvSpPr>
          <p:spPr>
            <a:xfrm>
              <a:off x="1342577" y="2438631"/>
              <a:ext cx="174269" cy="303428"/>
            </a:xfrm>
            <a:custGeom>
              <a:avLst/>
              <a:gdLst/>
              <a:ahLst/>
              <a:cxnLst/>
              <a:rect l="l" t="t" r="r" b="b"/>
              <a:pathLst>
                <a:path w="4520" h="7870" extrusionOk="0">
                  <a:moveTo>
                    <a:pt x="443" y="2954"/>
                  </a:moveTo>
                  <a:cubicBezTo>
                    <a:pt x="435" y="2974"/>
                    <a:pt x="427" y="2994"/>
                    <a:pt x="419" y="3015"/>
                  </a:cubicBezTo>
                  <a:cubicBezTo>
                    <a:pt x="428" y="2995"/>
                    <a:pt x="436" y="2974"/>
                    <a:pt x="443" y="2954"/>
                  </a:cubicBezTo>
                  <a:close/>
                  <a:moveTo>
                    <a:pt x="3330" y="1"/>
                  </a:moveTo>
                  <a:cubicBezTo>
                    <a:pt x="2862" y="1"/>
                    <a:pt x="2389" y="80"/>
                    <a:pt x="2009" y="197"/>
                  </a:cubicBezTo>
                  <a:cubicBezTo>
                    <a:pt x="1590" y="308"/>
                    <a:pt x="447" y="699"/>
                    <a:pt x="0" y="1620"/>
                  </a:cubicBezTo>
                  <a:cubicBezTo>
                    <a:pt x="558" y="1062"/>
                    <a:pt x="1507" y="476"/>
                    <a:pt x="2176" y="364"/>
                  </a:cubicBezTo>
                  <a:lnTo>
                    <a:pt x="2176" y="364"/>
                  </a:lnTo>
                  <a:cubicBezTo>
                    <a:pt x="1646" y="476"/>
                    <a:pt x="1228" y="1006"/>
                    <a:pt x="949" y="1424"/>
                  </a:cubicBezTo>
                  <a:cubicBezTo>
                    <a:pt x="809" y="1675"/>
                    <a:pt x="670" y="1927"/>
                    <a:pt x="614" y="2178"/>
                  </a:cubicBezTo>
                  <a:cubicBezTo>
                    <a:pt x="537" y="2434"/>
                    <a:pt x="531" y="2715"/>
                    <a:pt x="443" y="2954"/>
                  </a:cubicBezTo>
                  <a:lnTo>
                    <a:pt x="443" y="2954"/>
                  </a:lnTo>
                  <a:cubicBezTo>
                    <a:pt x="829" y="2007"/>
                    <a:pt x="1302" y="1273"/>
                    <a:pt x="2176" y="699"/>
                  </a:cubicBezTo>
                  <a:lnTo>
                    <a:pt x="2176" y="699"/>
                  </a:lnTo>
                  <a:cubicBezTo>
                    <a:pt x="1618" y="1285"/>
                    <a:pt x="1339" y="2401"/>
                    <a:pt x="1228" y="3154"/>
                  </a:cubicBezTo>
                  <a:cubicBezTo>
                    <a:pt x="1088" y="4103"/>
                    <a:pt x="1116" y="5107"/>
                    <a:pt x="1172" y="6084"/>
                  </a:cubicBezTo>
                  <a:cubicBezTo>
                    <a:pt x="1200" y="6669"/>
                    <a:pt x="1200" y="7283"/>
                    <a:pt x="1200" y="7869"/>
                  </a:cubicBezTo>
                  <a:cubicBezTo>
                    <a:pt x="1507" y="7144"/>
                    <a:pt x="1395" y="4800"/>
                    <a:pt x="1423" y="4326"/>
                  </a:cubicBezTo>
                  <a:cubicBezTo>
                    <a:pt x="1423" y="3852"/>
                    <a:pt x="1451" y="2903"/>
                    <a:pt x="1562" y="2429"/>
                  </a:cubicBezTo>
                  <a:cubicBezTo>
                    <a:pt x="1730" y="1815"/>
                    <a:pt x="2037" y="1090"/>
                    <a:pt x="2651" y="755"/>
                  </a:cubicBezTo>
                  <a:cubicBezTo>
                    <a:pt x="2863" y="657"/>
                    <a:pt x="3075" y="616"/>
                    <a:pt x="3294" y="616"/>
                  </a:cubicBezTo>
                  <a:cubicBezTo>
                    <a:pt x="3448" y="616"/>
                    <a:pt x="3605" y="636"/>
                    <a:pt x="3767" y="671"/>
                  </a:cubicBezTo>
                  <a:cubicBezTo>
                    <a:pt x="3886" y="686"/>
                    <a:pt x="3957" y="717"/>
                    <a:pt x="4023" y="717"/>
                  </a:cubicBezTo>
                  <a:cubicBezTo>
                    <a:pt x="4081" y="717"/>
                    <a:pt x="4135" y="693"/>
                    <a:pt x="4213" y="615"/>
                  </a:cubicBezTo>
                  <a:cubicBezTo>
                    <a:pt x="4325" y="532"/>
                    <a:pt x="4408" y="336"/>
                    <a:pt x="4520" y="225"/>
                  </a:cubicBezTo>
                  <a:cubicBezTo>
                    <a:pt x="4175" y="66"/>
                    <a:pt x="3755" y="1"/>
                    <a:pt x="3330" y="1"/>
                  </a:cubicBezTo>
                  <a:close/>
                </a:path>
              </a:pathLst>
            </a:custGeom>
            <a:solidFill>
              <a:srgbClr val="F9C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65;p35">
              <a:extLst>
                <a:ext uri="{FF2B5EF4-FFF2-40B4-BE49-F238E27FC236}">
                  <a16:creationId xmlns:a16="http://schemas.microsoft.com/office/drawing/2014/main" id="{B76A09B7-321A-F897-ECCA-6500730EF353}"/>
                </a:ext>
              </a:extLst>
            </p:cNvPr>
            <p:cNvSpPr/>
            <p:nvPr/>
          </p:nvSpPr>
          <p:spPr>
            <a:xfrm>
              <a:off x="1248963" y="2423980"/>
              <a:ext cx="276478" cy="115858"/>
            </a:xfrm>
            <a:custGeom>
              <a:avLst/>
              <a:gdLst/>
              <a:ahLst/>
              <a:cxnLst/>
              <a:rect l="l" t="t" r="r" b="b"/>
              <a:pathLst>
                <a:path w="7171" h="3005" extrusionOk="0">
                  <a:moveTo>
                    <a:pt x="5109" y="1"/>
                  </a:moveTo>
                  <a:cubicBezTo>
                    <a:pt x="3002" y="1"/>
                    <a:pt x="1329" y="1141"/>
                    <a:pt x="1" y="3004"/>
                  </a:cubicBezTo>
                  <a:cubicBezTo>
                    <a:pt x="922" y="2055"/>
                    <a:pt x="1842" y="1079"/>
                    <a:pt x="3321" y="577"/>
                  </a:cubicBezTo>
                  <a:cubicBezTo>
                    <a:pt x="3896" y="347"/>
                    <a:pt x="4524" y="228"/>
                    <a:pt x="5161" y="228"/>
                  </a:cubicBezTo>
                  <a:cubicBezTo>
                    <a:pt x="5759" y="228"/>
                    <a:pt x="6367" y="333"/>
                    <a:pt x="6948" y="549"/>
                  </a:cubicBezTo>
                  <a:cubicBezTo>
                    <a:pt x="7087" y="465"/>
                    <a:pt x="7171" y="382"/>
                    <a:pt x="7143" y="326"/>
                  </a:cubicBezTo>
                  <a:cubicBezTo>
                    <a:pt x="6424" y="105"/>
                    <a:pt x="5746" y="1"/>
                    <a:pt x="5109" y="1"/>
                  </a:cubicBezTo>
                  <a:close/>
                </a:path>
              </a:pathLst>
            </a:custGeom>
            <a:solidFill>
              <a:srgbClr val="EDA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766;p35">
              <a:extLst>
                <a:ext uri="{FF2B5EF4-FFF2-40B4-BE49-F238E27FC236}">
                  <a16:creationId xmlns:a16="http://schemas.microsoft.com/office/drawing/2014/main" id="{B23F9D5C-A4F9-80FE-1862-5C0BF20EF10C}"/>
                </a:ext>
              </a:extLst>
            </p:cNvPr>
            <p:cNvSpPr/>
            <p:nvPr/>
          </p:nvSpPr>
          <p:spPr>
            <a:xfrm>
              <a:off x="1333092" y="2462960"/>
              <a:ext cx="166558" cy="441493"/>
            </a:xfrm>
            <a:custGeom>
              <a:avLst/>
              <a:gdLst/>
              <a:ahLst/>
              <a:cxnLst/>
              <a:rect l="l" t="t" r="r" b="b"/>
              <a:pathLst>
                <a:path w="4320" h="11451" extrusionOk="0">
                  <a:moveTo>
                    <a:pt x="4039" y="0"/>
                  </a:moveTo>
                  <a:cubicBezTo>
                    <a:pt x="1002" y="0"/>
                    <a:pt x="1978" y="4480"/>
                    <a:pt x="2060" y="6513"/>
                  </a:cubicBezTo>
                  <a:cubicBezTo>
                    <a:pt x="2115" y="7573"/>
                    <a:pt x="2087" y="8605"/>
                    <a:pt x="1836" y="9582"/>
                  </a:cubicBezTo>
                  <a:cubicBezTo>
                    <a:pt x="1753" y="10279"/>
                    <a:pt x="1613" y="10921"/>
                    <a:pt x="1390" y="11451"/>
                  </a:cubicBezTo>
                  <a:cubicBezTo>
                    <a:pt x="4015" y="9151"/>
                    <a:pt x="0" y="265"/>
                    <a:pt x="3827" y="265"/>
                  </a:cubicBezTo>
                  <a:cubicBezTo>
                    <a:pt x="3946" y="265"/>
                    <a:pt x="4073" y="273"/>
                    <a:pt x="4208" y="291"/>
                  </a:cubicBezTo>
                  <a:cubicBezTo>
                    <a:pt x="4236" y="180"/>
                    <a:pt x="4264" y="96"/>
                    <a:pt x="4319" y="12"/>
                  </a:cubicBezTo>
                  <a:cubicBezTo>
                    <a:pt x="4222" y="4"/>
                    <a:pt x="4129" y="0"/>
                    <a:pt x="4039" y="0"/>
                  </a:cubicBezTo>
                  <a:close/>
                </a:path>
              </a:pathLst>
            </a:custGeom>
            <a:solidFill>
              <a:srgbClr val="EDA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67;p35">
              <a:extLst>
                <a:ext uri="{FF2B5EF4-FFF2-40B4-BE49-F238E27FC236}">
                  <a16:creationId xmlns:a16="http://schemas.microsoft.com/office/drawing/2014/main" id="{9D34E7BB-3E4C-4564-64C0-3F809786067D}"/>
                </a:ext>
              </a:extLst>
            </p:cNvPr>
            <p:cNvSpPr/>
            <p:nvPr/>
          </p:nvSpPr>
          <p:spPr>
            <a:xfrm>
              <a:off x="2564534" y="2041735"/>
              <a:ext cx="659406" cy="179743"/>
            </a:xfrm>
            <a:custGeom>
              <a:avLst/>
              <a:gdLst/>
              <a:ahLst/>
              <a:cxnLst/>
              <a:rect l="l" t="t" r="r" b="b"/>
              <a:pathLst>
                <a:path w="17103" h="4662" extrusionOk="0">
                  <a:moveTo>
                    <a:pt x="13671" y="1"/>
                  </a:moveTo>
                  <a:cubicBezTo>
                    <a:pt x="13308" y="1"/>
                    <a:pt x="12974" y="112"/>
                    <a:pt x="12639" y="224"/>
                  </a:cubicBezTo>
                  <a:cubicBezTo>
                    <a:pt x="12524" y="257"/>
                    <a:pt x="12423" y="268"/>
                    <a:pt x="12329" y="268"/>
                  </a:cubicBezTo>
                  <a:cubicBezTo>
                    <a:pt x="12133" y="268"/>
                    <a:pt x="11962" y="220"/>
                    <a:pt x="11741" y="220"/>
                  </a:cubicBezTo>
                  <a:cubicBezTo>
                    <a:pt x="11707" y="220"/>
                    <a:pt x="11671" y="221"/>
                    <a:pt x="11634" y="224"/>
                  </a:cubicBezTo>
                  <a:cubicBezTo>
                    <a:pt x="11298" y="248"/>
                    <a:pt x="11004" y="313"/>
                    <a:pt x="10661" y="313"/>
                  </a:cubicBezTo>
                  <a:cubicBezTo>
                    <a:pt x="10606" y="313"/>
                    <a:pt x="10549" y="312"/>
                    <a:pt x="10491" y="308"/>
                  </a:cubicBezTo>
                  <a:cubicBezTo>
                    <a:pt x="10016" y="308"/>
                    <a:pt x="9793" y="419"/>
                    <a:pt x="9375" y="587"/>
                  </a:cubicBezTo>
                  <a:cubicBezTo>
                    <a:pt x="9206" y="660"/>
                    <a:pt x="9066" y="678"/>
                    <a:pt x="8935" y="678"/>
                  </a:cubicBezTo>
                  <a:cubicBezTo>
                    <a:pt x="8808" y="678"/>
                    <a:pt x="8690" y="661"/>
                    <a:pt x="8565" y="661"/>
                  </a:cubicBezTo>
                  <a:cubicBezTo>
                    <a:pt x="8478" y="661"/>
                    <a:pt x="8387" y="670"/>
                    <a:pt x="8287" y="698"/>
                  </a:cubicBezTo>
                  <a:cubicBezTo>
                    <a:pt x="7589" y="866"/>
                    <a:pt x="6892" y="1200"/>
                    <a:pt x="6194" y="1340"/>
                  </a:cubicBezTo>
                  <a:cubicBezTo>
                    <a:pt x="6097" y="1362"/>
                    <a:pt x="5997" y="1369"/>
                    <a:pt x="5897" y="1369"/>
                  </a:cubicBezTo>
                  <a:cubicBezTo>
                    <a:pt x="5765" y="1369"/>
                    <a:pt x="5633" y="1358"/>
                    <a:pt x="5500" y="1358"/>
                  </a:cubicBezTo>
                  <a:cubicBezTo>
                    <a:pt x="5358" y="1358"/>
                    <a:pt x="5216" y="1371"/>
                    <a:pt x="5078" y="1424"/>
                  </a:cubicBezTo>
                  <a:cubicBezTo>
                    <a:pt x="4771" y="1535"/>
                    <a:pt x="4409" y="1675"/>
                    <a:pt x="4102" y="1786"/>
                  </a:cubicBezTo>
                  <a:cubicBezTo>
                    <a:pt x="3460" y="2037"/>
                    <a:pt x="3320" y="1814"/>
                    <a:pt x="2707" y="2177"/>
                  </a:cubicBezTo>
                  <a:cubicBezTo>
                    <a:pt x="2428" y="2344"/>
                    <a:pt x="2260" y="2595"/>
                    <a:pt x="1926" y="2763"/>
                  </a:cubicBezTo>
                  <a:cubicBezTo>
                    <a:pt x="1507" y="2986"/>
                    <a:pt x="1228" y="2819"/>
                    <a:pt x="865" y="2958"/>
                  </a:cubicBezTo>
                  <a:cubicBezTo>
                    <a:pt x="475" y="3070"/>
                    <a:pt x="1" y="3349"/>
                    <a:pt x="28" y="3879"/>
                  </a:cubicBezTo>
                  <a:cubicBezTo>
                    <a:pt x="28" y="4296"/>
                    <a:pt x="167" y="4662"/>
                    <a:pt x="376" y="4662"/>
                  </a:cubicBezTo>
                  <a:cubicBezTo>
                    <a:pt x="432" y="4662"/>
                    <a:pt x="493" y="4635"/>
                    <a:pt x="558" y="4576"/>
                  </a:cubicBezTo>
                  <a:lnTo>
                    <a:pt x="531" y="4576"/>
                  </a:lnTo>
                  <a:lnTo>
                    <a:pt x="558" y="4492"/>
                  </a:lnTo>
                  <a:cubicBezTo>
                    <a:pt x="810" y="4297"/>
                    <a:pt x="1256" y="4325"/>
                    <a:pt x="1535" y="4241"/>
                  </a:cubicBezTo>
                  <a:cubicBezTo>
                    <a:pt x="1870" y="4158"/>
                    <a:pt x="2177" y="4018"/>
                    <a:pt x="2511" y="3851"/>
                  </a:cubicBezTo>
                  <a:cubicBezTo>
                    <a:pt x="3125" y="3572"/>
                    <a:pt x="3739" y="3181"/>
                    <a:pt x="4409" y="2958"/>
                  </a:cubicBezTo>
                  <a:cubicBezTo>
                    <a:pt x="5106" y="2707"/>
                    <a:pt x="5887" y="2595"/>
                    <a:pt x="6613" y="2456"/>
                  </a:cubicBezTo>
                  <a:cubicBezTo>
                    <a:pt x="7310" y="2316"/>
                    <a:pt x="7980" y="2065"/>
                    <a:pt x="8677" y="1898"/>
                  </a:cubicBezTo>
                  <a:cubicBezTo>
                    <a:pt x="10128" y="1535"/>
                    <a:pt x="11718" y="1703"/>
                    <a:pt x="13253" y="1563"/>
                  </a:cubicBezTo>
                  <a:cubicBezTo>
                    <a:pt x="13384" y="1553"/>
                    <a:pt x="13523" y="1549"/>
                    <a:pt x="13665" y="1549"/>
                  </a:cubicBezTo>
                  <a:cubicBezTo>
                    <a:pt x="13968" y="1549"/>
                    <a:pt x="14290" y="1565"/>
                    <a:pt x="14603" y="1565"/>
                  </a:cubicBezTo>
                  <a:cubicBezTo>
                    <a:pt x="14925" y="1565"/>
                    <a:pt x="15237" y="1548"/>
                    <a:pt x="15512" y="1479"/>
                  </a:cubicBezTo>
                  <a:cubicBezTo>
                    <a:pt x="15791" y="1424"/>
                    <a:pt x="16070" y="1173"/>
                    <a:pt x="16294" y="1033"/>
                  </a:cubicBezTo>
                  <a:cubicBezTo>
                    <a:pt x="16545" y="894"/>
                    <a:pt x="16907" y="810"/>
                    <a:pt x="17103" y="587"/>
                  </a:cubicBezTo>
                  <a:cubicBezTo>
                    <a:pt x="16907" y="336"/>
                    <a:pt x="16294" y="280"/>
                    <a:pt x="16015" y="196"/>
                  </a:cubicBezTo>
                  <a:cubicBezTo>
                    <a:pt x="15840" y="145"/>
                    <a:pt x="15677" y="127"/>
                    <a:pt x="15516" y="127"/>
                  </a:cubicBezTo>
                  <a:cubicBezTo>
                    <a:pt x="15241" y="127"/>
                    <a:pt x="14975" y="178"/>
                    <a:pt x="14675" y="196"/>
                  </a:cubicBezTo>
                  <a:cubicBezTo>
                    <a:pt x="14341" y="196"/>
                    <a:pt x="14062" y="1"/>
                    <a:pt x="13671" y="1"/>
                  </a:cubicBezTo>
                  <a:close/>
                </a:path>
              </a:pathLst>
            </a:custGeom>
            <a:solidFill>
              <a:srgbClr val="FFD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68;p35">
              <a:extLst>
                <a:ext uri="{FF2B5EF4-FFF2-40B4-BE49-F238E27FC236}">
                  <a16:creationId xmlns:a16="http://schemas.microsoft.com/office/drawing/2014/main" id="{61EAEFF8-A13C-9490-4CE2-F92A4D729BF0}"/>
                </a:ext>
              </a:extLst>
            </p:cNvPr>
            <p:cNvSpPr/>
            <p:nvPr/>
          </p:nvSpPr>
          <p:spPr>
            <a:xfrm>
              <a:off x="2554857" y="2050333"/>
              <a:ext cx="669083" cy="172765"/>
            </a:xfrm>
            <a:custGeom>
              <a:avLst/>
              <a:gdLst/>
              <a:ahLst/>
              <a:cxnLst/>
              <a:rect l="l" t="t" r="r" b="b"/>
              <a:pathLst>
                <a:path w="17354" h="4481" extrusionOk="0">
                  <a:moveTo>
                    <a:pt x="16349" y="1"/>
                  </a:moveTo>
                  <a:cubicBezTo>
                    <a:pt x="16228" y="323"/>
                    <a:pt x="15817" y="689"/>
                    <a:pt x="15408" y="689"/>
                  </a:cubicBezTo>
                  <a:cubicBezTo>
                    <a:pt x="15251" y="689"/>
                    <a:pt x="15094" y="635"/>
                    <a:pt x="14954" y="503"/>
                  </a:cubicBezTo>
                  <a:cubicBezTo>
                    <a:pt x="14834" y="570"/>
                    <a:pt x="14713" y="611"/>
                    <a:pt x="14614" y="611"/>
                  </a:cubicBezTo>
                  <a:cubicBezTo>
                    <a:pt x="14507" y="611"/>
                    <a:pt x="14425" y="563"/>
                    <a:pt x="14396" y="447"/>
                  </a:cubicBezTo>
                  <a:lnTo>
                    <a:pt x="14285" y="475"/>
                  </a:lnTo>
                  <a:cubicBezTo>
                    <a:pt x="14229" y="475"/>
                    <a:pt x="14173" y="419"/>
                    <a:pt x="14173" y="364"/>
                  </a:cubicBezTo>
                  <a:cubicBezTo>
                    <a:pt x="14145" y="308"/>
                    <a:pt x="14117" y="280"/>
                    <a:pt x="14117" y="224"/>
                  </a:cubicBezTo>
                  <a:cubicBezTo>
                    <a:pt x="14056" y="242"/>
                    <a:pt x="14002" y="251"/>
                    <a:pt x="13955" y="251"/>
                  </a:cubicBezTo>
                  <a:cubicBezTo>
                    <a:pt x="13854" y="251"/>
                    <a:pt x="13784" y="208"/>
                    <a:pt x="13727" y="113"/>
                  </a:cubicBezTo>
                  <a:cubicBezTo>
                    <a:pt x="13504" y="336"/>
                    <a:pt x="13280" y="531"/>
                    <a:pt x="12946" y="643"/>
                  </a:cubicBezTo>
                  <a:cubicBezTo>
                    <a:pt x="12934" y="646"/>
                    <a:pt x="12923" y="648"/>
                    <a:pt x="12912" y="648"/>
                  </a:cubicBezTo>
                  <a:cubicBezTo>
                    <a:pt x="12841" y="648"/>
                    <a:pt x="12778" y="576"/>
                    <a:pt x="12778" y="503"/>
                  </a:cubicBezTo>
                  <a:lnTo>
                    <a:pt x="12750" y="419"/>
                  </a:lnTo>
                  <a:cubicBezTo>
                    <a:pt x="12694" y="447"/>
                    <a:pt x="12639" y="475"/>
                    <a:pt x="12471" y="531"/>
                  </a:cubicBezTo>
                  <a:cubicBezTo>
                    <a:pt x="12443" y="545"/>
                    <a:pt x="12416" y="552"/>
                    <a:pt x="12388" y="552"/>
                  </a:cubicBezTo>
                  <a:cubicBezTo>
                    <a:pt x="12360" y="552"/>
                    <a:pt x="12332" y="545"/>
                    <a:pt x="12304" y="531"/>
                  </a:cubicBezTo>
                  <a:lnTo>
                    <a:pt x="12276" y="475"/>
                  </a:lnTo>
                  <a:cubicBezTo>
                    <a:pt x="12101" y="607"/>
                    <a:pt x="11926" y="652"/>
                    <a:pt x="11710" y="652"/>
                  </a:cubicBezTo>
                  <a:cubicBezTo>
                    <a:pt x="11651" y="652"/>
                    <a:pt x="11589" y="649"/>
                    <a:pt x="11523" y="643"/>
                  </a:cubicBezTo>
                  <a:cubicBezTo>
                    <a:pt x="11411" y="615"/>
                    <a:pt x="11216" y="615"/>
                    <a:pt x="11132" y="559"/>
                  </a:cubicBezTo>
                  <a:cubicBezTo>
                    <a:pt x="11075" y="516"/>
                    <a:pt x="11021" y="499"/>
                    <a:pt x="10970" y="499"/>
                  </a:cubicBezTo>
                  <a:cubicBezTo>
                    <a:pt x="10821" y="499"/>
                    <a:pt x="10691" y="643"/>
                    <a:pt x="10546" y="726"/>
                  </a:cubicBezTo>
                  <a:cubicBezTo>
                    <a:pt x="10211" y="894"/>
                    <a:pt x="9877" y="698"/>
                    <a:pt x="9570" y="1005"/>
                  </a:cubicBezTo>
                  <a:cubicBezTo>
                    <a:pt x="9463" y="1091"/>
                    <a:pt x="9357" y="1127"/>
                    <a:pt x="9238" y="1127"/>
                  </a:cubicBezTo>
                  <a:cubicBezTo>
                    <a:pt x="9201" y="1127"/>
                    <a:pt x="9163" y="1123"/>
                    <a:pt x="9123" y="1117"/>
                  </a:cubicBezTo>
                  <a:cubicBezTo>
                    <a:pt x="8928" y="1061"/>
                    <a:pt x="8733" y="1033"/>
                    <a:pt x="8538" y="977"/>
                  </a:cubicBezTo>
                  <a:cubicBezTo>
                    <a:pt x="8525" y="975"/>
                    <a:pt x="8514" y="974"/>
                    <a:pt x="8503" y="974"/>
                  </a:cubicBezTo>
                  <a:cubicBezTo>
                    <a:pt x="8392" y="974"/>
                    <a:pt x="8360" y="1099"/>
                    <a:pt x="8259" y="1201"/>
                  </a:cubicBezTo>
                  <a:cubicBezTo>
                    <a:pt x="8168" y="1309"/>
                    <a:pt x="7983" y="1383"/>
                    <a:pt x="7819" y="1383"/>
                  </a:cubicBezTo>
                  <a:cubicBezTo>
                    <a:pt x="7731" y="1383"/>
                    <a:pt x="7648" y="1361"/>
                    <a:pt x="7589" y="1312"/>
                  </a:cubicBezTo>
                  <a:cubicBezTo>
                    <a:pt x="7554" y="1289"/>
                    <a:pt x="7506" y="1278"/>
                    <a:pt x="7450" y="1278"/>
                  </a:cubicBezTo>
                  <a:cubicBezTo>
                    <a:pt x="7109" y="1278"/>
                    <a:pt x="6457" y="1659"/>
                    <a:pt x="6361" y="1731"/>
                  </a:cubicBezTo>
                  <a:cubicBezTo>
                    <a:pt x="6166" y="1954"/>
                    <a:pt x="5971" y="2121"/>
                    <a:pt x="5664" y="2177"/>
                  </a:cubicBezTo>
                  <a:cubicBezTo>
                    <a:pt x="5580" y="2177"/>
                    <a:pt x="5552" y="2177"/>
                    <a:pt x="5497" y="2093"/>
                  </a:cubicBezTo>
                  <a:lnTo>
                    <a:pt x="5469" y="2065"/>
                  </a:lnTo>
                  <a:cubicBezTo>
                    <a:pt x="5320" y="2140"/>
                    <a:pt x="5167" y="2186"/>
                    <a:pt x="5036" y="2186"/>
                  </a:cubicBezTo>
                  <a:cubicBezTo>
                    <a:pt x="4873" y="2186"/>
                    <a:pt x="4746" y="2112"/>
                    <a:pt x="4715" y="1926"/>
                  </a:cubicBezTo>
                  <a:cubicBezTo>
                    <a:pt x="4459" y="2097"/>
                    <a:pt x="4218" y="2252"/>
                    <a:pt x="3944" y="2252"/>
                  </a:cubicBezTo>
                  <a:cubicBezTo>
                    <a:pt x="3861" y="2252"/>
                    <a:pt x="3774" y="2238"/>
                    <a:pt x="3683" y="2205"/>
                  </a:cubicBezTo>
                  <a:cubicBezTo>
                    <a:pt x="3516" y="2484"/>
                    <a:pt x="3237" y="2484"/>
                    <a:pt x="2986" y="2735"/>
                  </a:cubicBezTo>
                  <a:cubicBezTo>
                    <a:pt x="2595" y="3098"/>
                    <a:pt x="1981" y="3098"/>
                    <a:pt x="1507" y="3265"/>
                  </a:cubicBezTo>
                  <a:cubicBezTo>
                    <a:pt x="1491" y="3273"/>
                    <a:pt x="1474" y="3277"/>
                    <a:pt x="1459" y="3277"/>
                  </a:cubicBezTo>
                  <a:cubicBezTo>
                    <a:pt x="1421" y="3277"/>
                    <a:pt x="1387" y="3257"/>
                    <a:pt x="1367" y="3237"/>
                  </a:cubicBezTo>
                  <a:cubicBezTo>
                    <a:pt x="1174" y="3382"/>
                    <a:pt x="918" y="3527"/>
                    <a:pt x="690" y="3527"/>
                  </a:cubicBezTo>
                  <a:cubicBezTo>
                    <a:pt x="655" y="3527"/>
                    <a:pt x="620" y="3524"/>
                    <a:pt x="586" y="3516"/>
                  </a:cubicBezTo>
                  <a:cubicBezTo>
                    <a:pt x="335" y="3460"/>
                    <a:pt x="503" y="3154"/>
                    <a:pt x="614" y="2986"/>
                  </a:cubicBezTo>
                  <a:lnTo>
                    <a:pt x="614" y="2986"/>
                  </a:lnTo>
                  <a:cubicBezTo>
                    <a:pt x="447" y="3070"/>
                    <a:pt x="0" y="3544"/>
                    <a:pt x="28" y="3907"/>
                  </a:cubicBezTo>
                  <a:cubicBezTo>
                    <a:pt x="67" y="4274"/>
                    <a:pt x="279" y="4480"/>
                    <a:pt x="508" y="4480"/>
                  </a:cubicBezTo>
                  <a:cubicBezTo>
                    <a:pt x="610" y="4480"/>
                    <a:pt x="715" y="4439"/>
                    <a:pt x="809" y="4353"/>
                  </a:cubicBezTo>
                  <a:lnTo>
                    <a:pt x="782" y="4353"/>
                  </a:lnTo>
                  <a:lnTo>
                    <a:pt x="809" y="4269"/>
                  </a:lnTo>
                  <a:cubicBezTo>
                    <a:pt x="1061" y="4074"/>
                    <a:pt x="1507" y="4102"/>
                    <a:pt x="1786" y="4018"/>
                  </a:cubicBezTo>
                  <a:cubicBezTo>
                    <a:pt x="2121" y="3935"/>
                    <a:pt x="2428" y="3795"/>
                    <a:pt x="2762" y="3628"/>
                  </a:cubicBezTo>
                  <a:cubicBezTo>
                    <a:pt x="3376" y="3349"/>
                    <a:pt x="3990" y="2958"/>
                    <a:pt x="4660" y="2735"/>
                  </a:cubicBezTo>
                  <a:cubicBezTo>
                    <a:pt x="5357" y="2484"/>
                    <a:pt x="6138" y="2372"/>
                    <a:pt x="6864" y="2233"/>
                  </a:cubicBezTo>
                  <a:cubicBezTo>
                    <a:pt x="7561" y="2093"/>
                    <a:pt x="8231" y="1842"/>
                    <a:pt x="8928" y="1675"/>
                  </a:cubicBezTo>
                  <a:cubicBezTo>
                    <a:pt x="10379" y="1312"/>
                    <a:pt x="11969" y="1480"/>
                    <a:pt x="13504" y="1340"/>
                  </a:cubicBezTo>
                  <a:cubicBezTo>
                    <a:pt x="13635" y="1330"/>
                    <a:pt x="13774" y="1326"/>
                    <a:pt x="13916" y="1326"/>
                  </a:cubicBezTo>
                  <a:cubicBezTo>
                    <a:pt x="14219" y="1326"/>
                    <a:pt x="14541" y="1342"/>
                    <a:pt x="14854" y="1342"/>
                  </a:cubicBezTo>
                  <a:cubicBezTo>
                    <a:pt x="15176" y="1342"/>
                    <a:pt x="15488" y="1325"/>
                    <a:pt x="15763" y="1256"/>
                  </a:cubicBezTo>
                  <a:cubicBezTo>
                    <a:pt x="16042" y="1201"/>
                    <a:pt x="16321" y="950"/>
                    <a:pt x="16545" y="810"/>
                  </a:cubicBezTo>
                  <a:cubicBezTo>
                    <a:pt x="16796" y="671"/>
                    <a:pt x="17158" y="587"/>
                    <a:pt x="17354" y="364"/>
                  </a:cubicBezTo>
                  <a:cubicBezTo>
                    <a:pt x="17158" y="140"/>
                    <a:pt x="16628" y="57"/>
                    <a:pt x="16349" y="1"/>
                  </a:cubicBezTo>
                  <a:close/>
                </a:path>
              </a:pathLst>
            </a:custGeom>
            <a:solidFill>
              <a:srgbClr val="EDA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769;p35">
              <a:extLst>
                <a:ext uri="{FF2B5EF4-FFF2-40B4-BE49-F238E27FC236}">
                  <a16:creationId xmlns:a16="http://schemas.microsoft.com/office/drawing/2014/main" id="{65F52955-9525-DB34-DB47-1951B0755321}"/>
                </a:ext>
              </a:extLst>
            </p:cNvPr>
            <p:cNvSpPr/>
            <p:nvPr/>
          </p:nvSpPr>
          <p:spPr>
            <a:xfrm>
              <a:off x="2619399" y="2145027"/>
              <a:ext cx="22632" cy="50584"/>
            </a:xfrm>
            <a:custGeom>
              <a:avLst/>
              <a:gdLst/>
              <a:ahLst/>
              <a:cxnLst/>
              <a:rect l="l" t="t" r="r" b="b"/>
              <a:pathLst>
                <a:path w="587" h="1312" extrusionOk="0">
                  <a:moveTo>
                    <a:pt x="586" y="0"/>
                  </a:moveTo>
                  <a:lnTo>
                    <a:pt x="586" y="0"/>
                  </a:lnTo>
                  <a:cubicBezTo>
                    <a:pt x="335" y="56"/>
                    <a:pt x="112" y="279"/>
                    <a:pt x="56" y="558"/>
                  </a:cubicBezTo>
                  <a:cubicBezTo>
                    <a:pt x="0" y="837"/>
                    <a:pt x="112" y="1144"/>
                    <a:pt x="307" y="1311"/>
                  </a:cubicBezTo>
                  <a:cubicBezTo>
                    <a:pt x="307" y="1032"/>
                    <a:pt x="279" y="809"/>
                    <a:pt x="335" y="614"/>
                  </a:cubicBezTo>
                  <a:cubicBezTo>
                    <a:pt x="363" y="419"/>
                    <a:pt x="475" y="223"/>
                    <a:pt x="586" y="0"/>
                  </a:cubicBezTo>
                  <a:close/>
                </a:path>
              </a:pathLst>
            </a:custGeom>
            <a:solidFill>
              <a:srgbClr val="E24D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770;p35">
              <a:extLst>
                <a:ext uri="{FF2B5EF4-FFF2-40B4-BE49-F238E27FC236}">
                  <a16:creationId xmlns:a16="http://schemas.microsoft.com/office/drawing/2014/main" id="{2E9D11C9-E727-E41E-AD90-D65DBF13BEA1}"/>
                </a:ext>
              </a:extLst>
            </p:cNvPr>
            <p:cNvSpPr/>
            <p:nvPr/>
          </p:nvSpPr>
          <p:spPr>
            <a:xfrm>
              <a:off x="2700059" y="2110596"/>
              <a:ext cx="22632" cy="50584"/>
            </a:xfrm>
            <a:custGeom>
              <a:avLst/>
              <a:gdLst/>
              <a:ahLst/>
              <a:cxnLst/>
              <a:rect l="l" t="t" r="r" b="b"/>
              <a:pathLst>
                <a:path w="587" h="1312" extrusionOk="0">
                  <a:moveTo>
                    <a:pt x="587" y="0"/>
                  </a:moveTo>
                  <a:lnTo>
                    <a:pt x="587" y="0"/>
                  </a:lnTo>
                  <a:cubicBezTo>
                    <a:pt x="336" y="56"/>
                    <a:pt x="112" y="279"/>
                    <a:pt x="57" y="558"/>
                  </a:cubicBezTo>
                  <a:cubicBezTo>
                    <a:pt x="1" y="837"/>
                    <a:pt x="112" y="1144"/>
                    <a:pt x="308" y="1312"/>
                  </a:cubicBezTo>
                  <a:cubicBezTo>
                    <a:pt x="308" y="1033"/>
                    <a:pt x="280" y="809"/>
                    <a:pt x="336" y="614"/>
                  </a:cubicBezTo>
                  <a:cubicBezTo>
                    <a:pt x="363" y="419"/>
                    <a:pt x="475" y="223"/>
                    <a:pt x="587" y="0"/>
                  </a:cubicBezTo>
                  <a:close/>
                </a:path>
              </a:pathLst>
            </a:custGeom>
            <a:solidFill>
              <a:srgbClr val="E24D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771;p35">
              <a:extLst>
                <a:ext uri="{FF2B5EF4-FFF2-40B4-BE49-F238E27FC236}">
                  <a16:creationId xmlns:a16="http://schemas.microsoft.com/office/drawing/2014/main" id="{13C9571E-18CB-BCF1-4844-D7D62F609B98}"/>
                </a:ext>
              </a:extLst>
            </p:cNvPr>
            <p:cNvSpPr/>
            <p:nvPr/>
          </p:nvSpPr>
          <p:spPr>
            <a:xfrm>
              <a:off x="2788275" y="2090161"/>
              <a:ext cx="22632" cy="50584"/>
            </a:xfrm>
            <a:custGeom>
              <a:avLst/>
              <a:gdLst/>
              <a:ahLst/>
              <a:cxnLst/>
              <a:rect l="l" t="t" r="r" b="b"/>
              <a:pathLst>
                <a:path w="587" h="1312" extrusionOk="0">
                  <a:moveTo>
                    <a:pt x="586" y="0"/>
                  </a:moveTo>
                  <a:lnTo>
                    <a:pt x="586" y="0"/>
                  </a:lnTo>
                  <a:cubicBezTo>
                    <a:pt x="335" y="56"/>
                    <a:pt x="112" y="279"/>
                    <a:pt x="56" y="558"/>
                  </a:cubicBezTo>
                  <a:cubicBezTo>
                    <a:pt x="1" y="837"/>
                    <a:pt x="112" y="1144"/>
                    <a:pt x="307" y="1311"/>
                  </a:cubicBezTo>
                  <a:cubicBezTo>
                    <a:pt x="307" y="1032"/>
                    <a:pt x="280" y="809"/>
                    <a:pt x="335" y="614"/>
                  </a:cubicBezTo>
                  <a:cubicBezTo>
                    <a:pt x="363" y="419"/>
                    <a:pt x="447" y="223"/>
                    <a:pt x="586" y="0"/>
                  </a:cubicBezTo>
                  <a:close/>
                </a:path>
              </a:pathLst>
            </a:custGeom>
            <a:solidFill>
              <a:srgbClr val="E24D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772;p35">
              <a:extLst>
                <a:ext uri="{FF2B5EF4-FFF2-40B4-BE49-F238E27FC236}">
                  <a16:creationId xmlns:a16="http://schemas.microsoft.com/office/drawing/2014/main" id="{00805955-4E56-7261-6C56-B1ABB30E1A4F}"/>
                </a:ext>
              </a:extLst>
            </p:cNvPr>
            <p:cNvSpPr/>
            <p:nvPr/>
          </p:nvSpPr>
          <p:spPr>
            <a:xfrm>
              <a:off x="2891528" y="2066488"/>
              <a:ext cx="22632" cy="50584"/>
            </a:xfrm>
            <a:custGeom>
              <a:avLst/>
              <a:gdLst/>
              <a:ahLst/>
              <a:cxnLst/>
              <a:rect l="l" t="t" r="r" b="b"/>
              <a:pathLst>
                <a:path w="587" h="1312" extrusionOk="0">
                  <a:moveTo>
                    <a:pt x="587" y="0"/>
                  </a:moveTo>
                  <a:cubicBezTo>
                    <a:pt x="336" y="84"/>
                    <a:pt x="112" y="307"/>
                    <a:pt x="57" y="586"/>
                  </a:cubicBezTo>
                  <a:cubicBezTo>
                    <a:pt x="1" y="865"/>
                    <a:pt x="112" y="1144"/>
                    <a:pt x="308" y="1312"/>
                  </a:cubicBezTo>
                  <a:cubicBezTo>
                    <a:pt x="308" y="1061"/>
                    <a:pt x="280" y="837"/>
                    <a:pt x="336" y="642"/>
                  </a:cubicBezTo>
                  <a:cubicBezTo>
                    <a:pt x="364" y="447"/>
                    <a:pt x="475" y="252"/>
                    <a:pt x="587" y="0"/>
                  </a:cubicBezTo>
                  <a:close/>
                </a:path>
              </a:pathLst>
            </a:custGeom>
            <a:solidFill>
              <a:srgbClr val="E24D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773;p35">
              <a:extLst>
                <a:ext uri="{FF2B5EF4-FFF2-40B4-BE49-F238E27FC236}">
                  <a16:creationId xmlns:a16="http://schemas.microsoft.com/office/drawing/2014/main" id="{A89A661E-7390-61A3-8AD2-1D3FF3A6EF30}"/>
                </a:ext>
              </a:extLst>
            </p:cNvPr>
            <p:cNvSpPr/>
            <p:nvPr/>
          </p:nvSpPr>
          <p:spPr>
            <a:xfrm>
              <a:off x="2988342" y="2050333"/>
              <a:ext cx="22632" cy="50623"/>
            </a:xfrm>
            <a:custGeom>
              <a:avLst/>
              <a:gdLst/>
              <a:ahLst/>
              <a:cxnLst/>
              <a:rect l="l" t="t" r="r" b="b"/>
              <a:pathLst>
                <a:path w="587" h="1313" extrusionOk="0">
                  <a:moveTo>
                    <a:pt x="587" y="1"/>
                  </a:moveTo>
                  <a:cubicBezTo>
                    <a:pt x="336" y="57"/>
                    <a:pt x="112" y="280"/>
                    <a:pt x="57" y="559"/>
                  </a:cubicBezTo>
                  <a:cubicBezTo>
                    <a:pt x="1" y="838"/>
                    <a:pt x="112" y="1117"/>
                    <a:pt x="308" y="1312"/>
                  </a:cubicBezTo>
                  <a:cubicBezTo>
                    <a:pt x="308" y="1033"/>
                    <a:pt x="280" y="810"/>
                    <a:pt x="336" y="615"/>
                  </a:cubicBezTo>
                  <a:cubicBezTo>
                    <a:pt x="363" y="419"/>
                    <a:pt x="475" y="224"/>
                    <a:pt x="587" y="1"/>
                  </a:cubicBezTo>
                  <a:close/>
                </a:path>
              </a:pathLst>
            </a:custGeom>
            <a:solidFill>
              <a:srgbClr val="E24D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74;p35">
              <a:extLst>
                <a:ext uri="{FF2B5EF4-FFF2-40B4-BE49-F238E27FC236}">
                  <a16:creationId xmlns:a16="http://schemas.microsoft.com/office/drawing/2014/main" id="{750C8A7B-FB12-1C29-78EE-D88F334877BA}"/>
                </a:ext>
              </a:extLst>
            </p:cNvPr>
            <p:cNvSpPr/>
            <p:nvPr/>
          </p:nvSpPr>
          <p:spPr>
            <a:xfrm>
              <a:off x="3098073" y="2048212"/>
              <a:ext cx="22632" cy="50584"/>
            </a:xfrm>
            <a:custGeom>
              <a:avLst/>
              <a:gdLst/>
              <a:ahLst/>
              <a:cxnLst/>
              <a:rect l="l" t="t" r="r" b="b"/>
              <a:pathLst>
                <a:path w="587" h="1312" extrusionOk="0">
                  <a:moveTo>
                    <a:pt x="586" y="0"/>
                  </a:moveTo>
                  <a:cubicBezTo>
                    <a:pt x="307" y="56"/>
                    <a:pt x="112" y="279"/>
                    <a:pt x="56" y="558"/>
                  </a:cubicBezTo>
                  <a:cubicBezTo>
                    <a:pt x="0" y="865"/>
                    <a:pt x="84" y="1144"/>
                    <a:pt x="307" y="1311"/>
                  </a:cubicBezTo>
                  <a:cubicBezTo>
                    <a:pt x="307" y="1032"/>
                    <a:pt x="279" y="837"/>
                    <a:pt x="335" y="614"/>
                  </a:cubicBezTo>
                  <a:cubicBezTo>
                    <a:pt x="363" y="419"/>
                    <a:pt x="447" y="223"/>
                    <a:pt x="586" y="0"/>
                  </a:cubicBezTo>
                  <a:close/>
                </a:path>
              </a:pathLst>
            </a:custGeom>
            <a:solidFill>
              <a:srgbClr val="E24D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75;p35">
              <a:extLst>
                <a:ext uri="{FF2B5EF4-FFF2-40B4-BE49-F238E27FC236}">
                  <a16:creationId xmlns:a16="http://schemas.microsoft.com/office/drawing/2014/main" id="{C7EF1DF6-BFF8-6EE5-AB62-65632CC68C4E}"/>
                </a:ext>
              </a:extLst>
            </p:cNvPr>
            <p:cNvSpPr/>
            <p:nvPr/>
          </p:nvSpPr>
          <p:spPr>
            <a:xfrm>
              <a:off x="3262669" y="2025619"/>
              <a:ext cx="80696" cy="96850"/>
            </a:xfrm>
            <a:custGeom>
              <a:avLst/>
              <a:gdLst/>
              <a:ahLst/>
              <a:cxnLst/>
              <a:rect l="l" t="t" r="r" b="b"/>
              <a:pathLst>
                <a:path w="2093" h="2512" extrusionOk="0">
                  <a:moveTo>
                    <a:pt x="2092" y="0"/>
                  </a:moveTo>
                  <a:lnTo>
                    <a:pt x="2065" y="28"/>
                  </a:lnTo>
                  <a:cubicBezTo>
                    <a:pt x="2063" y="39"/>
                    <a:pt x="2062" y="50"/>
                    <a:pt x="2060" y="60"/>
                  </a:cubicBezTo>
                  <a:lnTo>
                    <a:pt x="2060" y="60"/>
                  </a:lnTo>
                  <a:cubicBezTo>
                    <a:pt x="2071" y="41"/>
                    <a:pt x="2082" y="21"/>
                    <a:pt x="2092" y="0"/>
                  </a:cubicBezTo>
                  <a:close/>
                  <a:moveTo>
                    <a:pt x="2060" y="60"/>
                  </a:moveTo>
                  <a:lnTo>
                    <a:pt x="2060" y="60"/>
                  </a:lnTo>
                  <a:cubicBezTo>
                    <a:pt x="1637" y="786"/>
                    <a:pt x="435" y="888"/>
                    <a:pt x="0" y="1730"/>
                  </a:cubicBezTo>
                  <a:cubicBezTo>
                    <a:pt x="167" y="2009"/>
                    <a:pt x="418" y="2232"/>
                    <a:pt x="558" y="2511"/>
                  </a:cubicBezTo>
                  <a:cubicBezTo>
                    <a:pt x="865" y="2344"/>
                    <a:pt x="1088" y="1423"/>
                    <a:pt x="1311" y="1088"/>
                  </a:cubicBezTo>
                  <a:cubicBezTo>
                    <a:pt x="1529" y="734"/>
                    <a:pt x="1987" y="513"/>
                    <a:pt x="2060" y="60"/>
                  </a:cubicBezTo>
                  <a:close/>
                </a:path>
              </a:pathLst>
            </a:custGeom>
            <a:solidFill>
              <a:srgbClr val="D192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76;p35">
              <a:extLst>
                <a:ext uri="{FF2B5EF4-FFF2-40B4-BE49-F238E27FC236}">
                  <a16:creationId xmlns:a16="http://schemas.microsoft.com/office/drawing/2014/main" id="{FCD5F32D-8FCC-C9F5-14E5-96CEC8217C33}"/>
                </a:ext>
              </a:extLst>
            </p:cNvPr>
            <p:cNvSpPr/>
            <p:nvPr/>
          </p:nvSpPr>
          <p:spPr>
            <a:xfrm>
              <a:off x="3285224" y="1990108"/>
              <a:ext cx="87173" cy="151714"/>
            </a:xfrm>
            <a:custGeom>
              <a:avLst/>
              <a:gdLst/>
              <a:ahLst/>
              <a:cxnLst/>
              <a:rect l="l" t="t" r="r" b="b"/>
              <a:pathLst>
                <a:path w="2261" h="3935" extrusionOk="0">
                  <a:moveTo>
                    <a:pt x="1982" y="1"/>
                  </a:moveTo>
                  <a:lnTo>
                    <a:pt x="1982" y="1"/>
                  </a:lnTo>
                  <a:cubicBezTo>
                    <a:pt x="1759" y="335"/>
                    <a:pt x="1619" y="670"/>
                    <a:pt x="1340" y="977"/>
                  </a:cubicBezTo>
                  <a:cubicBezTo>
                    <a:pt x="1061" y="1284"/>
                    <a:pt x="782" y="1507"/>
                    <a:pt x="587" y="1870"/>
                  </a:cubicBezTo>
                  <a:cubicBezTo>
                    <a:pt x="419" y="2205"/>
                    <a:pt x="168" y="2651"/>
                    <a:pt x="85" y="3042"/>
                  </a:cubicBezTo>
                  <a:cubicBezTo>
                    <a:pt x="1" y="3516"/>
                    <a:pt x="336" y="3683"/>
                    <a:pt x="447" y="3934"/>
                  </a:cubicBezTo>
                  <a:lnTo>
                    <a:pt x="503" y="3795"/>
                  </a:lnTo>
                  <a:cubicBezTo>
                    <a:pt x="643" y="3069"/>
                    <a:pt x="1368" y="2623"/>
                    <a:pt x="1759" y="2037"/>
                  </a:cubicBezTo>
                  <a:cubicBezTo>
                    <a:pt x="2177" y="1451"/>
                    <a:pt x="2261" y="670"/>
                    <a:pt x="1982" y="1"/>
                  </a:cubicBezTo>
                  <a:close/>
                </a:path>
              </a:pathLst>
            </a:custGeom>
            <a:solidFill>
              <a:srgbClr val="AD71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77;p35">
              <a:extLst>
                <a:ext uri="{FF2B5EF4-FFF2-40B4-BE49-F238E27FC236}">
                  <a16:creationId xmlns:a16="http://schemas.microsoft.com/office/drawing/2014/main" id="{3C1E4D6D-14DB-31DF-3E59-6094FCE1FE5B}"/>
                </a:ext>
              </a:extLst>
            </p:cNvPr>
            <p:cNvSpPr/>
            <p:nvPr/>
          </p:nvSpPr>
          <p:spPr>
            <a:xfrm>
              <a:off x="3218561" y="2064213"/>
              <a:ext cx="134480" cy="64695"/>
            </a:xfrm>
            <a:custGeom>
              <a:avLst/>
              <a:gdLst/>
              <a:ahLst/>
              <a:cxnLst/>
              <a:rect l="l" t="t" r="r" b="b"/>
              <a:pathLst>
                <a:path w="3488" h="1678" extrusionOk="0">
                  <a:moveTo>
                    <a:pt x="774" y="1"/>
                  </a:moveTo>
                  <a:cubicBezTo>
                    <a:pt x="747" y="1"/>
                    <a:pt x="722" y="2"/>
                    <a:pt x="698" y="4"/>
                  </a:cubicBezTo>
                  <a:cubicBezTo>
                    <a:pt x="614" y="422"/>
                    <a:pt x="140" y="562"/>
                    <a:pt x="0" y="924"/>
                  </a:cubicBezTo>
                  <a:cubicBezTo>
                    <a:pt x="837" y="1120"/>
                    <a:pt x="1144" y="1259"/>
                    <a:pt x="1953" y="1678"/>
                  </a:cubicBezTo>
                  <a:cubicBezTo>
                    <a:pt x="2539" y="1566"/>
                    <a:pt x="3125" y="1678"/>
                    <a:pt x="3236" y="1510"/>
                  </a:cubicBezTo>
                  <a:cubicBezTo>
                    <a:pt x="3488" y="1147"/>
                    <a:pt x="2120" y="450"/>
                    <a:pt x="1814" y="450"/>
                  </a:cubicBezTo>
                  <a:cubicBezTo>
                    <a:pt x="1632" y="165"/>
                    <a:pt x="1115" y="1"/>
                    <a:pt x="774" y="1"/>
                  </a:cubicBezTo>
                  <a:close/>
                </a:path>
              </a:pathLst>
            </a:custGeom>
            <a:solidFill>
              <a:srgbClr val="FFD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78;p35">
              <a:extLst>
                <a:ext uri="{FF2B5EF4-FFF2-40B4-BE49-F238E27FC236}">
                  <a16:creationId xmlns:a16="http://schemas.microsoft.com/office/drawing/2014/main" id="{5313EBF7-8FF6-4AB1-5AFE-2A9AECEF1FCE}"/>
                </a:ext>
              </a:extLst>
            </p:cNvPr>
            <p:cNvSpPr/>
            <p:nvPr/>
          </p:nvSpPr>
          <p:spPr>
            <a:xfrm>
              <a:off x="3218561" y="2064059"/>
              <a:ext cx="123723" cy="64850"/>
            </a:xfrm>
            <a:custGeom>
              <a:avLst/>
              <a:gdLst/>
              <a:ahLst/>
              <a:cxnLst/>
              <a:rect l="l" t="t" r="r" b="b"/>
              <a:pathLst>
                <a:path w="3209" h="1682" extrusionOk="0">
                  <a:moveTo>
                    <a:pt x="780" y="0"/>
                  </a:moveTo>
                  <a:cubicBezTo>
                    <a:pt x="751" y="0"/>
                    <a:pt x="723" y="3"/>
                    <a:pt x="698" y="8"/>
                  </a:cubicBezTo>
                  <a:cubicBezTo>
                    <a:pt x="614" y="426"/>
                    <a:pt x="140" y="566"/>
                    <a:pt x="0" y="928"/>
                  </a:cubicBezTo>
                  <a:cubicBezTo>
                    <a:pt x="837" y="1124"/>
                    <a:pt x="1144" y="1263"/>
                    <a:pt x="1953" y="1682"/>
                  </a:cubicBezTo>
                  <a:cubicBezTo>
                    <a:pt x="2511" y="1598"/>
                    <a:pt x="3069" y="1682"/>
                    <a:pt x="3209" y="1514"/>
                  </a:cubicBezTo>
                  <a:lnTo>
                    <a:pt x="3209" y="1514"/>
                  </a:lnTo>
                  <a:cubicBezTo>
                    <a:pt x="3151" y="1522"/>
                    <a:pt x="3094" y="1526"/>
                    <a:pt x="3037" y="1526"/>
                  </a:cubicBezTo>
                  <a:cubicBezTo>
                    <a:pt x="2899" y="1526"/>
                    <a:pt x="2761" y="1506"/>
                    <a:pt x="2623" y="1486"/>
                  </a:cubicBezTo>
                  <a:cubicBezTo>
                    <a:pt x="2539" y="1486"/>
                    <a:pt x="2511" y="1347"/>
                    <a:pt x="2539" y="1291"/>
                  </a:cubicBezTo>
                  <a:cubicBezTo>
                    <a:pt x="2595" y="1235"/>
                    <a:pt x="2623" y="1179"/>
                    <a:pt x="2678" y="1124"/>
                  </a:cubicBezTo>
                  <a:lnTo>
                    <a:pt x="2204" y="1124"/>
                  </a:lnTo>
                  <a:cubicBezTo>
                    <a:pt x="2120" y="1096"/>
                    <a:pt x="2065" y="1012"/>
                    <a:pt x="2093" y="956"/>
                  </a:cubicBezTo>
                  <a:cubicBezTo>
                    <a:pt x="2007" y="956"/>
                    <a:pt x="1910" y="961"/>
                    <a:pt x="1817" y="961"/>
                  </a:cubicBezTo>
                  <a:cubicBezTo>
                    <a:pt x="1608" y="961"/>
                    <a:pt x="1414" y="935"/>
                    <a:pt x="1395" y="761"/>
                  </a:cubicBezTo>
                  <a:cubicBezTo>
                    <a:pt x="1284" y="733"/>
                    <a:pt x="1200" y="733"/>
                    <a:pt x="1116" y="705"/>
                  </a:cubicBezTo>
                  <a:cubicBezTo>
                    <a:pt x="1032" y="677"/>
                    <a:pt x="1005" y="566"/>
                    <a:pt x="1032" y="482"/>
                  </a:cubicBezTo>
                  <a:cubicBezTo>
                    <a:pt x="1088" y="370"/>
                    <a:pt x="1172" y="231"/>
                    <a:pt x="1200" y="91"/>
                  </a:cubicBezTo>
                  <a:cubicBezTo>
                    <a:pt x="1063" y="46"/>
                    <a:pt x="908" y="0"/>
                    <a:pt x="780" y="0"/>
                  </a:cubicBezTo>
                  <a:close/>
                </a:path>
              </a:pathLst>
            </a:custGeom>
            <a:solidFill>
              <a:srgbClr val="EDAD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79;p35">
              <a:extLst>
                <a:ext uri="{FF2B5EF4-FFF2-40B4-BE49-F238E27FC236}">
                  <a16:creationId xmlns:a16="http://schemas.microsoft.com/office/drawing/2014/main" id="{FB57AE29-146A-2132-FA37-E33317DCECC6}"/>
                </a:ext>
              </a:extLst>
            </p:cNvPr>
            <p:cNvSpPr/>
            <p:nvPr/>
          </p:nvSpPr>
          <p:spPr>
            <a:xfrm>
              <a:off x="2497832" y="2084764"/>
              <a:ext cx="740102" cy="445349"/>
            </a:xfrm>
            <a:custGeom>
              <a:avLst/>
              <a:gdLst/>
              <a:ahLst/>
              <a:cxnLst/>
              <a:rect l="l" t="t" r="r" b="b"/>
              <a:pathLst>
                <a:path w="19196" h="11551" extrusionOk="0">
                  <a:moveTo>
                    <a:pt x="14684" y="1"/>
                  </a:moveTo>
                  <a:cubicBezTo>
                    <a:pt x="13175" y="1"/>
                    <a:pt x="11908" y="249"/>
                    <a:pt x="9710" y="754"/>
                  </a:cubicBezTo>
                  <a:cubicBezTo>
                    <a:pt x="7282" y="1284"/>
                    <a:pt x="3935" y="2456"/>
                    <a:pt x="419" y="4213"/>
                  </a:cubicBezTo>
                  <a:cubicBezTo>
                    <a:pt x="1" y="4437"/>
                    <a:pt x="2344" y="5525"/>
                    <a:pt x="6166" y="8566"/>
                  </a:cubicBezTo>
                  <a:cubicBezTo>
                    <a:pt x="7143" y="9347"/>
                    <a:pt x="8705" y="10463"/>
                    <a:pt x="9263" y="11551"/>
                  </a:cubicBezTo>
                  <a:cubicBezTo>
                    <a:pt x="10017" y="9431"/>
                    <a:pt x="12890" y="7924"/>
                    <a:pt x="14899" y="7924"/>
                  </a:cubicBezTo>
                  <a:cubicBezTo>
                    <a:pt x="15513" y="7924"/>
                    <a:pt x="16545" y="7840"/>
                    <a:pt x="16908" y="7506"/>
                  </a:cubicBezTo>
                  <a:cubicBezTo>
                    <a:pt x="17298" y="7143"/>
                    <a:pt x="19195" y="1479"/>
                    <a:pt x="17717" y="196"/>
                  </a:cubicBezTo>
                  <a:lnTo>
                    <a:pt x="17717" y="196"/>
                  </a:lnTo>
                  <a:lnTo>
                    <a:pt x="17577" y="224"/>
                  </a:lnTo>
                  <a:cubicBezTo>
                    <a:pt x="16411" y="76"/>
                    <a:pt x="15511" y="1"/>
                    <a:pt x="14684" y="1"/>
                  </a:cubicBezTo>
                  <a:close/>
                </a:path>
              </a:pathLst>
            </a:custGeom>
            <a:solidFill>
              <a:srgbClr val="D192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780;p35">
              <a:extLst>
                <a:ext uri="{FF2B5EF4-FFF2-40B4-BE49-F238E27FC236}">
                  <a16:creationId xmlns:a16="http://schemas.microsoft.com/office/drawing/2014/main" id="{FF46FEFA-97D9-B26E-725C-C85168F4AC92}"/>
                </a:ext>
              </a:extLst>
            </p:cNvPr>
            <p:cNvSpPr/>
            <p:nvPr/>
          </p:nvSpPr>
          <p:spPr>
            <a:xfrm>
              <a:off x="2807630" y="2241417"/>
              <a:ext cx="385126" cy="288700"/>
            </a:xfrm>
            <a:custGeom>
              <a:avLst/>
              <a:gdLst/>
              <a:ahLst/>
              <a:cxnLst/>
              <a:rect l="l" t="t" r="r" b="b"/>
              <a:pathLst>
                <a:path w="9989" h="7488" extrusionOk="0">
                  <a:moveTo>
                    <a:pt x="8877" y="0"/>
                  </a:moveTo>
                  <a:cubicBezTo>
                    <a:pt x="7417" y="0"/>
                    <a:pt x="5315" y="299"/>
                    <a:pt x="4548" y="597"/>
                  </a:cubicBezTo>
                  <a:cubicBezTo>
                    <a:pt x="3349" y="1043"/>
                    <a:pt x="1005" y="1769"/>
                    <a:pt x="391" y="3191"/>
                  </a:cubicBezTo>
                  <a:cubicBezTo>
                    <a:pt x="1" y="4056"/>
                    <a:pt x="196" y="4754"/>
                    <a:pt x="335" y="5619"/>
                  </a:cubicBezTo>
                  <a:cubicBezTo>
                    <a:pt x="391" y="5926"/>
                    <a:pt x="447" y="6232"/>
                    <a:pt x="531" y="6539"/>
                  </a:cubicBezTo>
                  <a:cubicBezTo>
                    <a:pt x="810" y="6846"/>
                    <a:pt x="1061" y="7153"/>
                    <a:pt x="1228" y="7488"/>
                  </a:cubicBezTo>
                  <a:cubicBezTo>
                    <a:pt x="1982" y="5368"/>
                    <a:pt x="4855" y="3861"/>
                    <a:pt x="6864" y="3861"/>
                  </a:cubicBezTo>
                  <a:cubicBezTo>
                    <a:pt x="7478" y="3861"/>
                    <a:pt x="8510" y="3777"/>
                    <a:pt x="8873" y="3443"/>
                  </a:cubicBezTo>
                  <a:cubicBezTo>
                    <a:pt x="9068" y="3247"/>
                    <a:pt x="9654" y="1741"/>
                    <a:pt x="9989" y="95"/>
                  </a:cubicBezTo>
                  <a:cubicBezTo>
                    <a:pt x="9718" y="29"/>
                    <a:pt x="9328" y="0"/>
                    <a:pt x="8877" y="0"/>
                  </a:cubicBezTo>
                  <a:close/>
                </a:path>
              </a:pathLst>
            </a:custGeom>
            <a:solidFill>
              <a:srgbClr val="C68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781;p35">
              <a:extLst>
                <a:ext uri="{FF2B5EF4-FFF2-40B4-BE49-F238E27FC236}">
                  <a16:creationId xmlns:a16="http://schemas.microsoft.com/office/drawing/2014/main" id="{CF94DBEB-C393-A7BE-F147-1105ADDA9116}"/>
                </a:ext>
              </a:extLst>
            </p:cNvPr>
            <p:cNvSpPr/>
            <p:nvPr/>
          </p:nvSpPr>
          <p:spPr>
            <a:xfrm>
              <a:off x="2810869" y="2299405"/>
              <a:ext cx="370051" cy="230713"/>
            </a:xfrm>
            <a:custGeom>
              <a:avLst/>
              <a:gdLst/>
              <a:ahLst/>
              <a:cxnLst/>
              <a:rect l="l" t="t" r="r" b="b"/>
              <a:pathLst>
                <a:path w="9598" h="5984" extrusionOk="0">
                  <a:moveTo>
                    <a:pt x="9237" y="1"/>
                  </a:moveTo>
                  <a:cubicBezTo>
                    <a:pt x="8101" y="1"/>
                    <a:pt x="6395" y="332"/>
                    <a:pt x="4464" y="934"/>
                  </a:cubicBezTo>
                  <a:cubicBezTo>
                    <a:pt x="2121" y="2218"/>
                    <a:pt x="921" y="3250"/>
                    <a:pt x="0" y="4589"/>
                  </a:cubicBezTo>
                  <a:cubicBezTo>
                    <a:pt x="475" y="5035"/>
                    <a:pt x="893" y="5510"/>
                    <a:pt x="1144" y="5984"/>
                  </a:cubicBezTo>
                  <a:cubicBezTo>
                    <a:pt x="1898" y="3864"/>
                    <a:pt x="4771" y="2357"/>
                    <a:pt x="6780" y="2357"/>
                  </a:cubicBezTo>
                  <a:cubicBezTo>
                    <a:pt x="7394" y="2357"/>
                    <a:pt x="8426" y="2273"/>
                    <a:pt x="8789" y="1939"/>
                  </a:cubicBezTo>
                  <a:cubicBezTo>
                    <a:pt x="8928" y="1799"/>
                    <a:pt x="9263" y="1018"/>
                    <a:pt x="9598" y="14"/>
                  </a:cubicBezTo>
                  <a:cubicBezTo>
                    <a:pt x="9485" y="5"/>
                    <a:pt x="9365" y="1"/>
                    <a:pt x="9237" y="1"/>
                  </a:cubicBezTo>
                  <a:close/>
                </a:path>
              </a:pathLst>
            </a:custGeom>
            <a:solidFill>
              <a:srgbClr val="9E6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782;p35">
              <a:extLst>
                <a:ext uri="{FF2B5EF4-FFF2-40B4-BE49-F238E27FC236}">
                  <a16:creationId xmlns:a16="http://schemas.microsoft.com/office/drawing/2014/main" id="{5BDC4B16-DF30-C6B2-CEC3-264839D78A66}"/>
                </a:ext>
              </a:extLst>
            </p:cNvPr>
            <p:cNvSpPr/>
            <p:nvPr/>
          </p:nvSpPr>
          <p:spPr>
            <a:xfrm>
              <a:off x="2810869" y="2203169"/>
              <a:ext cx="338860" cy="106450"/>
            </a:xfrm>
            <a:custGeom>
              <a:avLst/>
              <a:gdLst/>
              <a:ahLst/>
              <a:cxnLst/>
              <a:rect l="l" t="t" r="r" b="b"/>
              <a:pathLst>
                <a:path w="8789" h="2761" extrusionOk="0">
                  <a:moveTo>
                    <a:pt x="7367" y="0"/>
                  </a:moveTo>
                  <a:cubicBezTo>
                    <a:pt x="6123" y="0"/>
                    <a:pt x="4788" y="166"/>
                    <a:pt x="3711" y="445"/>
                  </a:cubicBezTo>
                  <a:cubicBezTo>
                    <a:pt x="2428" y="780"/>
                    <a:pt x="586" y="1673"/>
                    <a:pt x="0" y="2761"/>
                  </a:cubicBezTo>
                  <a:cubicBezTo>
                    <a:pt x="1172" y="2203"/>
                    <a:pt x="2483" y="1756"/>
                    <a:pt x="3739" y="1282"/>
                  </a:cubicBezTo>
                  <a:cubicBezTo>
                    <a:pt x="5211" y="764"/>
                    <a:pt x="6789" y="193"/>
                    <a:pt x="8448" y="193"/>
                  </a:cubicBezTo>
                  <a:cubicBezTo>
                    <a:pt x="8487" y="193"/>
                    <a:pt x="8526" y="193"/>
                    <a:pt x="8565" y="194"/>
                  </a:cubicBezTo>
                  <a:lnTo>
                    <a:pt x="8789" y="82"/>
                  </a:lnTo>
                  <a:cubicBezTo>
                    <a:pt x="8344" y="27"/>
                    <a:pt x="7862" y="0"/>
                    <a:pt x="7367" y="0"/>
                  </a:cubicBezTo>
                  <a:close/>
                </a:path>
              </a:pathLst>
            </a:custGeom>
            <a:solidFill>
              <a:srgbClr val="E2A4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783;p35">
              <a:extLst>
                <a:ext uri="{FF2B5EF4-FFF2-40B4-BE49-F238E27FC236}">
                  <a16:creationId xmlns:a16="http://schemas.microsoft.com/office/drawing/2014/main" id="{7833ACF5-A8F4-634F-24D3-385E3D1C69C1}"/>
                </a:ext>
              </a:extLst>
            </p:cNvPr>
            <p:cNvSpPr/>
            <p:nvPr/>
          </p:nvSpPr>
          <p:spPr>
            <a:xfrm>
              <a:off x="3096993" y="2089429"/>
              <a:ext cx="372210" cy="550565"/>
            </a:xfrm>
            <a:custGeom>
              <a:avLst/>
              <a:gdLst/>
              <a:ahLst/>
              <a:cxnLst/>
              <a:rect l="l" t="t" r="r" b="b"/>
              <a:pathLst>
                <a:path w="9654" h="14280" extrusionOk="0">
                  <a:moveTo>
                    <a:pt x="2479" y="0"/>
                  </a:moveTo>
                  <a:cubicBezTo>
                    <a:pt x="2282" y="0"/>
                    <a:pt x="2125" y="31"/>
                    <a:pt x="2037" y="103"/>
                  </a:cubicBezTo>
                  <a:cubicBezTo>
                    <a:pt x="1535" y="466"/>
                    <a:pt x="1368" y="1135"/>
                    <a:pt x="1312" y="1749"/>
                  </a:cubicBezTo>
                  <a:cubicBezTo>
                    <a:pt x="1256" y="2391"/>
                    <a:pt x="1423" y="3060"/>
                    <a:pt x="1284" y="3730"/>
                  </a:cubicBezTo>
                  <a:cubicBezTo>
                    <a:pt x="1172" y="4316"/>
                    <a:pt x="865" y="4846"/>
                    <a:pt x="614" y="5376"/>
                  </a:cubicBezTo>
                  <a:cubicBezTo>
                    <a:pt x="280" y="6129"/>
                    <a:pt x="1" y="7301"/>
                    <a:pt x="419" y="8110"/>
                  </a:cubicBezTo>
                  <a:cubicBezTo>
                    <a:pt x="642" y="8556"/>
                    <a:pt x="1563" y="9589"/>
                    <a:pt x="2009" y="9840"/>
                  </a:cubicBezTo>
                  <a:cubicBezTo>
                    <a:pt x="2484" y="10119"/>
                    <a:pt x="2763" y="10007"/>
                    <a:pt x="3181" y="10453"/>
                  </a:cubicBezTo>
                  <a:cubicBezTo>
                    <a:pt x="3404" y="10705"/>
                    <a:pt x="3627" y="11011"/>
                    <a:pt x="3823" y="11318"/>
                  </a:cubicBezTo>
                  <a:cubicBezTo>
                    <a:pt x="4102" y="11681"/>
                    <a:pt x="4297" y="12155"/>
                    <a:pt x="4632" y="12462"/>
                  </a:cubicBezTo>
                  <a:cubicBezTo>
                    <a:pt x="4967" y="12769"/>
                    <a:pt x="5413" y="12797"/>
                    <a:pt x="5720" y="13104"/>
                  </a:cubicBezTo>
                  <a:cubicBezTo>
                    <a:pt x="6055" y="13439"/>
                    <a:pt x="5971" y="13801"/>
                    <a:pt x="6473" y="13885"/>
                  </a:cubicBezTo>
                  <a:cubicBezTo>
                    <a:pt x="6489" y="13890"/>
                    <a:pt x="6505" y="13893"/>
                    <a:pt x="6521" y="13893"/>
                  </a:cubicBezTo>
                  <a:cubicBezTo>
                    <a:pt x="6589" y="13893"/>
                    <a:pt x="6657" y="13852"/>
                    <a:pt x="6724" y="13829"/>
                  </a:cubicBezTo>
                  <a:cubicBezTo>
                    <a:pt x="6801" y="13810"/>
                    <a:pt x="6891" y="13777"/>
                    <a:pt x="6986" y="13777"/>
                  </a:cubicBezTo>
                  <a:cubicBezTo>
                    <a:pt x="7028" y="13777"/>
                    <a:pt x="7072" y="13784"/>
                    <a:pt x="7115" y="13801"/>
                  </a:cubicBezTo>
                  <a:cubicBezTo>
                    <a:pt x="7310" y="13885"/>
                    <a:pt x="7254" y="14136"/>
                    <a:pt x="7450" y="14220"/>
                  </a:cubicBezTo>
                  <a:cubicBezTo>
                    <a:pt x="7541" y="14261"/>
                    <a:pt x="7625" y="14279"/>
                    <a:pt x="7703" y="14279"/>
                  </a:cubicBezTo>
                  <a:cubicBezTo>
                    <a:pt x="8317" y="14279"/>
                    <a:pt x="8554" y="13134"/>
                    <a:pt x="8900" y="12713"/>
                  </a:cubicBezTo>
                  <a:cubicBezTo>
                    <a:pt x="9124" y="12434"/>
                    <a:pt x="9626" y="12183"/>
                    <a:pt x="9626" y="11793"/>
                  </a:cubicBezTo>
                  <a:cubicBezTo>
                    <a:pt x="9654" y="11374"/>
                    <a:pt x="9151" y="11123"/>
                    <a:pt x="8956" y="10760"/>
                  </a:cubicBezTo>
                  <a:cubicBezTo>
                    <a:pt x="8566" y="10007"/>
                    <a:pt x="8538" y="9086"/>
                    <a:pt x="8175" y="8305"/>
                  </a:cubicBezTo>
                  <a:cubicBezTo>
                    <a:pt x="7812" y="7440"/>
                    <a:pt x="7756" y="6575"/>
                    <a:pt x="7561" y="5711"/>
                  </a:cubicBezTo>
                  <a:cubicBezTo>
                    <a:pt x="7199" y="4232"/>
                    <a:pt x="6641" y="912"/>
                    <a:pt x="4297" y="410"/>
                  </a:cubicBezTo>
                  <a:cubicBezTo>
                    <a:pt x="3720" y="191"/>
                    <a:pt x="2972" y="0"/>
                    <a:pt x="2479" y="0"/>
                  </a:cubicBezTo>
                  <a:close/>
                </a:path>
              </a:pathLst>
            </a:custGeom>
            <a:solidFill>
              <a:srgbClr val="D192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784;p35">
              <a:extLst>
                <a:ext uri="{FF2B5EF4-FFF2-40B4-BE49-F238E27FC236}">
                  <a16:creationId xmlns:a16="http://schemas.microsoft.com/office/drawing/2014/main" id="{9D50F06A-AE8C-EBC0-5A30-66A5B445BB81}"/>
                </a:ext>
              </a:extLst>
            </p:cNvPr>
            <p:cNvSpPr/>
            <p:nvPr/>
          </p:nvSpPr>
          <p:spPr>
            <a:xfrm>
              <a:off x="3096993" y="2242882"/>
              <a:ext cx="321664" cy="396847"/>
            </a:xfrm>
            <a:custGeom>
              <a:avLst/>
              <a:gdLst/>
              <a:ahLst/>
              <a:cxnLst/>
              <a:rect l="l" t="t" r="r" b="b"/>
              <a:pathLst>
                <a:path w="8343" h="10293" extrusionOk="0">
                  <a:moveTo>
                    <a:pt x="1228" y="1"/>
                  </a:moveTo>
                  <a:cubicBezTo>
                    <a:pt x="1089" y="475"/>
                    <a:pt x="838" y="949"/>
                    <a:pt x="614" y="1396"/>
                  </a:cubicBezTo>
                  <a:cubicBezTo>
                    <a:pt x="280" y="2149"/>
                    <a:pt x="1" y="3321"/>
                    <a:pt x="419" y="4130"/>
                  </a:cubicBezTo>
                  <a:cubicBezTo>
                    <a:pt x="642" y="4576"/>
                    <a:pt x="1563" y="5609"/>
                    <a:pt x="2009" y="5860"/>
                  </a:cubicBezTo>
                  <a:cubicBezTo>
                    <a:pt x="2484" y="6139"/>
                    <a:pt x="2763" y="6027"/>
                    <a:pt x="3181" y="6473"/>
                  </a:cubicBezTo>
                  <a:cubicBezTo>
                    <a:pt x="3404" y="6725"/>
                    <a:pt x="3627" y="7031"/>
                    <a:pt x="3823" y="7338"/>
                  </a:cubicBezTo>
                  <a:cubicBezTo>
                    <a:pt x="4102" y="7701"/>
                    <a:pt x="4297" y="8175"/>
                    <a:pt x="4632" y="8482"/>
                  </a:cubicBezTo>
                  <a:cubicBezTo>
                    <a:pt x="4967" y="8789"/>
                    <a:pt x="5413" y="8817"/>
                    <a:pt x="5720" y="9124"/>
                  </a:cubicBezTo>
                  <a:cubicBezTo>
                    <a:pt x="6055" y="9459"/>
                    <a:pt x="5971" y="9821"/>
                    <a:pt x="6473" y="9905"/>
                  </a:cubicBezTo>
                  <a:cubicBezTo>
                    <a:pt x="6489" y="9910"/>
                    <a:pt x="6505" y="9913"/>
                    <a:pt x="6521" y="9913"/>
                  </a:cubicBezTo>
                  <a:cubicBezTo>
                    <a:pt x="6589" y="9913"/>
                    <a:pt x="6657" y="9872"/>
                    <a:pt x="6724" y="9849"/>
                  </a:cubicBezTo>
                  <a:cubicBezTo>
                    <a:pt x="6801" y="9830"/>
                    <a:pt x="6891" y="9797"/>
                    <a:pt x="6986" y="9797"/>
                  </a:cubicBezTo>
                  <a:cubicBezTo>
                    <a:pt x="7028" y="9797"/>
                    <a:pt x="7072" y="9804"/>
                    <a:pt x="7115" y="9821"/>
                  </a:cubicBezTo>
                  <a:cubicBezTo>
                    <a:pt x="7310" y="9905"/>
                    <a:pt x="7254" y="10156"/>
                    <a:pt x="7450" y="10240"/>
                  </a:cubicBezTo>
                  <a:cubicBezTo>
                    <a:pt x="7540" y="10276"/>
                    <a:pt x="7622" y="10293"/>
                    <a:pt x="7698" y="10293"/>
                  </a:cubicBezTo>
                  <a:cubicBezTo>
                    <a:pt x="7975" y="10293"/>
                    <a:pt x="8167" y="10072"/>
                    <a:pt x="8342" y="9766"/>
                  </a:cubicBezTo>
                  <a:cubicBezTo>
                    <a:pt x="7868" y="9710"/>
                    <a:pt x="7450" y="9375"/>
                    <a:pt x="7171" y="8789"/>
                  </a:cubicBezTo>
                  <a:cubicBezTo>
                    <a:pt x="6864" y="8120"/>
                    <a:pt x="6501" y="7366"/>
                    <a:pt x="5804" y="7004"/>
                  </a:cubicBezTo>
                  <a:cubicBezTo>
                    <a:pt x="5301" y="6752"/>
                    <a:pt x="4771" y="6027"/>
                    <a:pt x="4437" y="5636"/>
                  </a:cubicBezTo>
                  <a:cubicBezTo>
                    <a:pt x="4018" y="5162"/>
                    <a:pt x="4018" y="4548"/>
                    <a:pt x="3795" y="3963"/>
                  </a:cubicBezTo>
                  <a:cubicBezTo>
                    <a:pt x="3516" y="3237"/>
                    <a:pt x="3293" y="3656"/>
                    <a:pt x="2735" y="3153"/>
                  </a:cubicBezTo>
                  <a:cubicBezTo>
                    <a:pt x="2511" y="2930"/>
                    <a:pt x="2037" y="2568"/>
                    <a:pt x="1870" y="2233"/>
                  </a:cubicBezTo>
                  <a:cubicBezTo>
                    <a:pt x="1619" y="1814"/>
                    <a:pt x="1702" y="949"/>
                    <a:pt x="1563" y="475"/>
                  </a:cubicBezTo>
                  <a:cubicBezTo>
                    <a:pt x="1507" y="364"/>
                    <a:pt x="1451" y="252"/>
                    <a:pt x="1396" y="140"/>
                  </a:cubicBezTo>
                  <a:cubicBezTo>
                    <a:pt x="1340" y="85"/>
                    <a:pt x="1284" y="57"/>
                    <a:pt x="1228" y="1"/>
                  </a:cubicBezTo>
                  <a:close/>
                </a:path>
              </a:pathLst>
            </a:custGeom>
            <a:solidFill>
              <a:srgbClr val="AD71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785;p35">
              <a:extLst>
                <a:ext uri="{FF2B5EF4-FFF2-40B4-BE49-F238E27FC236}">
                  <a16:creationId xmlns:a16="http://schemas.microsoft.com/office/drawing/2014/main" id="{DD55CFEA-B786-A220-CFF5-1D2821EB6456}"/>
                </a:ext>
              </a:extLst>
            </p:cNvPr>
            <p:cNvSpPr/>
            <p:nvPr/>
          </p:nvSpPr>
          <p:spPr>
            <a:xfrm>
              <a:off x="3223920" y="2496774"/>
              <a:ext cx="18314" cy="24752"/>
            </a:xfrm>
            <a:custGeom>
              <a:avLst/>
              <a:gdLst/>
              <a:ahLst/>
              <a:cxnLst/>
              <a:rect l="l" t="t" r="r" b="b"/>
              <a:pathLst>
                <a:path w="475" h="642" extrusionOk="0">
                  <a:moveTo>
                    <a:pt x="1" y="0"/>
                  </a:moveTo>
                  <a:cubicBezTo>
                    <a:pt x="1" y="28"/>
                    <a:pt x="1" y="28"/>
                    <a:pt x="1" y="28"/>
                  </a:cubicBezTo>
                  <a:cubicBezTo>
                    <a:pt x="168" y="223"/>
                    <a:pt x="308" y="446"/>
                    <a:pt x="475" y="642"/>
                  </a:cubicBezTo>
                  <a:cubicBezTo>
                    <a:pt x="308" y="446"/>
                    <a:pt x="168" y="223"/>
                    <a:pt x="1" y="0"/>
                  </a:cubicBezTo>
                  <a:close/>
                </a:path>
              </a:pathLst>
            </a:custGeom>
            <a:solidFill>
              <a:srgbClr val="9E9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786;p35">
              <a:extLst>
                <a:ext uri="{FF2B5EF4-FFF2-40B4-BE49-F238E27FC236}">
                  <a16:creationId xmlns:a16="http://schemas.microsoft.com/office/drawing/2014/main" id="{296694E5-CACF-A96A-248B-2EAA5F2F299D}"/>
                </a:ext>
              </a:extLst>
            </p:cNvPr>
            <p:cNvSpPr/>
            <p:nvPr/>
          </p:nvSpPr>
          <p:spPr>
            <a:xfrm>
              <a:off x="3269108" y="2427912"/>
              <a:ext cx="173228" cy="160312"/>
            </a:xfrm>
            <a:custGeom>
              <a:avLst/>
              <a:gdLst/>
              <a:ahLst/>
              <a:cxnLst/>
              <a:rect l="l" t="t" r="r" b="b"/>
              <a:pathLst>
                <a:path w="4493" h="4158" extrusionOk="0">
                  <a:moveTo>
                    <a:pt x="3906" y="1"/>
                  </a:moveTo>
                  <a:cubicBezTo>
                    <a:pt x="3655" y="586"/>
                    <a:pt x="3516" y="1423"/>
                    <a:pt x="2846" y="1591"/>
                  </a:cubicBezTo>
                  <a:cubicBezTo>
                    <a:pt x="2679" y="1647"/>
                    <a:pt x="2539" y="1674"/>
                    <a:pt x="2400" y="1674"/>
                  </a:cubicBezTo>
                  <a:cubicBezTo>
                    <a:pt x="1870" y="1674"/>
                    <a:pt x="1563" y="1340"/>
                    <a:pt x="1005" y="1061"/>
                  </a:cubicBezTo>
                  <a:cubicBezTo>
                    <a:pt x="726" y="921"/>
                    <a:pt x="475" y="865"/>
                    <a:pt x="251" y="865"/>
                  </a:cubicBezTo>
                  <a:cubicBezTo>
                    <a:pt x="168" y="865"/>
                    <a:pt x="84" y="865"/>
                    <a:pt x="0" y="893"/>
                  </a:cubicBezTo>
                  <a:cubicBezTo>
                    <a:pt x="363" y="1312"/>
                    <a:pt x="865" y="1953"/>
                    <a:pt x="1340" y="2205"/>
                  </a:cubicBezTo>
                  <a:cubicBezTo>
                    <a:pt x="1981" y="2539"/>
                    <a:pt x="2344" y="3237"/>
                    <a:pt x="2651" y="3878"/>
                  </a:cubicBezTo>
                  <a:cubicBezTo>
                    <a:pt x="2846" y="3962"/>
                    <a:pt x="3069" y="4046"/>
                    <a:pt x="3209" y="4130"/>
                  </a:cubicBezTo>
                  <a:cubicBezTo>
                    <a:pt x="3237" y="4157"/>
                    <a:pt x="3265" y="4157"/>
                    <a:pt x="3292" y="4157"/>
                  </a:cubicBezTo>
                  <a:cubicBezTo>
                    <a:pt x="3404" y="4157"/>
                    <a:pt x="3488" y="4102"/>
                    <a:pt x="3516" y="3990"/>
                  </a:cubicBezTo>
                  <a:cubicBezTo>
                    <a:pt x="3683" y="3572"/>
                    <a:pt x="4241" y="3488"/>
                    <a:pt x="4353" y="3014"/>
                  </a:cubicBezTo>
                  <a:cubicBezTo>
                    <a:pt x="4436" y="2679"/>
                    <a:pt x="4492" y="2316"/>
                    <a:pt x="4492" y="1953"/>
                  </a:cubicBezTo>
                  <a:cubicBezTo>
                    <a:pt x="4185" y="1368"/>
                    <a:pt x="4102" y="670"/>
                    <a:pt x="3906" y="1"/>
                  </a:cubicBezTo>
                  <a:close/>
                </a:path>
              </a:pathLst>
            </a:custGeom>
            <a:solidFill>
              <a:srgbClr val="AC6F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1787;p35">
              <a:extLst>
                <a:ext uri="{FF2B5EF4-FFF2-40B4-BE49-F238E27FC236}">
                  <a16:creationId xmlns:a16="http://schemas.microsoft.com/office/drawing/2014/main" id="{89AAA8C2-FCB2-8282-D61B-A0A544053910}"/>
                </a:ext>
              </a:extLst>
            </p:cNvPr>
            <p:cNvSpPr/>
            <p:nvPr/>
          </p:nvSpPr>
          <p:spPr>
            <a:xfrm>
              <a:off x="3238995" y="2462343"/>
              <a:ext cx="132321" cy="115125"/>
            </a:xfrm>
            <a:custGeom>
              <a:avLst/>
              <a:gdLst/>
              <a:ahLst/>
              <a:cxnLst/>
              <a:rect l="l" t="t" r="r" b="b"/>
              <a:pathLst>
                <a:path w="3432" h="2986" extrusionOk="0">
                  <a:moveTo>
                    <a:pt x="781" y="0"/>
                  </a:moveTo>
                  <a:cubicBezTo>
                    <a:pt x="475" y="84"/>
                    <a:pt x="251" y="307"/>
                    <a:pt x="0" y="558"/>
                  </a:cubicBezTo>
                  <a:cubicBezTo>
                    <a:pt x="223" y="1144"/>
                    <a:pt x="558" y="1730"/>
                    <a:pt x="1060" y="2093"/>
                  </a:cubicBezTo>
                  <a:cubicBezTo>
                    <a:pt x="1367" y="2316"/>
                    <a:pt x="1730" y="2483"/>
                    <a:pt x="2093" y="2679"/>
                  </a:cubicBezTo>
                  <a:cubicBezTo>
                    <a:pt x="2037" y="2539"/>
                    <a:pt x="1981" y="2428"/>
                    <a:pt x="1953" y="2288"/>
                  </a:cubicBezTo>
                  <a:cubicBezTo>
                    <a:pt x="1869" y="2037"/>
                    <a:pt x="1953" y="1758"/>
                    <a:pt x="2204" y="1758"/>
                  </a:cubicBezTo>
                  <a:cubicBezTo>
                    <a:pt x="2260" y="1758"/>
                    <a:pt x="2344" y="1786"/>
                    <a:pt x="2427" y="1814"/>
                  </a:cubicBezTo>
                  <a:cubicBezTo>
                    <a:pt x="2623" y="1925"/>
                    <a:pt x="2762" y="2149"/>
                    <a:pt x="2846" y="2372"/>
                  </a:cubicBezTo>
                  <a:cubicBezTo>
                    <a:pt x="2874" y="2483"/>
                    <a:pt x="2930" y="2595"/>
                    <a:pt x="2958" y="2706"/>
                  </a:cubicBezTo>
                  <a:cubicBezTo>
                    <a:pt x="3069" y="2790"/>
                    <a:pt x="3264" y="2902"/>
                    <a:pt x="3432" y="2985"/>
                  </a:cubicBezTo>
                  <a:cubicBezTo>
                    <a:pt x="3125" y="2344"/>
                    <a:pt x="2762" y="1646"/>
                    <a:pt x="2121" y="1312"/>
                  </a:cubicBezTo>
                  <a:cubicBezTo>
                    <a:pt x="1646" y="1060"/>
                    <a:pt x="1144" y="419"/>
                    <a:pt x="781" y="0"/>
                  </a:cubicBezTo>
                  <a:close/>
                </a:path>
              </a:pathLst>
            </a:custGeom>
            <a:solidFill>
              <a:srgbClr val="985C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1788;p35">
              <a:extLst>
                <a:ext uri="{FF2B5EF4-FFF2-40B4-BE49-F238E27FC236}">
                  <a16:creationId xmlns:a16="http://schemas.microsoft.com/office/drawing/2014/main" id="{DC824463-84EE-627C-603F-6BA3F2F9A415}"/>
                </a:ext>
              </a:extLst>
            </p:cNvPr>
            <p:cNvSpPr/>
            <p:nvPr/>
          </p:nvSpPr>
          <p:spPr>
            <a:xfrm>
              <a:off x="3347646" y="2623700"/>
              <a:ext cx="6477" cy="1118"/>
            </a:xfrm>
            <a:custGeom>
              <a:avLst/>
              <a:gdLst/>
              <a:ahLst/>
              <a:cxnLst/>
              <a:rect l="l" t="t" r="r" b="b"/>
              <a:pathLst>
                <a:path w="168" h="29" extrusionOk="0">
                  <a:moveTo>
                    <a:pt x="167" y="0"/>
                  </a:moveTo>
                  <a:lnTo>
                    <a:pt x="167" y="0"/>
                  </a:lnTo>
                  <a:cubicBezTo>
                    <a:pt x="112" y="28"/>
                    <a:pt x="56" y="28"/>
                    <a:pt x="0" y="28"/>
                  </a:cubicBezTo>
                  <a:lnTo>
                    <a:pt x="112" y="28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8C5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1789;p35">
              <a:extLst>
                <a:ext uri="{FF2B5EF4-FFF2-40B4-BE49-F238E27FC236}">
                  <a16:creationId xmlns:a16="http://schemas.microsoft.com/office/drawing/2014/main" id="{E9377EF4-3DF6-9BC8-71BF-9BF45BD30223}"/>
                </a:ext>
              </a:extLst>
            </p:cNvPr>
            <p:cNvSpPr/>
            <p:nvPr/>
          </p:nvSpPr>
          <p:spPr>
            <a:xfrm>
              <a:off x="3354085" y="2620461"/>
              <a:ext cx="8636" cy="3277"/>
            </a:xfrm>
            <a:custGeom>
              <a:avLst/>
              <a:gdLst/>
              <a:ahLst/>
              <a:cxnLst/>
              <a:rect l="l" t="t" r="r" b="b"/>
              <a:pathLst>
                <a:path w="224" h="85" extrusionOk="0">
                  <a:moveTo>
                    <a:pt x="224" y="0"/>
                  </a:moveTo>
                  <a:cubicBezTo>
                    <a:pt x="197" y="9"/>
                    <a:pt x="170" y="18"/>
                    <a:pt x="144" y="27"/>
                  </a:cubicBezTo>
                  <a:lnTo>
                    <a:pt x="144" y="27"/>
                  </a:lnTo>
                  <a:cubicBezTo>
                    <a:pt x="170" y="21"/>
                    <a:pt x="197" y="14"/>
                    <a:pt x="224" y="0"/>
                  </a:cubicBezTo>
                  <a:close/>
                  <a:moveTo>
                    <a:pt x="144" y="27"/>
                  </a:moveTo>
                  <a:cubicBezTo>
                    <a:pt x="115" y="35"/>
                    <a:pt x="85" y="42"/>
                    <a:pt x="56" y="56"/>
                  </a:cubicBezTo>
                  <a:cubicBezTo>
                    <a:pt x="41" y="56"/>
                    <a:pt x="34" y="64"/>
                    <a:pt x="27" y="72"/>
                  </a:cubicBezTo>
                  <a:lnTo>
                    <a:pt x="27" y="72"/>
                  </a:lnTo>
                  <a:cubicBezTo>
                    <a:pt x="60" y="57"/>
                    <a:pt x="101" y="42"/>
                    <a:pt x="144" y="27"/>
                  </a:cubicBezTo>
                  <a:close/>
                  <a:moveTo>
                    <a:pt x="27" y="72"/>
                  </a:moveTo>
                  <a:cubicBezTo>
                    <a:pt x="17" y="76"/>
                    <a:pt x="9" y="80"/>
                    <a:pt x="0" y="84"/>
                  </a:cubicBezTo>
                  <a:cubicBezTo>
                    <a:pt x="13" y="84"/>
                    <a:pt x="20" y="78"/>
                    <a:pt x="27" y="72"/>
                  </a:cubicBezTo>
                  <a:close/>
                </a:path>
              </a:pathLst>
            </a:custGeom>
            <a:solidFill>
              <a:srgbClr val="8C5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1790;p35">
              <a:extLst>
                <a:ext uri="{FF2B5EF4-FFF2-40B4-BE49-F238E27FC236}">
                  <a16:creationId xmlns:a16="http://schemas.microsoft.com/office/drawing/2014/main" id="{68AF53E2-69CB-BD94-A501-2D12FDC8883D}"/>
                </a:ext>
              </a:extLst>
            </p:cNvPr>
            <p:cNvSpPr/>
            <p:nvPr/>
          </p:nvSpPr>
          <p:spPr>
            <a:xfrm>
              <a:off x="3369161" y="2621541"/>
              <a:ext cx="1080" cy="39"/>
            </a:xfrm>
            <a:custGeom>
              <a:avLst/>
              <a:gdLst/>
              <a:ahLst/>
              <a:cxnLst/>
              <a:rect l="l" t="t" r="r" b="b"/>
              <a:pathLst>
                <a:path w="28" h="1" extrusionOk="0">
                  <a:moveTo>
                    <a:pt x="2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8C5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1791;p35">
              <a:extLst>
                <a:ext uri="{FF2B5EF4-FFF2-40B4-BE49-F238E27FC236}">
                  <a16:creationId xmlns:a16="http://schemas.microsoft.com/office/drawing/2014/main" id="{1A442767-A33C-B75B-E97C-25D672372888}"/>
                </a:ext>
              </a:extLst>
            </p:cNvPr>
            <p:cNvSpPr/>
            <p:nvPr/>
          </p:nvSpPr>
          <p:spPr>
            <a:xfrm>
              <a:off x="3442301" y="2503212"/>
              <a:ext cx="39" cy="1118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0" y="28"/>
                  </a:moveTo>
                  <a:cubicBezTo>
                    <a:pt x="0" y="28"/>
                    <a:pt x="0" y="0"/>
                    <a:pt x="0" y="0"/>
                  </a:cubicBez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9E9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1792;p35">
              <a:extLst>
                <a:ext uri="{FF2B5EF4-FFF2-40B4-BE49-F238E27FC236}">
                  <a16:creationId xmlns:a16="http://schemas.microsoft.com/office/drawing/2014/main" id="{C46ACC32-103D-7AFF-37E3-B6C572B55261}"/>
                </a:ext>
              </a:extLst>
            </p:cNvPr>
            <p:cNvSpPr/>
            <p:nvPr/>
          </p:nvSpPr>
          <p:spPr>
            <a:xfrm>
              <a:off x="3442301" y="2503212"/>
              <a:ext cx="39" cy="1118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0" y="28"/>
                  </a:moveTo>
                  <a:cubicBezTo>
                    <a:pt x="0" y="28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28"/>
                    <a:pt x="0" y="28"/>
                  </a:cubicBezTo>
                  <a:lnTo>
                    <a:pt x="0" y="28"/>
                  </a:lnTo>
                  <a:close/>
                </a:path>
              </a:pathLst>
            </a:custGeom>
            <a:solidFill>
              <a:srgbClr val="AC6F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1793;p35">
              <a:extLst>
                <a:ext uri="{FF2B5EF4-FFF2-40B4-BE49-F238E27FC236}">
                  <a16:creationId xmlns:a16="http://schemas.microsoft.com/office/drawing/2014/main" id="{83A2D01E-B93E-382E-3887-F09A5A25AA05}"/>
                </a:ext>
              </a:extLst>
            </p:cNvPr>
            <p:cNvSpPr/>
            <p:nvPr/>
          </p:nvSpPr>
          <p:spPr>
            <a:xfrm>
              <a:off x="3371281" y="2503212"/>
              <a:ext cx="94691" cy="111887"/>
            </a:xfrm>
            <a:custGeom>
              <a:avLst/>
              <a:gdLst/>
              <a:ahLst/>
              <a:cxnLst/>
              <a:rect l="l" t="t" r="r" b="b"/>
              <a:pathLst>
                <a:path w="2456" h="2902" extrusionOk="0">
                  <a:moveTo>
                    <a:pt x="2456" y="754"/>
                  </a:moveTo>
                  <a:cubicBezTo>
                    <a:pt x="2456" y="763"/>
                    <a:pt x="2456" y="772"/>
                    <a:pt x="2455" y="781"/>
                  </a:cubicBezTo>
                  <a:lnTo>
                    <a:pt x="2455" y="781"/>
                  </a:lnTo>
                  <a:cubicBezTo>
                    <a:pt x="2456" y="781"/>
                    <a:pt x="2456" y="781"/>
                    <a:pt x="2456" y="782"/>
                  </a:cubicBezTo>
                  <a:cubicBezTo>
                    <a:pt x="2456" y="782"/>
                    <a:pt x="2456" y="782"/>
                    <a:pt x="2456" y="754"/>
                  </a:cubicBezTo>
                  <a:close/>
                  <a:moveTo>
                    <a:pt x="2065" y="531"/>
                  </a:moveTo>
                  <a:lnTo>
                    <a:pt x="2065" y="531"/>
                  </a:lnTo>
                  <a:cubicBezTo>
                    <a:pt x="2177" y="670"/>
                    <a:pt x="2372" y="865"/>
                    <a:pt x="2344" y="1061"/>
                  </a:cubicBezTo>
                  <a:cubicBezTo>
                    <a:pt x="2316" y="1256"/>
                    <a:pt x="2122" y="1478"/>
                    <a:pt x="1927" y="1507"/>
                  </a:cubicBezTo>
                  <a:lnTo>
                    <a:pt x="1927" y="1507"/>
                  </a:lnTo>
                  <a:cubicBezTo>
                    <a:pt x="1945" y="1307"/>
                    <a:pt x="2150" y="1247"/>
                    <a:pt x="2177" y="1061"/>
                  </a:cubicBezTo>
                  <a:cubicBezTo>
                    <a:pt x="2205" y="893"/>
                    <a:pt x="1954" y="698"/>
                    <a:pt x="2065" y="531"/>
                  </a:cubicBezTo>
                  <a:close/>
                  <a:moveTo>
                    <a:pt x="1842" y="0"/>
                  </a:moveTo>
                  <a:cubicBezTo>
                    <a:pt x="1842" y="363"/>
                    <a:pt x="1786" y="726"/>
                    <a:pt x="1703" y="1061"/>
                  </a:cubicBezTo>
                  <a:cubicBezTo>
                    <a:pt x="1591" y="1535"/>
                    <a:pt x="1033" y="1619"/>
                    <a:pt x="866" y="2037"/>
                  </a:cubicBezTo>
                  <a:cubicBezTo>
                    <a:pt x="838" y="2149"/>
                    <a:pt x="754" y="2204"/>
                    <a:pt x="642" y="2204"/>
                  </a:cubicBezTo>
                  <a:cubicBezTo>
                    <a:pt x="615" y="2204"/>
                    <a:pt x="587" y="2204"/>
                    <a:pt x="559" y="2177"/>
                  </a:cubicBezTo>
                  <a:cubicBezTo>
                    <a:pt x="419" y="2093"/>
                    <a:pt x="196" y="2009"/>
                    <a:pt x="1" y="1925"/>
                  </a:cubicBezTo>
                  <a:lnTo>
                    <a:pt x="1" y="1925"/>
                  </a:lnTo>
                  <a:cubicBezTo>
                    <a:pt x="29" y="1953"/>
                    <a:pt x="29" y="1981"/>
                    <a:pt x="57" y="2037"/>
                  </a:cubicBezTo>
                  <a:cubicBezTo>
                    <a:pt x="252" y="2456"/>
                    <a:pt x="531" y="2762"/>
                    <a:pt x="866" y="2902"/>
                  </a:cubicBezTo>
                  <a:cubicBezTo>
                    <a:pt x="1033" y="2762"/>
                    <a:pt x="1145" y="2539"/>
                    <a:pt x="1256" y="2344"/>
                  </a:cubicBezTo>
                  <a:cubicBezTo>
                    <a:pt x="1507" y="1842"/>
                    <a:pt x="2261" y="1646"/>
                    <a:pt x="2400" y="1116"/>
                  </a:cubicBezTo>
                  <a:cubicBezTo>
                    <a:pt x="2426" y="988"/>
                    <a:pt x="2451" y="883"/>
                    <a:pt x="2455" y="781"/>
                  </a:cubicBezTo>
                  <a:lnTo>
                    <a:pt x="2455" y="781"/>
                  </a:lnTo>
                  <a:cubicBezTo>
                    <a:pt x="2316" y="502"/>
                    <a:pt x="1981" y="307"/>
                    <a:pt x="1842" y="28"/>
                  </a:cubicBezTo>
                  <a:cubicBezTo>
                    <a:pt x="1842" y="28"/>
                    <a:pt x="1842" y="0"/>
                    <a:pt x="1842" y="0"/>
                  </a:cubicBezTo>
                  <a:close/>
                </a:path>
              </a:pathLst>
            </a:custGeom>
            <a:solidFill>
              <a:srgbClr val="975B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1794;p35">
              <a:extLst>
                <a:ext uri="{FF2B5EF4-FFF2-40B4-BE49-F238E27FC236}">
                  <a16:creationId xmlns:a16="http://schemas.microsoft.com/office/drawing/2014/main" id="{CAFE872A-CBF7-AAE9-78BE-6965D6833C80}"/>
                </a:ext>
              </a:extLst>
            </p:cNvPr>
            <p:cNvSpPr/>
            <p:nvPr/>
          </p:nvSpPr>
          <p:spPr>
            <a:xfrm>
              <a:off x="3353006" y="2566676"/>
              <a:ext cx="51664" cy="53823"/>
            </a:xfrm>
            <a:custGeom>
              <a:avLst/>
              <a:gdLst/>
              <a:ahLst/>
              <a:cxnLst/>
              <a:rect l="l" t="t" r="r" b="b"/>
              <a:pathLst>
                <a:path w="1340" h="1396" extrusionOk="0">
                  <a:moveTo>
                    <a:pt x="1" y="0"/>
                  </a:moveTo>
                  <a:cubicBezTo>
                    <a:pt x="84" y="279"/>
                    <a:pt x="168" y="614"/>
                    <a:pt x="335" y="893"/>
                  </a:cubicBezTo>
                  <a:cubicBezTo>
                    <a:pt x="447" y="1116"/>
                    <a:pt x="642" y="1395"/>
                    <a:pt x="921" y="1395"/>
                  </a:cubicBezTo>
                  <a:lnTo>
                    <a:pt x="949" y="1395"/>
                  </a:lnTo>
                  <a:cubicBezTo>
                    <a:pt x="1089" y="1395"/>
                    <a:pt x="1228" y="1340"/>
                    <a:pt x="1340" y="1256"/>
                  </a:cubicBezTo>
                  <a:cubicBezTo>
                    <a:pt x="1005" y="1116"/>
                    <a:pt x="726" y="810"/>
                    <a:pt x="531" y="391"/>
                  </a:cubicBezTo>
                  <a:cubicBezTo>
                    <a:pt x="503" y="335"/>
                    <a:pt x="503" y="307"/>
                    <a:pt x="475" y="279"/>
                  </a:cubicBezTo>
                  <a:cubicBezTo>
                    <a:pt x="307" y="196"/>
                    <a:pt x="112" y="84"/>
                    <a:pt x="1" y="0"/>
                  </a:cubicBezTo>
                  <a:close/>
                </a:path>
              </a:pathLst>
            </a:custGeom>
            <a:solidFill>
              <a:srgbClr val="8C5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795;p35">
              <a:extLst>
                <a:ext uri="{FF2B5EF4-FFF2-40B4-BE49-F238E27FC236}">
                  <a16:creationId xmlns:a16="http://schemas.microsoft.com/office/drawing/2014/main" id="{47D10C57-200F-6066-4FFD-BA98535CA02A}"/>
                </a:ext>
              </a:extLst>
            </p:cNvPr>
            <p:cNvSpPr/>
            <p:nvPr/>
          </p:nvSpPr>
          <p:spPr>
            <a:xfrm>
              <a:off x="3365922" y="2620461"/>
              <a:ext cx="1118" cy="39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8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lnTo>
                    <a:pt x="28" y="0"/>
                  </a:lnTo>
                </a:path>
              </a:pathLst>
            </a:custGeom>
            <a:solidFill>
              <a:srgbClr val="8C50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796;p35">
              <a:extLst>
                <a:ext uri="{FF2B5EF4-FFF2-40B4-BE49-F238E27FC236}">
                  <a16:creationId xmlns:a16="http://schemas.microsoft.com/office/drawing/2014/main" id="{FE623434-3F18-A860-A88C-913BC1E2460C}"/>
                </a:ext>
              </a:extLst>
            </p:cNvPr>
            <p:cNvSpPr/>
            <p:nvPr/>
          </p:nvSpPr>
          <p:spPr>
            <a:xfrm>
              <a:off x="3301379" y="2583872"/>
              <a:ext cx="6477" cy="3277"/>
            </a:xfrm>
            <a:custGeom>
              <a:avLst/>
              <a:gdLst/>
              <a:ahLst/>
              <a:cxnLst/>
              <a:rect l="l" t="t" r="r" b="b"/>
              <a:pathLst>
                <a:path w="168" h="85" extrusionOk="0">
                  <a:moveTo>
                    <a:pt x="168" y="85"/>
                  </a:moveTo>
                  <a:cubicBezTo>
                    <a:pt x="112" y="57"/>
                    <a:pt x="56" y="29"/>
                    <a:pt x="0" y="1"/>
                  </a:cubicBezTo>
                  <a:lnTo>
                    <a:pt x="0" y="1"/>
                  </a:lnTo>
                  <a:cubicBezTo>
                    <a:pt x="56" y="29"/>
                    <a:pt x="112" y="57"/>
                    <a:pt x="168" y="85"/>
                  </a:cubicBezTo>
                  <a:close/>
                </a:path>
              </a:pathLst>
            </a:custGeom>
            <a:solidFill>
              <a:srgbClr val="9E9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797;p35">
              <a:extLst>
                <a:ext uri="{FF2B5EF4-FFF2-40B4-BE49-F238E27FC236}">
                  <a16:creationId xmlns:a16="http://schemas.microsoft.com/office/drawing/2014/main" id="{041E370E-E26E-AC5C-A00D-EF72239975A8}"/>
                </a:ext>
              </a:extLst>
            </p:cNvPr>
            <p:cNvSpPr/>
            <p:nvPr/>
          </p:nvSpPr>
          <p:spPr>
            <a:xfrm>
              <a:off x="3227159" y="2085843"/>
              <a:ext cx="10795" cy="6477"/>
            </a:xfrm>
            <a:custGeom>
              <a:avLst/>
              <a:gdLst/>
              <a:ahLst/>
              <a:cxnLst/>
              <a:rect l="l" t="t" r="r" b="b"/>
              <a:pathLst>
                <a:path w="280" h="168" extrusionOk="0">
                  <a:moveTo>
                    <a:pt x="0" y="1"/>
                  </a:moveTo>
                  <a:lnTo>
                    <a:pt x="279" y="168"/>
                  </a:lnTo>
                  <a:cubicBezTo>
                    <a:pt x="251" y="112"/>
                    <a:pt x="168" y="56"/>
                    <a:pt x="112" y="2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A36B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798;p35">
              <a:extLst>
                <a:ext uri="{FF2B5EF4-FFF2-40B4-BE49-F238E27FC236}">
                  <a16:creationId xmlns:a16="http://schemas.microsoft.com/office/drawing/2014/main" id="{629E323D-50BD-FC2F-C457-339B5EC751B0}"/>
                </a:ext>
              </a:extLst>
            </p:cNvPr>
            <p:cNvSpPr/>
            <p:nvPr/>
          </p:nvSpPr>
          <p:spPr>
            <a:xfrm>
              <a:off x="3465975" y="2533440"/>
              <a:ext cx="2159" cy="10680"/>
            </a:xfrm>
            <a:custGeom>
              <a:avLst/>
              <a:gdLst/>
              <a:ahLst/>
              <a:cxnLst/>
              <a:rect l="l" t="t" r="r" b="b"/>
              <a:pathLst>
                <a:path w="56" h="277" extrusionOk="0">
                  <a:moveTo>
                    <a:pt x="1" y="0"/>
                  </a:moveTo>
                  <a:lnTo>
                    <a:pt x="1" y="0"/>
                  </a:lnTo>
                  <a:cubicBezTo>
                    <a:pt x="28" y="83"/>
                    <a:pt x="56" y="166"/>
                    <a:pt x="56" y="277"/>
                  </a:cubicBezTo>
                  <a:lnTo>
                    <a:pt x="56" y="249"/>
                  </a:lnTo>
                  <a:cubicBezTo>
                    <a:pt x="56" y="166"/>
                    <a:pt x="28" y="83"/>
                    <a:pt x="1" y="0"/>
                  </a:cubicBezTo>
                  <a:close/>
                </a:path>
              </a:pathLst>
            </a:custGeom>
            <a:solidFill>
              <a:srgbClr val="9F99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799;p35">
              <a:extLst>
                <a:ext uri="{FF2B5EF4-FFF2-40B4-BE49-F238E27FC236}">
                  <a16:creationId xmlns:a16="http://schemas.microsoft.com/office/drawing/2014/main" id="{1A784BD1-0667-A3E6-5F88-796DE0648909}"/>
                </a:ext>
              </a:extLst>
            </p:cNvPr>
            <p:cNvSpPr/>
            <p:nvPr/>
          </p:nvSpPr>
          <p:spPr>
            <a:xfrm>
              <a:off x="3307818" y="2587110"/>
              <a:ext cx="38786" cy="37707"/>
            </a:xfrm>
            <a:custGeom>
              <a:avLst/>
              <a:gdLst/>
              <a:ahLst/>
              <a:cxnLst/>
              <a:rect l="l" t="t" r="r" b="b"/>
              <a:pathLst>
                <a:path w="1006" h="978" extrusionOk="0">
                  <a:moveTo>
                    <a:pt x="1005" y="977"/>
                  </a:moveTo>
                  <a:lnTo>
                    <a:pt x="1005" y="977"/>
                  </a:lnTo>
                  <a:lnTo>
                    <a:pt x="1005" y="977"/>
                  </a:lnTo>
                  <a:cubicBezTo>
                    <a:pt x="503" y="893"/>
                    <a:pt x="587" y="531"/>
                    <a:pt x="252" y="196"/>
                  </a:cubicBezTo>
                  <a:cubicBezTo>
                    <a:pt x="168" y="112"/>
                    <a:pt x="84" y="56"/>
                    <a:pt x="1" y="1"/>
                  </a:cubicBezTo>
                  <a:lnTo>
                    <a:pt x="1" y="1"/>
                  </a:lnTo>
                  <a:cubicBezTo>
                    <a:pt x="84" y="56"/>
                    <a:pt x="168" y="112"/>
                    <a:pt x="252" y="196"/>
                  </a:cubicBezTo>
                  <a:lnTo>
                    <a:pt x="252" y="196"/>
                  </a:lnTo>
                  <a:cubicBezTo>
                    <a:pt x="587" y="531"/>
                    <a:pt x="503" y="893"/>
                    <a:pt x="1005" y="977"/>
                  </a:cubicBezTo>
                  <a:cubicBezTo>
                    <a:pt x="1005" y="977"/>
                    <a:pt x="1005" y="977"/>
                    <a:pt x="1005" y="977"/>
                  </a:cubicBezTo>
                </a:path>
              </a:pathLst>
            </a:custGeom>
            <a:solidFill>
              <a:srgbClr val="9F99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800;p35">
              <a:extLst>
                <a:ext uri="{FF2B5EF4-FFF2-40B4-BE49-F238E27FC236}">
                  <a16:creationId xmlns:a16="http://schemas.microsoft.com/office/drawing/2014/main" id="{1A77FEB6-313D-2CB7-06AF-700F88DA6C14}"/>
                </a:ext>
              </a:extLst>
            </p:cNvPr>
            <p:cNvSpPr/>
            <p:nvPr/>
          </p:nvSpPr>
          <p:spPr>
            <a:xfrm>
              <a:off x="3307818" y="2587110"/>
              <a:ext cx="9716" cy="7557"/>
            </a:xfrm>
            <a:custGeom>
              <a:avLst/>
              <a:gdLst/>
              <a:ahLst/>
              <a:cxnLst/>
              <a:rect l="l" t="t" r="r" b="b"/>
              <a:pathLst>
                <a:path w="252" h="196" extrusionOk="0">
                  <a:moveTo>
                    <a:pt x="252" y="196"/>
                  </a:moveTo>
                  <a:cubicBezTo>
                    <a:pt x="168" y="112"/>
                    <a:pt x="84" y="56"/>
                    <a:pt x="1" y="1"/>
                  </a:cubicBezTo>
                  <a:cubicBezTo>
                    <a:pt x="84" y="56"/>
                    <a:pt x="168" y="112"/>
                    <a:pt x="252" y="196"/>
                  </a:cubicBezTo>
                  <a:close/>
                </a:path>
              </a:pathLst>
            </a:custGeom>
            <a:solidFill>
              <a:srgbClr val="8C51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801;p35">
              <a:extLst>
                <a:ext uri="{FF2B5EF4-FFF2-40B4-BE49-F238E27FC236}">
                  <a16:creationId xmlns:a16="http://schemas.microsoft.com/office/drawing/2014/main" id="{A4C63CF1-F6D4-85C4-AA48-8BB63A93B54B}"/>
                </a:ext>
              </a:extLst>
            </p:cNvPr>
            <p:cNvSpPr/>
            <p:nvPr/>
          </p:nvSpPr>
          <p:spPr>
            <a:xfrm>
              <a:off x="3367001" y="2620461"/>
              <a:ext cx="2198" cy="1118"/>
            </a:xfrm>
            <a:custGeom>
              <a:avLst/>
              <a:gdLst/>
              <a:ahLst/>
              <a:cxnLst/>
              <a:rect l="l" t="t" r="r" b="b"/>
              <a:pathLst>
                <a:path w="57" h="29" extrusionOk="0">
                  <a:moveTo>
                    <a:pt x="0" y="0"/>
                  </a:moveTo>
                  <a:lnTo>
                    <a:pt x="56" y="28"/>
                  </a:lnTo>
                  <a:cubicBezTo>
                    <a:pt x="28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F99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802;p35">
              <a:extLst>
                <a:ext uri="{FF2B5EF4-FFF2-40B4-BE49-F238E27FC236}">
                  <a16:creationId xmlns:a16="http://schemas.microsoft.com/office/drawing/2014/main" id="{FB7FDFBD-076F-4F5A-6E21-1DD12EA9886F}"/>
                </a:ext>
              </a:extLst>
            </p:cNvPr>
            <p:cNvSpPr/>
            <p:nvPr/>
          </p:nvSpPr>
          <p:spPr>
            <a:xfrm>
              <a:off x="3120667" y="2276233"/>
              <a:ext cx="10795" cy="20473"/>
            </a:xfrm>
            <a:custGeom>
              <a:avLst/>
              <a:gdLst/>
              <a:ahLst/>
              <a:cxnLst/>
              <a:rect l="l" t="t" r="r" b="b"/>
              <a:pathLst>
                <a:path w="280" h="531" extrusionOk="0">
                  <a:moveTo>
                    <a:pt x="0" y="531"/>
                  </a:moveTo>
                  <a:cubicBezTo>
                    <a:pt x="84" y="363"/>
                    <a:pt x="196" y="168"/>
                    <a:pt x="279" y="1"/>
                  </a:cubicBezTo>
                  <a:cubicBezTo>
                    <a:pt x="196" y="168"/>
                    <a:pt x="84" y="363"/>
                    <a:pt x="0" y="531"/>
                  </a:cubicBezTo>
                  <a:close/>
                </a:path>
              </a:pathLst>
            </a:custGeom>
            <a:solidFill>
              <a:srgbClr val="A76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803;p35">
              <a:extLst>
                <a:ext uri="{FF2B5EF4-FFF2-40B4-BE49-F238E27FC236}">
                  <a16:creationId xmlns:a16="http://schemas.microsoft.com/office/drawing/2014/main" id="{E00552E9-6180-3B6B-EAB6-658DEA5229E6}"/>
                </a:ext>
              </a:extLst>
            </p:cNvPr>
            <p:cNvSpPr/>
            <p:nvPr/>
          </p:nvSpPr>
          <p:spPr>
            <a:xfrm>
              <a:off x="3104512" y="2255798"/>
              <a:ext cx="139878" cy="270039"/>
            </a:xfrm>
            <a:custGeom>
              <a:avLst/>
              <a:gdLst/>
              <a:ahLst/>
              <a:cxnLst/>
              <a:rect l="l" t="t" r="r" b="b"/>
              <a:pathLst>
                <a:path w="3628" h="7004" extrusionOk="0">
                  <a:moveTo>
                    <a:pt x="922" y="1"/>
                  </a:moveTo>
                  <a:lnTo>
                    <a:pt x="922" y="1"/>
                  </a:lnTo>
                  <a:cubicBezTo>
                    <a:pt x="838" y="196"/>
                    <a:pt x="782" y="363"/>
                    <a:pt x="698" y="531"/>
                  </a:cubicBezTo>
                  <a:cubicBezTo>
                    <a:pt x="615" y="698"/>
                    <a:pt x="503" y="893"/>
                    <a:pt x="419" y="1061"/>
                  </a:cubicBezTo>
                  <a:cubicBezTo>
                    <a:pt x="196" y="1535"/>
                    <a:pt x="1" y="2205"/>
                    <a:pt x="1" y="2818"/>
                  </a:cubicBezTo>
                  <a:cubicBezTo>
                    <a:pt x="1" y="3014"/>
                    <a:pt x="29" y="3237"/>
                    <a:pt x="85" y="3432"/>
                  </a:cubicBezTo>
                  <a:cubicBezTo>
                    <a:pt x="112" y="3572"/>
                    <a:pt x="168" y="3683"/>
                    <a:pt x="224" y="3795"/>
                  </a:cubicBezTo>
                  <a:cubicBezTo>
                    <a:pt x="447" y="4241"/>
                    <a:pt x="1368" y="5274"/>
                    <a:pt x="1814" y="5525"/>
                  </a:cubicBezTo>
                  <a:cubicBezTo>
                    <a:pt x="2289" y="5804"/>
                    <a:pt x="2568" y="5692"/>
                    <a:pt x="2986" y="6138"/>
                  </a:cubicBezTo>
                  <a:cubicBezTo>
                    <a:pt x="3014" y="6166"/>
                    <a:pt x="3070" y="6222"/>
                    <a:pt x="3098" y="6250"/>
                  </a:cubicBezTo>
                  <a:cubicBezTo>
                    <a:pt x="3237" y="6138"/>
                    <a:pt x="3349" y="6027"/>
                    <a:pt x="3488" y="5915"/>
                  </a:cubicBezTo>
                  <a:cubicBezTo>
                    <a:pt x="3377" y="5692"/>
                    <a:pt x="3321" y="5441"/>
                    <a:pt x="3265" y="5218"/>
                  </a:cubicBezTo>
                  <a:cubicBezTo>
                    <a:pt x="3209" y="4883"/>
                    <a:pt x="2958" y="4827"/>
                    <a:pt x="2651" y="4799"/>
                  </a:cubicBezTo>
                  <a:cubicBezTo>
                    <a:pt x="1368" y="4660"/>
                    <a:pt x="1340" y="3962"/>
                    <a:pt x="1117" y="3544"/>
                  </a:cubicBezTo>
                  <a:cubicBezTo>
                    <a:pt x="922" y="3153"/>
                    <a:pt x="726" y="2679"/>
                    <a:pt x="698" y="2233"/>
                  </a:cubicBezTo>
                  <a:cubicBezTo>
                    <a:pt x="643" y="1479"/>
                    <a:pt x="894" y="754"/>
                    <a:pt x="922" y="1"/>
                  </a:cubicBezTo>
                  <a:close/>
                  <a:moveTo>
                    <a:pt x="3572" y="6892"/>
                  </a:moveTo>
                  <a:lnTo>
                    <a:pt x="3600" y="6948"/>
                  </a:lnTo>
                  <a:lnTo>
                    <a:pt x="3600" y="6948"/>
                  </a:lnTo>
                  <a:cubicBezTo>
                    <a:pt x="3593" y="6927"/>
                    <a:pt x="3586" y="6906"/>
                    <a:pt x="3572" y="6892"/>
                  </a:cubicBezTo>
                  <a:close/>
                  <a:moveTo>
                    <a:pt x="3600" y="6948"/>
                  </a:moveTo>
                  <a:cubicBezTo>
                    <a:pt x="3607" y="6968"/>
                    <a:pt x="3614" y="6989"/>
                    <a:pt x="3628" y="7003"/>
                  </a:cubicBezTo>
                  <a:lnTo>
                    <a:pt x="3600" y="6948"/>
                  </a:lnTo>
                  <a:close/>
                </a:path>
              </a:pathLst>
            </a:custGeom>
            <a:solidFill>
              <a:srgbClr val="985D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804;p35">
              <a:extLst>
                <a:ext uri="{FF2B5EF4-FFF2-40B4-BE49-F238E27FC236}">
                  <a16:creationId xmlns:a16="http://schemas.microsoft.com/office/drawing/2014/main" id="{7E32B7E7-BD09-7F1F-09F9-F1BE72C63A44}"/>
                </a:ext>
              </a:extLst>
            </p:cNvPr>
            <p:cNvSpPr/>
            <p:nvPr/>
          </p:nvSpPr>
          <p:spPr>
            <a:xfrm>
              <a:off x="3223920" y="2483857"/>
              <a:ext cx="129121" cy="100050"/>
            </a:xfrm>
            <a:custGeom>
              <a:avLst/>
              <a:gdLst/>
              <a:ahLst/>
              <a:cxnLst/>
              <a:rect l="l" t="t" r="r" b="b"/>
              <a:pathLst>
                <a:path w="3349" h="2595" extrusionOk="0">
                  <a:moveTo>
                    <a:pt x="391" y="0"/>
                  </a:moveTo>
                  <a:cubicBezTo>
                    <a:pt x="252" y="112"/>
                    <a:pt x="140" y="223"/>
                    <a:pt x="1" y="335"/>
                  </a:cubicBezTo>
                  <a:cubicBezTo>
                    <a:pt x="168" y="558"/>
                    <a:pt x="308" y="781"/>
                    <a:pt x="475" y="977"/>
                  </a:cubicBezTo>
                  <a:lnTo>
                    <a:pt x="531" y="1088"/>
                  </a:lnTo>
                  <a:cubicBezTo>
                    <a:pt x="810" y="1451"/>
                    <a:pt x="1005" y="1925"/>
                    <a:pt x="1340" y="2232"/>
                  </a:cubicBezTo>
                  <a:cubicBezTo>
                    <a:pt x="1535" y="2400"/>
                    <a:pt x="1786" y="2483"/>
                    <a:pt x="2009" y="2595"/>
                  </a:cubicBezTo>
                  <a:cubicBezTo>
                    <a:pt x="2149" y="2595"/>
                    <a:pt x="2316" y="2539"/>
                    <a:pt x="2456" y="2455"/>
                  </a:cubicBezTo>
                  <a:cubicBezTo>
                    <a:pt x="2595" y="2400"/>
                    <a:pt x="3014" y="1981"/>
                    <a:pt x="3181" y="1981"/>
                  </a:cubicBezTo>
                  <a:cubicBezTo>
                    <a:pt x="3209" y="1981"/>
                    <a:pt x="3237" y="2009"/>
                    <a:pt x="3237" y="2037"/>
                  </a:cubicBezTo>
                  <a:cubicBezTo>
                    <a:pt x="3265" y="2065"/>
                    <a:pt x="3293" y="2093"/>
                    <a:pt x="3349" y="2148"/>
                  </a:cubicBezTo>
                  <a:cubicBezTo>
                    <a:pt x="3321" y="2037"/>
                    <a:pt x="3265" y="1925"/>
                    <a:pt x="3237" y="1814"/>
                  </a:cubicBezTo>
                  <a:cubicBezTo>
                    <a:pt x="3153" y="1591"/>
                    <a:pt x="3014" y="1367"/>
                    <a:pt x="2818" y="1256"/>
                  </a:cubicBezTo>
                  <a:cubicBezTo>
                    <a:pt x="2735" y="1228"/>
                    <a:pt x="2651" y="1200"/>
                    <a:pt x="2595" y="1200"/>
                  </a:cubicBezTo>
                  <a:cubicBezTo>
                    <a:pt x="2344" y="1200"/>
                    <a:pt x="2260" y="1479"/>
                    <a:pt x="2344" y="1730"/>
                  </a:cubicBezTo>
                  <a:cubicBezTo>
                    <a:pt x="2372" y="1870"/>
                    <a:pt x="2428" y="1981"/>
                    <a:pt x="2484" y="2121"/>
                  </a:cubicBezTo>
                  <a:cubicBezTo>
                    <a:pt x="2121" y="1925"/>
                    <a:pt x="1758" y="1758"/>
                    <a:pt x="1451" y="1535"/>
                  </a:cubicBezTo>
                  <a:cubicBezTo>
                    <a:pt x="949" y="1172"/>
                    <a:pt x="614" y="586"/>
                    <a:pt x="391" y="0"/>
                  </a:cubicBezTo>
                  <a:close/>
                </a:path>
              </a:pathLst>
            </a:custGeom>
            <a:solidFill>
              <a:srgbClr val="8C51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805;p35">
              <a:extLst>
                <a:ext uri="{FF2B5EF4-FFF2-40B4-BE49-F238E27FC236}">
                  <a16:creationId xmlns:a16="http://schemas.microsoft.com/office/drawing/2014/main" id="{F2968EE7-B54E-3873-67CA-5D7D5323415E}"/>
                </a:ext>
              </a:extLst>
            </p:cNvPr>
            <p:cNvSpPr/>
            <p:nvPr/>
          </p:nvSpPr>
          <p:spPr>
            <a:xfrm>
              <a:off x="3404632" y="2532245"/>
              <a:ext cx="63500" cy="102248"/>
            </a:xfrm>
            <a:custGeom>
              <a:avLst/>
              <a:gdLst/>
              <a:ahLst/>
              <a:cxnLst/>
              <a:rect l="l" t="t" r="r" b="b"/>
              <a:pathLst>
                <a:path w="1647" h="2652" extrusionOk="0">
                  <a:moveTo>
                    <a:pt x="1591" y="1"/>
                  </a:moveTo>
                  <a:cubicBezTo>
                    <a:pt x="1591" y="112"/>
                    <a:pt x="1563" y="224"/>
                    <a:pt x="1535" y="363"/>
                  </a:cubicBezTo>
                  <a:cubicBezTo>
                    <a:pt x="1396" y="893"/>
                    <a:pt x="642" y="1089"/>
                    <a:pt x="391" y="1591"/>
                  </a:cubicBezTo>
                  <a:cubicBezTo>
                    <a:pt x="280" y="1786"/>
                    <a:pt x="168" y="2009"/>
                    <a:pt x="1" y="2149"/>
                  </a:cubicBezTo>
                  <a:cubicBezTo>
                    <a:pt x="112" y="2205"/>
                    <a:pt x="224" y="2261"/>
                    <a:pt x="363" y="2261"/>
                  </a:cubicBezTo>
                  <a:cubicBezTo>
                    <a:pt x="346" y="2295"/>
                    <a:pt x="328" y="2328"/>
                    <a:pt x="309" y="2359"/>
                  </a:cubicBezTo>
                  <a:lnTo>
                    <a:pt x="309" y="2359"/>
                  </a:lnTo>
                  <a:cubicBezTo>
                    <a:pt x="546" y="1993"/>
                    <a:pt x="710" y="1482"/>
                    <a:pt x="921" y="1228"/>
                  </a:cubicBezTo>
                  <a:cubicBezTo>
                    <a:pt x="1145" y="949"/>
                    <a:pt x="1647" y="698"/>
                    <a:pt x="1647" y="308"/>
                  </a:cubicBezTo>
                  <a:lnTo>
                    <a:pt x="1647" y="280"/>
                  </a:lnTo>
                  <a:cubicBezTo>
                    <a:pt x="1647" y="196"/>
                    <a:pt x="1619" y="112"/>
                    <a:pt x="1591" y="29"/>
                  </a:cubicBezTo>
                  <a:cubicBezTo>
                    <a:pt x="1591" y="29"/>
                    <a:pt x="1591" y="29"/>
                    <a:pt x="1591" y="1"/>
                  </a:cubicBezTo>
                  <a:close/>
                  <a:moveTo>
                    <a:pt x="309" y="2359"/>
                  </a:moveTo>
                  <a:cubicBezTo>
                    <a:pt x="234" y="2476"/>
                    <a:pt x="151" y="2577"/>
                    <a:pt x="56" y="2651"/>
                  </a:cubicBezTo>
                  <a:cubicBezTo>
                    <a:pt x="145" y="2585"/>
                    <a:pt x="234" y="2483"/>
                    <a:pt x="309" y="2359"/>
                  </a:cubicBezTo>
                  <a:close/>
                </a:path>
              </a:pathLst>
            </a:custGeom>
            <a:solidFill>
              <a:srgbClr val="8C50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806;p35">
              <a:extLst>
                <a:ext uri="{FF2B5EF4-FFF2-40B4-BE49-F238E27FC236}">
                  <a16:creationId xmlns:a16="http://schemas.microsoft.com/office/drawing/2014/main" id="{827184E3-5167-4C2A-43F2-A88A622F2E35}"/>
                </a:ext>
              </a:extLst>
            </p:cNvPr>
            <p:cNvSpPr/>
            <p:nvPr/>
          </p:nvSpPr>
          <p:spPr>
            <a:xfrm>
              <a:off x="3301379" y="2560237"/>
              <a:ext cx="117284" cy="79616"/>
            </a:xfrm>
            <a:custGeom>
              <a:avLst/>
              <a:gdLst/>
              <a:ahLst/>
              <a:cxnLst/>
              <a:rect l="l" t="t" r="r" b="b"/>
              <a:pathLst>
                <a:path w="3042" h="2065" extrusionOk="0">
                  <a:moveTo>
                    <a:pt x="1172" y="0"/>
                  </a:moveTo>
                  <a:cubicBezTo>
                    <a:pt x="1005" y="0"/>
                    <a:pt x="586" y="419"/>
                    <a:pt x="447" y="474"/>
                  </a:cubicBezTo>
                  <a:cubicBezTo>
                    <a:pt x="307" y="558"/>
                    <a:pt x="140" y="614"/>
                    <a:pt x="0" y="614"/>
                  </a:cubicBezTo>
                  <a:cubicBezTo>
                    <a:pt x="56" y="642"/>
                    <a:pt x="112" y="670"/>
                    <a:pt x="168" y="698"/>
                  </a:cubicBezTo>
                  <a:cubicBezTo>
                    <a:pt x="251" y="753"/>
                    <a:pt x="335" y="809"/>
                    <a:pt x="419" y="893"/>
                  </a:cubicBezTo>
                  <a:cubicBezTo>
                    <a:pt x="754" y="1228"/>
                    <a:pt x="670" y="1590"/>
                    <a:pt x="1172" y="1674"/>
                  </a:cubicBezTo>
                  <a:lnTo>
                    <a:pt x="1312" y="1674"/>
                  </a:lnTo>
                  <a:lnTo>
                    <a:pt x="1367" y="1646"/>
                  </a:lnTo>
                  <a:cubicBezTo>
                    <a:pt x="1423" y="1618"/>
                    <a:pt x="1507" y="1590"/>
                    <a:pt x="1591" y="1562"/>
                  </a:cubicBezTo>
                  <a:lnTo>
                    <a:pt x="1702" y="1562"/>
                  </a:lnTo>
                  <a:cubicBezTo>
                    <a:pt x="1702" y="1562"/>
                    <a:pt x="1730" y="1562"/>
                    <a:pt x="1758" y="1590"/>
                  </a:cubicBezTo>
                  <a:lnTo>
                    <a:pt x="1814" y="1590"/>
                  </a:lnTo>
                  <a:cubicBezTo>
                    <a:pt x="2009" y="1674"/>
                    <a:pt x="1953" y="1925"/>
                    <a:pt x="2149" y="2009"/>
                  </a:cubicBezTo>
                  <a:cubicBezTo>
                    <a:pt x="2232" y="2037"/>
                    <a:pt x="2316" y="2065"/>
                    <a:pt x="2400" y="2065"/>
                  </a:cubicBezTo>
                  <a:cubicBezTo>
                    <a:pt x="2511" y="2065"/>
                    <a:pt x="2623" y="2009"/>
                    <a:pt x="2734" y="1925"/>
                  </a:cubicBezTo>
                  <a:cubicBezTo>
                    <a:pt x="2846" y="1841"/>
                    <a:pt x="2958" y="1702"/>
                    <a:pt x="3041" y="1535"/>
                  </a:cubicBezTo>
                  <a:cubicBezTo>
                    <a:pt x="2902" y="1535"/>
                    <a:pt x="2790" y="1479"/>
                    <a:pt x="2679" y="1423"/>
                  </a:cubicBezTo>
                  <a:cubicBezTo>
                    <a:pt x="2567" y="1507"/>
                    <a:pt x="2428" y="1562"/>
                    <a:pt x="2288" y="1562"/>
                  </a:cubicBezTo>
                  <a:lnTo>
                    <a:pt x="2260" y="1562"/>
                  </a:lnTo>
                  <a:cubicBezTo>
                    <a:pt x="1981" y="1562"/>
                    <a:pt x="1786" y="1283"/>
                    <a:pt x="1674" y="1060"/>
                  </a:cubicBezTo>
                  <a:cubicBezTo>
                    <a:pt x="1507" y="781"/>
                    <a:pt x="1423" y="446"/>
                    <a:pt x="1340" y="167"/>
                  </a:cubicBezTo>
                  <a:cubicBezTo>
                    <a:pt x="1284" y="112"/>
                    <a:pt x="1256" y="84"/>
                    <a:pt x="1228" y="56"/>
                  </a:cubicBezTo>
                  <a:cubicBezTo>
                    <a:pt x="1228" y="28"/>
                    <a:pt x="1200" y="0"/>
                    <a:pt x="1172" y="0"/>
                  </a:cubicBezTo>
                  <a:close/>
                </a:path>
              </a:pathLst>
            </a:custGeom>
            <a:solidFill>
              <a:srgbClr val="854A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807;p35">
              <a:extLst>
                <a:ext uri="{FF2B5EF4-FFF2-40B4-BE49-F238E27FC236}">
                  <a16:creationId xmlns:a16="http://schemas.microsoft.com/office/drawing/2014/main" id="{E01D4395-A8B2-230D-81C1-5D64DCA7A1C2}"/>
                </a:ext>
              </a:extLst>
            </p:cNvPr>
            <p:cNvSpPr/>
            <p:nvPr/>
          </p:nvSpPr>
          <p:spPr>
            <a:xfrm>
              <a:off x="3096993" y="2255798"/>
              <a:ext cx="101168" cy="222694"/>
            </a:xfrm>
            <a:custGeom>
              <a:avLst/>
              <a:gdLst/>
              <a:ahLst/>
              <a:cxnLst/>
              <a:rect l="l" t="t" r="r" b="b"/>
              <a:pathLst>
                <a:path w="2624" h="5776" extrusionOk="0">
                  <a:moveTo>
                    <a:pt x="1117" y="1"/>
                  </a:moveTo>
                  <a:cubicBezTo>
                    <a:pt x="977" y="363"/>
                    <a:pt x="782" y="726"/>
                    <a:pt x="614" y="1061"/>
                  </a:cubicBezTo>
                  <a:cubicBezTo>
                    <a:pt x="280" y="1814"/>
                    <a:pt x="1" y="2986"/>
                    <a:pt x="419" y="3795"/>
                  </a:cubicBezTo>
                  <a:cubicBezTo>
                    <a:pt x="642" y="4241"/>
                    <a:pt x="1563" y="5274"/>
                    <a:pt x="2009" y="5525"/>
                  </a:cubicBezTo>
                  <a:cubicBezTo>
                    <a:pt x="2232" y="5664"/>
                    <a:pt x="2428" y="5720"/>
                    <a:pt x="2623" y="5776"/>
                  </a:cubicBezTo>
                  <a:cubicBezTo>
                    <a:pt x="1647" y="5246"/>
                    <a:pt x="1368" y="4716"/>
                    <a:pt x="949" y="4018"/>
                  </a:cubicBezTo>
                  <a:cubicBezTo>
                    <a:pt x="168" y="2735"/>
                    <a:pt x="893" y="1368"/>
                    <a:pt x="1117" y="29"/>
                  </a:cubicBezTo>
                  <a:lnTo>
                    <a:pt x="1117" y="1"/>
                  </a:lnTo>
                  <a:close/>
                </a:path>
              </a:pathLst>
            </a:custGeom>
            <a:solidFill>
              <a:srgbClr val="774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808;p35">
              <a:extLst>
                <a:ext uri="{FF2B5EF4-FFF2-40B4-BE49-F238E27FC236}">
                  <a16:creationId xmlns:a16="http://schemas.microsoft.com/office/drawing/2014/main" id="{8AA01490-7DEA-F37C-91F1-CE59779B70F8}"/>
                </a:ext>
              </a:extLst>
            </p:cNvPr>
            <p:cNvSpPr/>
            <p:nvPr/>
          </p:nvSpPr>
          <p:spPr>
            <a:xfrm>
              <a:off x="3265869" y="2460184"/>
              <a:ext cx="80734" cy="146316"/>
            </a:xfrm>
            <a:custGeom>
              <a:avLst/>
              <a:gdLst/>
              <a:ahLst/>
              <a:cxnLst/>
              <a:rect l="l" t="t" r="r" b="b"/>
              <a:pathLst>
                <a:path w="2094" h="3795" extrusionOk="0">
                  <a:moveTo>
                    <a:pt x="1" y="0"/>
                  </a:moveTo>
                  <a:cubicBezTo>
                    <a:pt x="84" y="726"/>
                    <a:pt x="810" y="1284"/>
                    <a:pt x="893" y="2065"/>
                  </a:cubicBezTo>
                  <a:cubicBezTo>
                    <a:pt x="949" y="2567"/>
                    <a:pt x="1005" y="2707"/>
                    <a:pt x="1396" y="3041"/>
                  </a:cubicBezTo>
                  <a:cubicBezTo>
                    <a:pt x="1647" y="3265"/>
                    <a:pt x="1898" y="3516"/>
                    <a:pt x="2093" y="3795"/>
                  </a:cubicBezTo>
                  <a:cubicBezTo>
                    <a:pt x="1786" y="3125"/>
                    <a:pt x="1089" y="2707"/>
                    <a:pt x="1089" y="1926"/>
                  </a:cubicBezTo>
                  <a:cubicBezTo>
                    <a:pt x="1061" y="1423"/>
                    <a:pt x="1061" y="1284"/>
                    <a:pt x="726" y="893"/>
                  </a:cubicBezTo>
                  <a:cubicBezTo>
                    <a:pt x="475" y="614"/>
                    <a:pt x="196" y="335"/>
                    <a:pt x="57" y="0"/>
                  </a:cubicBezTo>
                  <a:close/>
                </a:path>
              </a:pathLst>
            </a:custGeom>
            <a:solidFill>
              <a:srgbClr val="774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809;p35">
              <a:extLst>
                <a:ext uri="{FF2B5EF4-FFF2-40B4-BE49-F238E27FC236}">
                  <a16:creationId xmlns:a16="http://schemas.microsoft.com/office/drawing/2014/main" id="{2AC073B0-EF15-6BD7-D6B0-9630DCFEF109}"/>
                </a:ext>
              </a:extLst>
            </p:cNvPr>
            <p:cNvSpPr/>
            <p:nvPr/>
          </p:nvSpPr>
          <p:spPr>
            <a:xfrm>
              <a:off x="3320734" y="2550559"/>
              <a:ext cx="51664" cy="72098"/>
            </a:xfrm>
            <a:custGeom>
              <a:avLst/>
              <a:gdLst/>
              <a:ahLst/>
              <a:cxnLst/>
              <a:rect l="l" t="t" r="r" b="b"/>
              <a:pathLst>
                <a:path w="1340" h="1870" extrusionOk="0">
                  <a:moveTo>
                    <a:pt x="28" y="0"/>
                  </a:moveTo>
                  <a:lnTo>
                    <a:pt x="28" y="0"/>
                  </a:lnTo>
                  <a:cubicBezTo>
                    <a:pt x="1" y="335"/>
                    <a:pt x="531" y="670"/>
                    <a:pt x="698" y="976"/>
                  </a:cubicBezTo>
                  <a:cubicBezTo>
                    <a:pt x="865" y="1283"/>
                    <a:pt x="1005" y="1674"/>
                    <a:pt x="1340" y="1869"/>
                  </a:cubicBezTo>
                  <a:lnTo>
                    <a:pt x="1312" y="1730"/>
                  </a:lnTo>
                  <a:cubicBezTo>
                    <a:pt x="838" y="1255"/>
                    <a:pt x="782" y="167"/>
                    <a:pt x="28" y="0"/>
                  </a:cubicBezTo>
                  <a:close/>
                </a:path>
              </a:pathLst>
            </a:custGeom>
            <a:solidFill>
              <a:srgbClr val="280E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810;p35">
              <a:extLst>
                <a:ext uri="{FF2B5EF4-FFF2-40B4-BE49-F238E27FC236}">
                  <a16:creationId xmlns:a16="http://schemas.microsoft.com/office/drawing/2014/main" id="{BB5C6A1E-CDBA-35EA-0B6E-042FCF398CF0}"/>
                </a:ext>
              </a:extLst>
            </p:cNvPr>
            <p:cNvSpPr/>
            <p:nvPr/>
          </p:nvSpPr>
          <p:spPr>
            <a:xfrm>
              <a:off x="3445502" y="2523647"/>
              <a:ext cx="17273" cy="38748"/>
            </a:xfrm>
            <a:custGeom>
              <a:avLst/>
              <a:gdLst/>
              <a:ahLst/>
              <a:cxnLst/>
              <a:rect l="l" t="t" r="r" b="b"/>
              <a:pathLst>
                <a:path w="448" h="100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29" y="168"/>
                    <a:pt x="280" y="363"/>
                    <a:pt x="252" y="531"/>
                  </a:cubicBezTo>
                  <a:cubicBezTo>
                    <a:pt x="225" y="717"/>
                    <a:pt x="20" y="777"/>
                    <a:pt x="2" y="977"/>
                  </a:cubicBezTo>
                  <a:lnTo>
                    <a:pt x="2" y="977"/>
                  </a:lnTo>
                  <a:cubicBezTo>
                    <a:pt x="197" y="948"/>
                    <a:pt x="391" y="726"/>
                    <a:pt x="419" y="531"/>
                  </a:cubicBezTo>
                  <a:cubicBezTo>
                    <a:pt x="447" y="335"/>
                    <a:pt x="252" y="140"/>
                    <a:pt x="140" y="1"/>
                  </a:cubicBezTo>
                  <a:close/>
                  <a:moveTo>
                    <a:pt x="2" y="977"/>
                  </a:moveTo>
                  <a:cubicBezTo>
                    <a:pt x="2" y="977"/>
                    <a:pt x="1" y="977"/>
                    <a:pt x="1" y="977"/>
                  </a:cubicBezTo>
                  <a:lnTo>
                    <a:pt x="1" y="1005"/>
                  </a:lnTo>
                  <a:cubicBezTo>
                    <a:pt x="1" y="995"/>
                    <a:pt x="1" y="986"/>
                    <a:pt x="2" y="977"/>
                  </a:cubicBezTo>
                  <a:close/>
                </a:path>
              </a:pathLst>
            </a:custGeom>
            <a:solidFill>
              <a:srgbClr val="BD7B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811;p35">
              <a:extLst>
                <a:ext uri="{FF2B5EF4-FFF2-40B4-BE49-F238E27FC236}">
                  <a16:creationId xmlns:a16="http://schemas.microsoft.com/office/drawing/2014/main" id="{57FA1C33-E240-FB51-6A01-5F1E0ECA67A6}"/>
                </a:ext>
              </a:extLst>
            </p:cNvPr>
            <p:cNvSpPr/>
            <p:nvPr/>
          </p:nvSpPr>
          <p:spPr>
            <a:xfrm>
              <a:off x="3357324" y="2460184"/>
              <a:ext cx="39" cy="1118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0" y="0"/>
                  </a:moveTo>
                  <a:lnTo>
                    <a:pt x="0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9963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812;p35">
              <a:extLst>
                <a:ext uri="{FF2B5EF4-FFF2-40B4-BE49-F238E27FC236}">
                  <a16:creationId xmlns:a16="http://schemas.microsoft.com/office/drawing/2014/main" id="{D3A1D6C8-E0C3-0600-1894-595FFA814347}"/>
                </a:ext>
              </a:extLst>
            </p:cNvPr>
            <p:cNvSpPr/>
            <p:nvPr/>
          </p:nvSpPr>
          <p:spPr>
            <a:xfrm>
              <a:off x="3276626" y="2267326"/>
              <a:ext cx="60300" cy="42295"/>
            </a:xfrm>
            <a:custGeom>
              <a:avLst/>
              <a:gdLst/>
              <a:ahLst/>
              <a:cxnLst/>
              <a:rect l="l" t="t" r="r" b="b"/>
              <a:pathLst>
                <a:path w="1564" h="1097" extrusionOk="0">
                  <a:moveTo>
                    <a:pt x="885" y="1"/>
                  </a:moveTo>
                  <a:cubicBezTo>
                    <a:pt x="740" y="1"/>
                    <a:pt x="591" y="34"/>
                    <a:pt x="475" y="92"/>
                  </a:cubicBezTo>
                  <a:cubicBezTo>
                    <a:pt x="252" y="176"/>
                    <a:pt x="1" y="455"/>
                    <a:pt x="84" y="678"/>
                  </a:cubicBezTo>
                  <a:cubicBezTo>
                    <a:pt x="201" y="935"/>
                    <a:pt x="473" y="1055"/>
                    <a:pt x="755" y="1055"/>
                  </a:cubicBezTo>
                  <a:cubicBezTo>
                    <a:pt x="811" y="1055"/>
                    <a:pt x="866" y="1050"/>
                    <a:pt x="921" y="1041"/>
                  </a:cubicBezTo>
                  <a:cubicBezTo>
                    <a:pt x="1047" y="1027"/>
                    <a:pt x="1145" y="1006"/>
                    <a:pt x="1239" y="1006"/>
                  </a:cubicBezTo>
                  <a:cubicBezTo>
                    <a:pt x="1333" y="1006"/>
                    <a:pt x="1424" y="1027"/>
                    <a:pt x="1535" y="1097"/>
                  </a:cubicBezTo>
                  <a:lnTo>
                    <a:pt x="1563" y="1097"/>
                  </a:lnTo>
                  <a:cubicBezTo>
                    <a:pt x="1340" y="818"/>
                    <a:pt x="1507" y="483"/>
                    <a:pt x="1368" y="232"/>
                  </a:cubicBezTo>
                  <a:cubicBezTo>
                    <a:pt x="1286" y="68"/>
                    <a:pt x="1089" y="1"/>
                    <a:pt x="885" y="1"/>
                  </a:cubicBezTo>
                  <a:close/>
                </a:path>
              </a:pathLst>
            </a:custGeom>
            <a:solidFill>
              <a:srgbClr val="5928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813;p35">
              <a:extLst>
                <a:ext uri="{FF2B5EF4-FFF2-40B4-BE49-F238E27FC236}">
                  <a16:creationId xmlns:a16="http://schemas.microsoft.com/office/drawing/2014/main" id="{1360A6A6-4769-20CE-19D8-FCFC01DA27A5}"/>
                </a:ext>
              </a:extLst>
            </p:cNvPr>
            <p:cNvSpPr/>
            <p:nvPr/>
          </p:nvSpPr>
          <p:spPr>
            <a:xfrm>
              <a:off x="3322893" y="2238602"/>
              <a:ext cx="35548" cy="63500"/>
            </a:xfrm>
            <a:custGeom>
              <a:avLst/>
              <a:gdLst/>
              <a:ahLst/>
              <a:cxnLst/>
              <a:rect l="l" t="t" r="r" b="b"/>
              <a:pathLst>
                <a:path w="922" h="1647" extrusionOk="0">
                  <a:moveTo>
                    <a:pt x="0" y="0"/>
                  </a:moveTo>
                  <a:cubicBezTo>
                    <a:pt x="279" y="168"/>
                    <a:pt x="475" y="335"/>
                    <a:pt x="558" y="642"/>
                  </a:cubicBezTo>
                  <a:cubicBezTo>
                    <a:pt x="642" y="949"/>
                    <a:pt x="558" y="1284"/>
                    <a:pt x="782" y="1563"/>
                  </a:cubicBezTo>
                  <a:lnTo>
                    <a:pt x="809" y="1646"/>
                  </a:lnTo>
                  <a:cubicBezTo>
                    <a:pt x="837" y="1033"/>
                    <a:pt x="921" y="28"/>
                    <a:pt x="0" y="0"/>
                  </a:cubicBezTo>
                  <a:close/>
                </a:path>
              </a:pathLst>
            </a:custGeom>
            <a:solidFill>
              <a:srgbClr val="BC78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814;p35">
              <a:extLst>
                <a:ext uri="{FF2B5EF4-FFF2-40B4-BE49-F238E27FC236}">
                  <a16:creationId xmlns:a16="http://schemas.microsoft.com/office/drawing/2014/main" id="{6BC498DD-7F94-36C9-3A10-B219CC8422C8}"/>
                </a:ext>
              </a:extLst>
            </p:cNvPr>
            <p:cNvSpPr/>
            <p:nvPr/>
          </p:nvSpPr>
          <p:spPr>
            <a:xfrm>
              <a:off x="3339010" y="2328939"/>
              <a:ext cx="38786" cy="142037"/>
            </a:xfrm>
            <a:custGeom>
              <a:avLst/>
              <a:gdLst/>
              <a:ahLst/>
              <a:cxnLst/>
              <a:rect l="l" t="t" r="r" b="b"/>
              <a:pathLst>
                <a:path w="1006" h="3684" extrusionOk="0">
                  <a:moveTo>
                    <a:pt x="308" y="1"/>
                  </a:moveTo>
                  <a:cubicBezTo>
                    <a:pt x="1" y="810"/>
                    <a:pt x="475" y="1479"/>
                    <a:pt x="615" y="1982"/>
                  </a:cubicBezTo>
                  <a:cubicBezTo>
                    <a:pt x="810" y="2540"/>
                    <a:pt x="810" y="3125"/>
                    <a:pt x="894" y="3683"/>
                  </a:cubicBezTo>
                  <a:cubicBezTo>
                    <a:pt x="949" y="3153"/>
                    <a:pt x="1005" y="2400"/>
                    <a:pt x="894" y="1898"/>
                  </a:cubicBezTo>
                  <a:cubicBezTo>
                    <a:pt x="782" y="1340"/>
                    <a:pt x="308" y="810"/>
                    <a:pt x="308" y="1"/>
                  </a:cubicBezTo>
                  <a:close/>
                </a:path>
              </a:pathLst>
            </a:custGeom>
            <a:solidFill>
              <a:srgbClr val="BC78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815;p35">
              <a:extLst>
                <a:ext uri="{FF2B5EF4-FFF2-40B4-BE49-F238E27FC236}">
                  <a16:creationId xmlns:a16="http://schemas.microsoft.com/office/drawing/2014/main" id="{6EB8266F-C2A7-39A6-093F-4F1D02ADEDAD}"/>
                </a:ext>
              </a:extLst>
            </p:cNvPr>
            <p:cNvSpPr/>
            <p:nvPr/>
          </p:nvSpPr>
          <p:spPr>
            <a:xfrm>
              <a:off x="3251912" y="2175139"/>
              <a:ext cx="67780" cy="63577"/>
            </a:xfrm>
            <a:custGeom>
              <a:avLst/>
              <a:gdLst/>
              <a:ahLst/>
              <a:cxnLst/>
              <a:rect l="l" t="t" r="r" b="b"/>
              <a:pathLst>
                <a:path w="1758" h="1649" extrusionOk="0">
                  <a:moveTo>
                    <a:pt x="28" y="0"/>
                  </a:moveTo>
                  <a:lnTo>
                    <a:pt x="28" y="0"/>
                  </a:lnTo>
                  <a:cubicBezTo>
                    <a:pt x="0" y="251"/>
                    <a:pt x="251" y="502"/>
                    <a:pt x="363" y="698"/>
                  </a:cubicBezTo>
                  <a:cubicBezTo>
                    <a:pt x="446" y="865"/>
                    <a:pt x="502" y="1060"/>
                    <a:pt x="586" y="1256"/>
                  </a:cubicBezTo>
                  <a:cubicBezTo>
                    <a:pt x="708" y="1460"/>
                    <a:pt x="1069" y="1648"/>
                    <a:pt x="1406" y="1648"/>
                  </a:cubicBezTo>
                  <a:cubicBezTo>
                    <a:pt x="1531" y="1648"/>
                    <a:pt x="1652" y="1623"/>
                    <a:pt x="1758" y="1563"/>
                  </a:cubicBezTo>
                  <a:lnTo>
                    <a:pt x="1758" y="1535"/>
                  </a:lnTo>
                  <a:cubicBezTo>
                    <a:pt x="1534" y="1451"/>
                    <a:pt x="1255" y="1479"/>
                    <a:pt x="1088" y="1339"/>
                  </a:cubicBezTo>
                  <a:cubicBezTo>
                    <a:pt x="976" y="1228"/>
                    <a:pt x="865" y="1005"/>
                    <a:pt x="753" y="865"/>
                  </a:cubicBezTo>
                  <a:cubicBezTo>
                    <a:pt x="530" y="586"/>
                    <a:pt x="335" y="223"/>
                    <a:pt x="28" y="0"/>
                  </a:cubicBezTo>
                  <a:close/>
                </a:path>
              </a:pathLst>
            </a:custGeom>
            <a:solidFill>
              <a:srgbClr val="BC78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816;p35">
              <a:extLst>
                <a:ext uri="{FF2B5EF4-FFF2-40B4-BE49-F238E27FC236}">
                  <a16:creationId xmlns:a16="http://schemas.microsoft.com/office/drawing/2014/main" id="{762BE3F3-D127-1153-67A0-A8F458896D5E}"/>
                </a:ext>
              </a:extLst>
            </p:cNvPr>
            <p:cNvSpPr/>
            <p:nvPr/>
          </p:nvSpPr>
          <p:spPr>
            <a:xfrm>
              <a:off x="3252953" y="2284831"/>
              <a:ext cx="83973" cy="142037"/>
            </a:xfrm>
            <a:custGeom>
              <a:avLst/>
              <a:gdLst/>
              <a:ahLst/>
              <a:cxnLst/>
              <a:rect l="l" t="t" r="r" b="b"/>
              <a:pathLst>
                <a:path w="2178" h="3684" extrusionOk="0">
                  <a:moveTo>
                    <a:pt x="113" y="1"/>
                  </a:moveTo>
                  <a:lnTo>
                    <a:pt x="85" y="57"/>
                  </a:lnTo>
                  <a:cubicBezTo>
                    <a:pt x="1" y="85"/>
                    <a:pt x="29" y="447"/>
                    <a:pt x="447" y="1005"/>
                  </a:cubicBezTo>
                  <a:cubicBezTo>
                    <a:pt x="698" y="1312"/>
                    <a:pt x="1033" y="1507"/>
                    <a:pt x="1201" y="1842"/>
                  </a:cubicBezTo>
                  <a:cubicBezTo>
                    <a:pt x="1368" y="2177"/>
                    <a:pt x="1563" y="2540"/>
                    <a:pt x="1675" y="2875"/>
                  </a:cubicBezTo>
                  <a:cubicBezTo>
                    <a:pt x="1786" y="3209"/>
                    <a:pt x="1982" y="3405"/>
                    <a:pt x="2177" y="3684"/>
                  </a:cubicBezTo>
                  <a:cubicBezTo>
                    <a:pt x="1926" y="3014"/>
                    <a:pt x="1703" y="2317"/>
                    <a:pt x="1312" y="1703"/>
                  </a:cubicBezTo>
                  <a:cubicBezTo>
                    <a:pt x="1145" y="1368"/>
                    <a:pt x="949" y="1145"/>
                    <a:pt x="670" y="894"/>
                  </a:cubicBezTo>
                  <a:cubicBezTo>
                    <a:pt x="392" y="671"/>
                    <a:pt x="85" y="392"/>
                    <a:pt x="113" y="1"/>
                  </a:cubicBezTo>
                  <a:close/>
                </a:path>
              </a:pathLst>
            </a:custGeom>
            <a:solidFill>
              <a:srgbClr val="BC78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817;p35">
              <a:extLst>
                <a:ext uri="{FF2B5EF4-FFF2-40B4-BE49-F238E27FC236}">
                  <a16:creationId xmlns:a16="http://schemas.microsoft.com/office/drawing/2014/main" id="{959B19EF-C852-9E62-0F8B-2D8E9B33F893}"/>
                </a:ext>
              </a:extLst>
            </p:cNvPr>
            <p:cNvSpPr/>
            <p:nvPr/>
          </p:nvSpPr>
          <p:spPr>
            <a:xfrm>
              <a:off x="3226079" y="2179419"/>
              <a:ext cx="34468" cy="83934"/>
            </a:xfrm>
            <a:custGeom>
              <a:avLst/>
              <a:gdLst/>
              <a:ahLst/>
              <a:cxnLst/>
              <a:rect l="l" t="t" r="r" b="b"/>
              <a:pathLst>
                <a:path w="894" h="2177" extrusionOk="0">
                  <a:moveTo>
                    <a:pt x="0" y="1"/>
                  </a:moveTo>
                  <a:lnTo>
                    <a:pt x="0" y="1"/>
                  </a:lnTo>
                  <a:cubicBezTo>
                    <a:pt x="168" y="364"/>
                    <a:pt x="335" y="726"/>
                    <a:pt x="531" y="1061"/>
                  </a:cubicBezTo>
                  <a:cubicBezTo>
                    <a:pt x="642" y="1256"/>
                    <a:pt x="726" y="1452"/>
                    <a:pt x="754" y="1647"/>
                  </a:cubicBezTo>
                  <a:cubicBezTo>
                    <a:pt x="782" y="1758"/>
                    <a:pt x="782" y="2121"/>
                    <a:pt x="837" y="2149"/>
                  </a:cubicBezTo>
                  <a:lnTo>
                    <a:pt x="837" y="2177"/>
                  </a:lnTo>
                  <a:cubicBezTo>
                    <a:pt x="837" y="1786"/>
                    <a:pt x="893" y="1368"/>
                    <a:pt x="698" y="977"/>
                  </a:cubicBezTo>
                  <a:cubicBezTo>
                    <a:pt x="531" y="643"/>
                    <a:pt x="224" y="280"/>
                    <a:pt x="0" y="1"/>
                  </a:cubicBezTo>
                  <a:close/>
                </a:path>
              </a:pathLst>
            </a:custGeom>
            <a:solidFill>
              <a:srgbClr val="BC78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818;p35">
              <a:extLst>
                <a:ext uri="{FF2B5EF4-FFF2-40B4-BE49-F238E27FC236}">
                  <a16:creationId xmlns:a16="http://schemas.microsoft.com/office/drawing/2014/main" id="{97F78497-6EE9-6DA6-73CE-CE5A63A97FA2}"/>
                </a:ext>
              </a:extLst>
            </p:cNvPr>
            <p:cNvSpPr/>
            <p:nvPr/>
          </p:nvSpPr>
          <p:spPr>
            <a:xfrm>
              <a:off x="3284144" y="2271028"/>
              <a:ext cx="50623" cy="36010"/>
            </a:xfrm>
            <a:custGeom>
              <a:avLst/>
              <a:gdLst/>
              <a:ahLst/>
              <a:cxnLst/>
              <a:rect l="l" t="t" r="r" b="b"/>
              <a:pathLst>
                <a:path w="1313" h="934" extrusionOk="0">
                  <a:moveTo>
                    <a:pt x="622" y="1"/>
                  </a:moveTo>
                  <a:cubicBezTo>
                    <a:pt x="528" y="1"/>
                    <a:pt x="438" y="20"/>
                    <a:pt x="364" y="52"/>
                  </a:cubicBezTo>
                  <a:cubicBezTo>
                    <a:pt x="280" y="108"/>
                    <a:pt x="140" y="247"/>
                    <a:pt x="29" y="275"/>
                  </a:cubicBezTo>
                  <a:cubicBezTo>
                    <a:pt x="29" y="331"/>
                    <a:pt x="1" y="722"/>
                    <a:pt x="364" y="889"/>
                  </a:cubicBezTo>
                  <a:cubicBezTo>
                    <a:pt x="440" y="922"/>
                    <a:pt x="517" y="933"/>
                    <a:pt x="590" y="933"/>
                  </a:cubicBezTo>
                  <a:cubicBezTo>
                    <a:pt x="704" y="933"/>
                    <a:pt x="809" y="906"/>
                    <a:pt x="894" y="889"/>
                  </a:cubicBezTo>
                  <a:cubicBezTo>
                    <a:pt x="992" y="869"/>
                    <a:pt x="1091" y="850"/>
                    <a:pt x="1190" y="850"/>
                  </a:cubicBezTo>
                  <a:cubicBezTo>
                    <a:pt x="1231" y="850"/>
                    <a:pt x="1271" y="853"/>
                    <a:pt x="1312" y="861"/>
                  </a:cubicBezTo>
                  <a:cubicBezTo>
                    <a:pt x="1229" y="750"/>
                    <a:pt x="1173" y="666"/>
                    <a:pt x="1173" y="554"/>
                  </a:cubicBezTo>
                  <a:cubicBezTo>
                    <a:pt x="1145" y="415"/>
                    <a:pt x="1145" y="303"/>
                    <a:pt x="1061" y="192"/>
                  </a:cubicBezTo>
                  <a:cubicBezTo>
                    <a:pt x="940" y="53"/>
                    <a:pt x="776" y="1"/>
                    <a:pt x="622" y="1"/>
                  </a:cubicBezTo>
                  <a:close/>
                </a:path>
              </a:pathLst>
            </a:custGeom>
            <a:solidFill>
              <a:srgbClr val="4422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819;p35">
              <a:extLst>
                <a:ext uri="{FF2B5EF4-FFF2-40B4-BE49-F238E27FC236}">
                  <a16:creationId xmlns:a16="http://schemas.microsoft.com/office/drawing/2014/main" id="{A98B5A11-DA18-7AB7-8DC5-D81F6DD24BD6}"/>
                </a:ext>
              </a:extLst>
            </p:cNvPr>
            <p:cNvSpPr/>
            <p:nvPr/>
          </p:nvSpPr>
          <p:spPr>
            <a:xfrm>
              <a:off x="3284144" y="2271221"/>
              <a:ext cx="50623" cy="35818"/>
            </a:xfrm>
            <a:custGeom>
              <a:avLst/>
              <a:gdLst/>
              <a:ahLst/>
              <a:cxnLst/>
              <a:rect l="l" t="t" r="r" b="b"/>
              <a:pathLst>
                <a:path w="1313" h="929" extrusionOk="0">
                  <a:moveTo>
                    <a:pt x="626" y="1"/>
                  </a:moveTo>
                  <a:cubicBezTo>
                    <a:pt x="537" y="1"/>
                    <a:pt x="445" y="14"/>
                    <a:pt x="364" y="47"/>
                  </a:cubicBezTo>
                  <a:cubicBezTo>
                    <a:pt x="280" y="103"/>
                    <a:pt x="140" y="242"/>
                    <a:pt x="29" y="270"/>
                  </a:cubicBezTo>
                  <a:cubicBezTo>
                    <a:pt x="29" y="326"/>
                    <a:pt x="1" y="717"/>
                    <a:pt x="364" y="884"/>
                  </a:cubicBezTo>
                  <a:cubicBezTo>
                    <a:pt x="440" y="917"/>
                    <a:pt x="517" y="928"/>
                    <a:pt x="590" y="928"/>
                  </a:cubicBezTo>
                  <a:cubicBezTo>
                    <a:pt x="704" y="928"/>
                    <a:pt x="809" y="901"/>
                    <a:pt x="894" y="884"/>
                  </a:cubicBezTo>
                  <a:cubicBezTo>
                    <a:pt x="992" y="864"/>
                    <a:pt x="1091" y="845"/>
                    <a:pt x="1190" y="845"/>
                  </a:cubicBezTo>
                  <a:cubicBezTo>
                    <a:pt x="1231" y="845"/>
                    <a:pt x="1271" y="848"/>
                    <a:pt x="1312" y="856"/>
                  </a:cubicBezTo>
                  <a:cubicBezTo>
                    <a:pt x="1256" y="772"/>
                    <a:pt x="1201" y="689"/>
                    <a:pt x="1173" y="605"/>
                  </a:cubicBezTo>
                  <a:cubicBezTo>
                    <a:pt x="1131" y="647"/>
                    <a:pt x="1068" y="661"/>
                    <a:pt x="1002" y="661"/>
                  </a:cubicBezTo>
                  <a:cubicBezTo>
                    <a:pt x="936" y="661"/>
                    <a:pt x="866" y="647"/>
                    <a:pt x="810" y="633"/>
                  </a:cubicBezTo>
                  <a:cubicBezTo>
                    <a:pt x="615" y="549"/>
                    <a:pt x="531" y="354"/>
                    <a:pt x="615" y="187"/>
                  </a:cubicBezTo>
                  <a:cubicBezTo>
                    <a:pt x="643" y="103"/>
                    <a:pt x="726" y="47"/>
                    <a:pt x="810" y="19"/>
                  </a:cubicBezTo>
                  <a:cubicBezTo>
                    <a:pt x="752" y="8"/>
                    <a:pt x="690" y="1"/>
                    <a:pt x="626" y="1"/>
                  </a:cubicBezTo>
                  <a:close/>
                </a:path>
              </a:pathLst>
            </a:custGeom>
            <a:solidFill>
              <a:srgbClr val="3318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820;p35">
              <a:extLst>
                <a:ext uri="{FF2B5EF4-FFF2-40B4-BE49-F238E27FC236}">
                  <a16:creationId xmlns:a16="http://schemas.microsoft.com/office/drawing/2014/main" id="{2C22C05C-CFC4-48F5-71FB-D839C6F43F84}"/>
                </a:ext>
              </a:extLst>
            </p:cNvPr>
            <p:cNvSpPr/>
            <p:nvPr/>
          </p:nvSpPr>
          <p:spPr>
            <a:xfrm>
              <a:off x="3284144" y="2270874"/>
              <a:ext cx="37707" cy="36165"/>
            </a:xfrm>
            <a:custGeom>
              <a:avLst/>
              <a:gdLst/>
              <a:ahLst/>
              <a:cxnLst/>
              <a:rect l="l" t="t" r="r" b="b"/>
              <a:pathLst>
                <a:path w="978" h="938" extrusionOk="0">
                  <a:moveTo>
                    <a:pt x="587" y="0"/>
                  </a:moveTo>
                  <a:cubicBezTo>
                    <a:pt x="576" y="3"/>
                    <a:pt x="565" y="6"/>
                    <a:pt x="554" y="10"/>
                  </a:cubicBezTo>
                  <a:lnTo>
                    <a:pt x="554" y="10"/>
                  </a:lnTo>
                  <a:cubicBezTo>
                    <a:pt x="565" y="7"/>
                    <a:pt x="576" y="4"/>
                    <a:pt x="587" y="0"/>
                  </a:cubicBezTo>
                  <a:close/>
                  <a:moveTo>
                    <a:pt x="554" y="10"/>
                  </a:moveTo>
                  <a:cubicBezTo>
                    <a:pt x="482" y="29"/>
                    <a:pt x="412" y="32"/>
                    <a:pt x="364" y="56"/>
                  </a:cubicBezTo>
                  <a:cubicBezTo>
                    <a:pt x="280" y="112"/>
                    <a:pt x="140" y="251"/>
                    <a:pt x="29" y="279"/>
                  </a:cubicBezTo>
                  <a:cubicBezTo>
                    <a:pt x="29" y="335"/>
                    <a:pt x="1" y="726"/>
                    <a:pt x="364" y="893"/>
                  </a:cubicBezTo>
                  <a:cubicBezTo>
                    <a:pt x="440" y="926"/>
                    <a:pt x="517" y="937"/>
                    <a:pt x="590" y="937"/>
                  </a:cubicBezTo>
                  <a:cubicBezTo>
                    <a:pt x="704" y="937"/>
                    <a:pt x="809" y="910"/>
                    <a:pt x="894" y="893"/>
                  </a:cubicBezTo>
                  <a:lnTo>
                    <a:pt x="977" y="865"/>
                  </a:lnTo>
                  <a:lnTo>
                    <a:pt x="950" y="837"/>
                  </a:lnTo>
                  <a:cubicBezTo>
                    <a:pt x="922" y="840"/>
                    <a:pt x="894" y="841"/>
                    <a:pt x="867" y="841"/>
                  </a:cubicBezTo>
                  <a:cubicBezTo>
                    <a:pt x="622" y="841"/>
                    <a:pt x="408" y="728"/>
                    <a:pt x="308" y="502"/>
                  </a:cubicBezTo>
                  <a:cubicBezTo>
                    <a:pt x="255" y="290"/>
                    <a:pt x="353" y="78"/>
                    <a:pt x="554" y="10"/>
                  </a:cubicBezTo>
                  <a:close/>
                </a:path>
              </a:pathLst>
            </a:custGeom>
            <a:solidFill>
              <a:srgbClr val="2811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821;p35">
              <a:extLst>
                <a:ext uri="{FF2B5EF4-FFF2-40B4-BE49-F238E27FC236}">
                  <a16:creationId xmlns:a16="http://schemas.microsoft.com/office/drawing/2014/main" id="{1E9A33AD-A808-016D-F254-C2970D2D7184}"/>
                </a:ext>
              </a:extLst>
            </p:cNvPr>
            <p:cNvSpPr/>
            <p:nvPr/>
          </p:nvSpPr>
          <p:spPr>
            <a:xfrm>
              <a:off x="3313216" y="2286990"/>
              <a:ext cx="21552" cy="19393"/>
            </a:xfrm>
            <a:custGeom>
              <a:avLst/>
              <a:gdLst/>
              <a:ahLst/>
              <a:cxnLst/>
              <a:rect l="l" t="t" r="r" b="b"/>
              <a:pathLst>
                <a:path w="559" h="503" extrusionOk="0">
                  <a:moveTo>
                    <a:pt x="391" y="1"/>
                  </a:moveTo>
                  <a:lnTo>
                    <a:pt x="391" y="112"/>
                  </a:lnTo>
                  <a:cubicBezTo>
                    <a:pt x="363" y="252"/>
                    <a:pt x="251" y="363"/>
                    <a:pt x="112" y="447"/>
                  </a:cubicBezTo>
                  <a:cubicBezTo>
                    <a:pt x="84" y="475"/>
                    <a:pt x="56" y="503"/>
                    <a:pt x="0" y="503"/>
                  </a:cubicBezTo>
                  <a:cubicBezTo>
                    <a:pt x="56" y="503"/>
                    <a:pt x="112" y="475"/>
                    <a:pt x="140" y="475"/>
                  </a:cubicBezTo>
                  <a:cubicBezTo>
                    <a:pt x="238" y="455"/>
                    <a:pt x="337" y="436"/>
                    <a:pt x="436" y="436"/>
                  </a:cubicBezTo>
                  <a:cubicBezTo>
                    <a:pt x="477" y="436"/>
                    <a:pt x="517" y="439"/>
                    <a:pt x="558" y="447"/>
                  </a:cubicBezTo>
                  <a:cubicBezTo>
                    <a:pt x="475" y="336"/>
                    <a:pt x="419" y="252"/>
                    <a:pt x="419" y="140"/>
                  </a:cubicBezTo>
                  <a:cubicBezTo>
                    <a:pt x="419" y="84"/>
                    <a:pt x="391" y="57"/>
                    <a:pt x="391" y="1"/>
                  </a:cubicBezTo>
                  <a:close/>
                </a:path>
              </a:pathLst>
            </a:custGeom>
            <a:solidFill>
              <a:srgbClr val="EDC3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822;p35">
              <a:extLst>
                <a:ext uri="{FF2B5EF4-FFF2-40B4-BE49-F238E27FC236}">
                  <a16:creationId xmlns:a16="http://schemas.microsoft.com/office/drawing/2014/main" id="{E5E448C6-0DA8-FBEF-96F6-66B429821B0B}"/>
                </a:ext>
              </a:extLst>
            </p:cNvPr>
            <p:cNvSpPr/>
            <p:nvPr/>
          </p:nvSpPr>
          <p:spPr>
            <a:xfrm>
              <a:off x="3307818" y="2280551"/>
              <a:ext cx="16193" cy="14034"/>
            </a:xfrm>
            <a:custGeom>
              <a:avLst/>
              <a:gdLst/>
              <a:ahLst/>
              <a:cxnLst/>
              <a:rect l="l" t="t" r="r" b="b"/>
              <a:pathLst>
                <a:path w="420" h="364" extrusionOk="0">
                  <a:moveTo>
                    <a:pt x="1" y="0"/>
                  </a:moveTo>
                  <a:lnTo>
                    <a:pt x="57" y="84"/>
                  </a:lnTo>
                  <a:cubicBezTo>
                    <a:pt x="112" y="140"/>
                    <a:pt x="196" y="196"/>
                    <a:pt x="224" y="279"/>
                  </a:cubicBezTo>
                  <a:cubicBezTo>
                    <a:pt x="252" y="307"/>
                    <a:pt x="280" y="363"/>
                    <a:pt x="336" y="363"/>
                  </a:cubicBezTo>
                  <a:lnTo>
                    <a:pt x="391" y="251"/>
                  </a:lnTo>
                  <a:cubicBezTo>
                    <a:pt x="391" y="224"/>
                    <a:pt x="419" y="168"/>
                    <a:pt x="391" y="140"/>
                  </a:cubicBezTo>
                  <a:cubicBezTo>
                    <a:pt x="336" y="140"/>
                    <a:pt x="252" y="84"/>
                    <a:pt x="224" y="84"/>
                  </a:cubicBezTo>
                  <a:cubicBezTo>
                    <a:pt x="168" y="56"/>
                    <a:pt x="57" y="28"/>
                    <a:pt x="29" y="0"/>
                  </a:cubicBezTo>
                  <a:close/>
                </a:path>
              </a:pathLst>
            </a:custGeom>
            <a:solidFill>
              <a:srgbClr val="724E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823;p35">
              <a:extLst>
                <a:ext uri="{FF2B5EF4-FFF2-40B4-BE49-F238E27FC236}">
                  <a16:creationId xmlns:a16="http://schemas.microsoft.com/office/drawing/2014/main" id="{88C067D1-4867-BFA1-C0C6-F2E7A0169205}"/>
                </a:ext>
              </a:extLst>
            </p:cNvPr>
            <p:cNvSpPr/>
            <p:nvPr/>
          </p:nvSpPr>
          <p:spPr>
            <a:xfrm>
              <a:off x="3319655" y="2282710"/>
              <a:ext cx="3277" cy="3239"/>
            </a:xfrm>
            <a:custGeom>
              <a:avLst/>
              <a:gdLst/>
              <a:ahLst/>
              <a:cxnLst/>
              <a:rect l="l" t="t" r="r" b="b"/>
              <a:pathLst>
                <a:path w="85" h="84" extrusionOk="0">
                  <a:moveTo>
                    <a:pt x="84" y="84"/>
                  </a:moveTo>
                  <a:cubicBezTo>
                    <a:pt x="84" y="56"/>
                    <a:pt x="56" y="28"/>
                    <a:pt x="1" y="0"/>
                  </a:cubicBezTo>
                  <a:cubicBezTo>
                    <a:pt x="56" y="28"/>
                    <a:pt x="84" y="56"/>
                    <a:pt x="84" y="84"/>
                  </a:cubicBezTo>
                  <a:cubicBezTo>
                    <a:pt x="84" y="84"/>
                    <a:pt x="84" y="84"/>
                    <a:pt x="84" y="84"/>
                  </a:cubicBezTo>
                  <a:close/>
                </a:path>
              </a:pathLst>
            </a:custGeom>
            <a:solidFill>
              <a:srgbClr val="724E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824;p35">
              <a:extLst>
                <a:ext uri="{FF2B5EF4-FFF2-40B4-BE49-F238E27FC236}">
                  <a16:creationId xmlns:a16="http://schemas.microsoft.com/office/drawing/2014/main" id="{359D961C-13E0-9834-DF34-970D63B34402}"/>
                </a:ext>
              </a:extLst>
            </p:cNvPr>
            <p:cNvSpPr/>
            <p:nvPr/>
          </p:nvSpPr>
          <p:spPr>
            <a:xfrm>
              <a:off x="3308897" y="2280551"/>
              <a:ext cx="14034" cy="5398"/>
            </a:xfrm>
            <a:custGeom>
              <a:avLst/>
              <a:gdLst/>
              <a:ahLst/>
              <a:cxnLst/>
              <a:rect l="l" t="t" r="r" b="b"/>
              <a:pathLst>
                <a:path w="364" h="140" extrusionOk="0">
                  <a:moveTo>
                    <a:pt x="1" y="0"/>
                  </a:moveTo>
                  <a:cubicBezTo>
                    <a:pt x="29" y="28"/>
                    <a:pt x="140" y="56"/>
                    <a:pt x="196" y="84"/>
                  </a:cubicBezTo>
                  <a:cubicBezTo>
                    <a:pt x="224" y="84"/>
                    <a:pt x="308" y="140"/>
                    <a:pt x="363" y="140"/>
                  </a:cubicBezTo>
                  <a:cubicBezTo>
                    <a:pt x="363" y="112"/>
                    <a:pt x="335" y="84"/>
                    <a:pt x="280" y="56"/>
                  </a:cubicBezTo>
                  <a:cubicBezTo>
                    <a:pt x="196" y="28"/>
                    <a:pt x="112" y="0"/>
                    <a:pt x="29" y="0"/>
                  </a:cubicBezTo>
                  <a:close/>
                </a:path>
              </a:pathLst>
            </a:custGeom>
            <a:solidFill>
              <a:srgbClr val="936E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825;p35">
              <a:extLst>
                <a:ext uri="{FF2B5EF4-FFF2-40B4-BE49-F238E27FC236}">
                  <a16:creationId xmlns:a16="http://schemas.microsoft.com/office/drawing/2014/main" id="{37CD1884-9CFC-6F92-373C-1FD95CEC33E5}"/>
                </a:ext>
              </a:extLst>
            </p:cNvPr>
            <p:cNvSpPr/>
            <p:nvPr/>
          </p:nvSpPr>
          <p:spPr>
            <a:xfrm>
              <a:off x="3396034" y="2522028"/>
              <a:ext cx="55982" cy="37475"/>
            </a:xfrm>
            <a:custGeom>
              <a:avLst/>
              <a:gdLst/>
              <a:ahLst/>
              <a:cxnLst/>
              <a:rect l="l" t="t" r="r" b="b"/>
              <a:pathLst>
                <a:path w="1452" h="972" extrusionOk="0">
                  <a:moveTo>
                    <a:pt x="589" y="0"/>
                  </a:moveTo>
                  <a:cubicBezTo>
                    <a:pt x="380" y="0"/>
                    <a:pt x="175" y="62"/>
                    <a:pt x="56" y="210"/>
                  </a:cubicBezTo>
                  <a:lnTo>
                    <a:pt x="28" y="210"/>
                  </a:lnTo>
                  <a:cubicBezTo>
                    <a:pt x="0" y="266"/>
                    <a:pt x="28" y="433"/>
                    <a:pt x="84" y="517"/>
                  </a:cubicBezTo>
                  <a:cubicBezTo>
                    <a:pt x="168" y="628"/>
                    <a:pt x="335" y="601"/>
                    <a:pt x="447" y="656"/>
                  </a:cubicBezTo>
                  <a:cubicBezTo>
                    <a:pt x="623" y="757"/>
                    <a:pt x="799" y="971"/>
                    <a:pt x="996" y="971"/>
                  </a:cubicBezTo>
                  <a:cubicBezTo>
                    <a:pt x="1017" y="971"/>
                    <a:pt x="1039" y="969"/>
                    <a:pt x="1061" y="963"/>
                  </a:cubicBezTo>
                  <a:cubicBezTo>
                    <a:pt x="1451" y="824"/>
                    <a:pt x="1340" y="294"/>
                    <a:pt x="1089" y="126"/>
                  </a:cubicBezTo>
                  <a:cubicBezTo>
                    <a:pt x="958" y="48"/>
                    <a:pt x="772" y="0"/>
                    <a:pt x="589" y="0"/>
                  </a:cubicBezTo>
                  <a:close/>
                </a:path>
              </a:pathLst>
            </a:custGeom>
            <a:solidFill>
              <a:srgbClr val="774D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826;p35">
              <a:extLst>
                <a:ext uri="{FF2B5EF4-FFF2-40B4-BE49-F238E27FC236}">
                  <a16:creationId xmlns:a16="http://schemas.microsoft.com/office/drawing/2014/main" id="{B2567DB9-1B40-8698-E03D-0F0659706D26}"/>
                </a:ext>
              </a:extLst>
            </p:cNvPr>
            <p:cNvSpPr/>
            <p:nvPr/>
          </p:nvSpPr>
          <p:spPr>
            <a:xfrm>
              <a:off x="3276626" y="2247277"/>
              <a:ext cx="50584" cy="17620"/>
            </a:xfrm>
            <a:custGeom>
              <a:avLst/>
              <a:gdLst/>
              <a:ahLst/>
              <a:cxnLst/>
              <a:rect l="l" t="t" r="r" b="b"/>
              <a:pathLst>
                <a:path w="1312" h="457" extrusionOk="0">
                  <a:moveTo>
                    <a:pt x="656" y="0"/>
                  </a:moveTo>
                  <a:cubicBezTo>
                    <a:pt x="375" y="0"/>
                    <a:pt x="90" y="103"/>
                    <a:pt x="1" y="389"/>
                  </a:cubicBezTo>
                  <a:cubicBezTo>
                    <a:pt x="58" y="438"/>
                    <a:pt x="115" y="456"/>
                    <a:pt x="173" y="456"/>
                  </a:cubicBezTo>
                  <a:cubicBezTo>
                    <a:pt x="311" y="456"/>
                    <a:pt x="449" y="353"/>
                    <a:pt x="587" y="333"/>
                  </a:cubicBezTo>
                  <a:cubicBezTo>
                    <a:pt x="618" y="329"/>
                    <a:pt x="650" y="328"/>
                    <a:pt x="682" y="328"/>
                  </a:cubicBezTo>
                  <a:cubicBezTo>
                    <a:pt x="874" y="328"/>
                    <a:pt x="1065" y="389"/>
                    <a:pt x="1256" y="389"/>
                  </a:cubicBezTo>
                  <a:cubicBezTo>
                    <a:pt x="1312" y="250"/>
                    <a:pt x="1228" y="110"/>
                    <a:pt x="1089" y="82"/>
                  </a:cubicBezTo>
                  <a:cubicBezTo>
                    <a:pt x="969" y="32"/>
                    <a:pt x="813" y="0"/>
                    <a:pt x="656" y="0"/>
                  </a:cubicBezTo>
                  <a:close/>
                </a:path>
              </a:pathLst>
            </a:custGeom>
            <a:solidFill>
              <a:srgbClr val="F2C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827;p35">
              <a:extLst>
                <a:ext uri="{FF2B5EF4-FFF2-40B4-BE49-F238E27FC236}">
                  <a16:creationId xmlns:a16="http://schemas.microsoft.com/office/drawing/2014/main" id="{EDBA880A-7BBF-8C46-D9C0-2753085ECD51}"/>
                </a:ext>
              </a:extLst>
            </p:cNvPr>
            <p:cNvSpPr/>
            <p:nvPr/>
          </p:nvSpPr>
          <p:spPr>
            <a:xfrm>
              <a:off x="3286304" y="2506181"/>
              <a:ext cx="66739" cy="53360"/>
            </a:xfrm>
            <a:custGeom>
              <a:avLst/>
              <a:gdLst/>
              <a:ahLst/>
              <a:cxnLst/>
              <a:rect l="l" t="t" r="r" b="b"/>
              <a:pathLst>
                <a:path w="1731" h="1384" extrusionOk="0">
                  <a:moveTo>
                    <a:pt x="824" y="172"/>
                  </a:moveTo>
                  <a:cubicBezTo>
                    <a:pt x="1204" y="172"/>
                    <a:pt x="1455" y="384"/>
                    <a:pt x="1507" y="621"/>
                  </a:cubicBezTo>
                  <a:cubicBezTo>
                    <a:pt x="1535" y="816"/>
                    <a:pt x="1452" y="1039"/>
                    <a:pt x="1089" y="1151"/>
                  </a:cubicBezTo>
                  <a:lnTo>
                    <a:pt x="1005" y="1179"/>
                  </a:lnTo>
                  <a:cubicBezTo>
                    <a:pt x="919" y="1197"/>
                    <a:pt x="838" y="1206"/>
                    <a:pt x="763" y="1206"/>
                  </a:cubicBezTo>
                  <a:cubicBezTo>
                    <a:pt x="501" y="1206"/>
                    <a:pt x="317" y="1095"/>
                    <a:pt x="252" y="900"/>
                  </a:cubicBezTo>
                  <a:cubicBezTo>
                    <a:pt x="196" y="649"/>
                    <a:pt x="336" y="314"/>
                    <a:pt x="642" y="202"/>
                  </a:cubicBezTo>
                  <a:lnTo>
                    <a:pt x="754" y="175"/>
                  </a:lnTo>
                  <a:cubicBezTo>
                    <a:pt x="778" y="173"/>
                    <a:pt x="801" y="172"/>
                    <a:pt x="824" y="172"/>
                  </a:cubicBezTo>
                  <a:close/>
                  <a:moveTo>
                    <a:pt x="850" y="1"/>
                  </a:moveTo>
                  <a:cubicBezTo>
                    <a:pt x="810" y="1"/>
                    <a:pt x="769" y="3"/>
                    <a:pt x="726" y="7"/>
                  </a:cubicBezTo>
                  <a:cubicBezTo>
                    <a:pt x="670" y="7"/>
                    <a:pt x="642" y="35"/>
                    <a:pt x="587" y="35"/>
                  </a:cubicBezTo>
                  <a:cubicBezTo>
                    <a:pt x="168" y="175"/>
                    <a:pt x="1" y="593"/>
                    <a:pt x="84" y="928"/>
                  </a:cubicBezTo>
                  <a:cubicBezTo>
                    <a:pt x="153" y="1156"/>
                    <a:pt x="351" y="1383"/>
                    <a:pt x="741" y="1383"/>
                  </a:cubicBezTo>
                  <a:cubicBezTo>
                    <a:pt x="828" y="1383"/>
                    <a:pt x="926" y="1372"/>
                    <a:pt x="1033" y="1346"/>
                  </a:cubicBezTo>
                  <a:cubicBezTo>
                    <a:pt x="1061" y="1346"/>
                    <a:pt x="1117" y="1346"/>
                    <a:pt x="1145" y="1318"/>
                  </a:cubicBezTo>
                  <a:cubicBezTo>
                    <a:pt x="1619" y="1179"/>
                    <a:pt x="1731" y="844"/>
                    <a:pt x="1675" y="593"/>
                  </a:cubicBezTo>
                  <a:cubicBezTo>
                    <a:pt x="1623" y="285"/>
                    <a:pt x="1312" y="1"/>
                    <a:pt x="850" y="1"/>
                  </a:cubicBezTo>
                  <a:close/>
                </a:path>
              </a:pathLst>
            </a:custGeom>
            <a:solidFill>
              <a:srgbClr val="528E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828;p35">
              <a:extLst>
                <a:ext uri="{FF2B5EF4-FFF2-40B4-BE49-F238E27FC236}">
                  <a16:creationId xmlns:a16="http://schemas.microsoft.com/office/drawing/2014/main" id="{6AD809FA-E60E-3313-2C40-DAC5230D9C8D}"/>
                </a:ext>
              </a:extLst>
            </p:cNvPr>
            <p:cNvSpPr/>
            <p:nvPr/>
          </p:nvSpPr>
          <p:spPr>
            <a:xfrm>
              <a:off x="3143261" y="1999323"/>
              <a:ext cx="143078" cy="159695"/>
            </a:xfrm>
            <a:custGeom>
              <a:avLst/>
              <a:gdLst/>
              <a:ahLst/>
              <a:cxnLst/>
              <a:rect l="l" t="t" r="r" b="b"/>
              <a:pathLst>
                <a:path w="3711" h="4142" extrusionOk="0">
                  <a:moveTo>
                    <a:pt x="3357" y="0"/>
                  </a:moveTo>
                  <a:cubicBezTo>
                    <a:pt x="2707" y="0"/>
                    <a:pt x="2174" y="944"/>
                    <a:pt x="1842" y="1324"/>
                  </a:cubicBezTo>
                  <a:cubicBezTo>
                    <a:pt x="1367" y="1938"/>
                    <a:pt x="335" y="2189"/>
                    <a:pt x="168" y="2998"/>
                  </a:cubicBezTo>
                  <a:cubicBezTo>
                    <a:pt x="0" y="3556"/>
                    <a:pt x="586" y="3891"/>
                    <a:pt x="949" y="4142"/>
                  </a:cubicBezTo>
                  <a:cubicBezTo>
                    <a:pt x="1256" y="3974"/>
                    <a:pt x="1284" y="3249"/>
                    <a:pt x="1423" y="2942"/>
                  </a:cubicBezTo>
                  <a:cubicBezTo>
                    <a:pt x="1618" y="2551"/>
                    <a:pt x="1786" y="2133"/>
                    <a:pt x="2009" y="1770"/>
                  </a:cubicBezTo>
                  <a:cubicBezTo>
                    <a:pt x="2204" y="1408"/>
                    <a:pt x="2567" y="989"/>
                    <a:pt x="2874" y="682"/>
                  </a:cubicBezTo>
                  <a:cubicBezTo>
                    <a:pt x="3125" y="459"/>
                    <a:pt x="3515" y="320"/>
                    <a:pt x="3711" y="96"/>
                  </a:cubicBezTo>
                  <a:cubicBezTo>
                    <a:pt x="3590" y="30"/>
                    <a:pt x="3472" y="0"/>
                    <a:pt x="3357" y="0"/>
                  </a:cubicBezTo>
                  <a:close/>
                </a:path>
              </a:pathLst>
            </a:custGeom>
            <a:solidFill>
              <a:srgbClr val="D192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829;p35">
              <a:extLst>
                <a:ext uri="{FF2B5EF4-FFF2-40B4-BE49-F238E27FC236}">
                  <a16:creationId xmlns:a16="http://schemas.microsoft.com/office/drawing/2014/main" id="{724F194B-BA33-12C1-288A-9D567AA136A4}"/>
                </a:ext>
              </a:extLst>
            </p:cNvPr>
            <p:cNvSpPr/>
            <p:nvPr/>
          </p:nvSpPr>
          <p:spPr>
            <a:xfrm>
              <a:off x="3158297" y="2001405"/>
              <a:ext cx="128041" cy="157613"/>
            </a:xfrm>
            <a:custGeom>
              <a:avLst/>
              <a:gdLst/>
              <a:ahLst/>
              <a:cxnLst/>
              <a:rect l="l" t="t" r="r" b="b"/>
              <a:pathLst>
                <a:path w="3321" h="4088" extrusionOk="0">
                  <a:moveTo>
                    <a:pt x="3069" y="1"/>
                  </a:moveTo>
                  <a:cubicBezTo>
                    <a:pt x="2341" y="1"/>
                    <a:pt x="1730" y="1023"/>
                    <a:pt x="1479" y="1549"/>
                  </a:cubicBezTo>
                  <a:cubicBezTo>
                    <a:pt x="1284" y="1967"/>
                    <a:pt x="1" y="3865"/>
                    <a:pt x="559" y="4088"/>
                  </a:cubicBezTo>
                  <a:lnTo>
                    <a:pt x="810" y="3865"/>
                  </a:lnTo>
                  <a:cubicBezTo>
                    <a:pt x="1033" y="3613"/>
                    <a:pt x="1256" y="3279"/>
                    <a:pt x="1563" y="3028"/>
                  </a:cubicBezTo>
                  <a:cubicBezTo>
                    <a:pt x="1870" y="2804"/>
                    <a:pt x="2205" y="2637"/>
                    <a:pt x="2428" y="2302"/>
                  </a:cubicBezTo>
                  <a:cubicBezTo>
                    <a:pt x="2651" y="1967"/>
                    <a:pt x="2707" y="1577"/>
                    <a:pt x="2847" y="1186"/>
                  </a:cubicBezTo>
                  <a:cubicBezTo>
                    <a:pt x="2958" y="796"/>
                    <a:pt x="3265" y="461"/>
                    <a:pt x="3321" y="42"/>
                  </a:cubicBezTo>
                  <a:cubicBezTo>
                    <a:pt x="3236" y="14"/>
                    <a:pt x="3152" y="1"/>
                    <a:pt x="3069" y="1"/>
                  </a:cubicBezTo>
                  <a:close/>
                </a:path>
              </a:pathLst>
            </a:custGeom>
            <a:solidFill>
              <a:srgbClr val="AD71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830;p35">
              <a:extLst>
                <a:ext uri="{FF2B5EF4-FFF2-40B4-BE49-F238E27FC236}">
                  <a16:creationId xmlns:a16="http://schemas.microsoft.com/office/drawing/2014/main" id="{DAE6B147-29C2-190E-0216-57774F39DAF3}"/>
                </a:ext>
              </a:extLst>
            </p:cNvPr>
            <p:cNvSpPr/>
            <p:nvPr/>
          </p:nvSpPr>
          <p:spPr>
            <a:xfrm>
              <a:off x="2823785" y="2264396"/>
              <a:ext cx="277557" cy="152793"/>
            </a:xfrm>
            <a:custGeom>
              <a:avLst/>
              <a:gdLst/>
              <a:ahLst/>
              <a:cxnLst/>
              <a:rect l="l" t="t" r="r" b="b"/>
              <a:pathLst>
                <a:path w="7199" h="3963" extrusionOk="0">
                  <a:moveTo>
                    <a:pt x="7198" y="1"/>
                  </a:moveTo>
                  <a:cubicBezTo>
                    <a:pt x="5245" y="1"/>
                    <a:pt x="698" y="726"/>
                    <a:pt x="0" y="2986"/>
                  </a:cubicBezTo>
                  <a:cubicBezTo>
                    <a:pt x="195" y="3349"/>
                    <a:pt x="363" y="3684"/>
                    <a:pt x="530" y="3963"/>
                  </a:cubicBezTo>
                  <a:cubicBezTo>
                    <a:pt x="1869" y="1507"/>
                    <a:pt x="3711" y="1061"/>
                    <a:pt x="7198" y="1"/>
                  </a:cubicBezTo>
                  <a:close/>
                </a:path>
              </a:pathLst>
            </a:custGeom>
            <a:solidFill>
              <a:srgbClr val="AB6F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831;p35">
              <a:extLst>
                <a:ext uri="{FF2B5EF4-FFF2-40B4-BE49-F238E27FC236}">
                  <a16:creationId xmlns:a16="http://schemas.microsoft.com/office/drawing/2014/main" id="{1E11A7DC-5954-477A-CE25-BBA87E4515FB}"/>
                </a:ext>
              </a:extLst>
            </p:cNvPr>
            <p:cNvSpPr/>
            <p:nvPr/>
          </p:nvSpPr>
          <p:spPr>
            <a:xfrm>
              <a:off x="2511828" y="2870343"/>
              <a:ext cx="148475" cy="129738"/>
            </a:xfrm>
            <a:custGeom>
              <a:avLst/>
              <a:gdLst/>
              <a:ahLst/>
              <a:cxnLst/>
              <a:rect l="l" t="t" r="r" b="b"/>
              <a:pathLst>
                <a:path w="3851" h="3365" extrusionOk="0">
                  <a:moveTo>
                    <a:pt x="2414" y="0"/>
                  </a:moveTo>
                  <a:cubicBezTo>
                    <a:pt x="1912" y="0"/>
                    <a:pt x="1473" y="496"/>
                    <a:pt x="1116" y="829"/>
                  </a:cubicBezTo>
                  <a:cubicBezTo>
                    <a:pt x="614" y="1275"/>
                    <a:pt x="140" y="1917"/>
                    <a:pt x="0" y="2587"/>
                  </a:cubicBezTo>
                  <a:cubicBezTo>
                    <a:pt x="140" y="2782"/>
                    <a:pt x="614" y="3061"/>
                    <a:pt x="1005" y="3200"/>
                  </a:cubicBezTo>
                  <a:cubicBezTo>
                    <a:pt x="1183" y="3254"/>
                    <a:pt x="1544" y="3364"/>
                    <a:pt x="1839" y="3364"/>
                  </a:cubicBezTo>
                  <a:cubicBezTo>
                    <a:pt x="2006" y="3364"/>
                    <a:pt x="2152" y="3329"/>
                    <a:pt x="2232" y="3228"/>
                  </a:cubicBezTo>
                  <a:cubicBezTo>
                    <a:pt x="2456" y="3145"/>
                    <a:pt x="2679" y="2670"/>
                    <a:pt x="2818" y="2475"/>
                  </a:cubicBezTo>
                  <a:cubicBezTo>
                    <a:pt x="3014" y="2168"/>
                    <a:pt x="3181" y="1778"/>
                    <a:pt x="3320" y="1443"/>
                  </a:cubicBezTo>
                  <a:cubicBezTo>
                    <a:pt x="3404" y="1192"/>
                    <a:pt x="3851" y="996"/>
                    <a:pt x="3711" y="745"/>
                  </a:cubicBezTo>
                  <a:cubicBezTo>
                    <a:pt x="3627" y="578"/>
                    <a:pt x="2846" y="132"/>
                    <a:pt x="2679" y="48"/>
                  </a:cubicBezTo>
                  <a:cubicBezTo>
                    <a:pt x="2589" y="15"/>
                    <a:pt x="2500" y="0"/>
                    <a:pt x="2414" y="0"/>
                  </a:cubicBezTo>
                  <a:close/>
                </a:path>
              </a:pathLst>
            </a:custGeom>
            <a:solidFill>
              <a:srgbClr val="AF7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832;p35">
              <a:extLst>
                <a:ext uri="{FF2B5EF4-FFF2-40B4-BE49-F238E27FC236}">
                  <a16:creationId xmlns:a16="http://schemas.microsoft.com/office/drawing/2014/main" id="{4FACCCF6-0BCC-17AC-C793-BF0EE2BD6582}"/>
                </a:ext>
              </a:extLst>
            </p:cNvPr>
            <p:cNvSpPr/>
            <p:nvPr/>
          </p:nvSpPr>
          <p:spPr>
            <a:xfrm>
              <a:off x="2511828" y="2870343"/>
              <a:ext cx="148475" cy="129853"/>
            </a:xfrm>
            <a:custGeom>
              <a:avLst/>
              <a:gdLst/>
              <a:ahLst/>
              <a:cxnLst/>
              <a:rect l="l" t="t" r="r" b="b"/>
              <a:pathLst>
                <a:path w="3851" h="3368" extrusionOk="0">
                  <a:moveTo>
                    <a:pt x="2414" y="0"/>
                  </a:moveTo>
                  <a:cubicBezTo>
                    <a:pt x="1912" y="0"/>
                    <a:pt x="1473" y="496"/>
                    <a:pt x="1116" y="829"/>
                  </a:cubicBezTo>
                  <a:cubicBezTo>
                    <a:pt x="1033" y="885"/>
                    <a:pt x="949" y="969"/>
                    <a:pt x="865" y="1052"/>
                  </a:cubicBezTo>
                  <a:lnTo>
                    <a:pt x="810" y="1108"/>
                  </a:lnTo>
                  <a:cubicBezTo>
                    <a:pt x="782" y="1164"/>
                    <a:pt x="726" y="1192"/>
                    <a:pt x="698" y="1247"/>
                  </a:cubicBezTo>
                  <a:lnTo>
                    <a:pt x="642" y="1331"/>
                  </a:lnTo>
                  <a:cubicBezTo>
                    <a:pt x="810" y="1387"/>
                    <a:pt x="977" y="1471"/>
                    <a:pt x="1144" y="1526"/>
                  </a:cubicBezTo>
                  <a:cubicBezTo>
                    <a:pt x="1340" y="1666"/>
                    <a:pt x="1535" y="1805"/>
                    <a:pt x="1702" y="1973"/>
                  </a:cubicBezTo>
                  <a:lnTo>
                    <a:pt x="1758" y="2057"/>
                  </a:lnTo>
                  <a:cubicBezTo>
                    <a:pt x="1925" y="2391"/>
                    <a:pt x="1925" y="2754"/>
                    <a:pt x="1758" y="3061"/>
                  </a:cubicBezTo>
                  <a:lnTo>
                    <a:pt x="1674" y="3089"/>
                  </a:lnTo>
                  <a:cubicBezTo>
                    <a:pt x="1600" y="3099"/>
                    <a:pt x="1525" y="3104"/>
                    <a:pt x="1452" y="3104"/>
                  </a:cubicBezTo>
                  <a:cubicBezTo>
                    <a:pt x="920" y="3104"/>
                    <a:pt x="417" y="2853"/>
                    <a:pt x="0" y="2559"/>
                  </a:cubicBezTo>
                  <a:lnTo>
                    <a:pt x="0" y="2587"/>
                  </a:lnTo>
                  <a:cubicBezTo>
                    <a:pt x="140" y="2782"/>
                    <a:pt x="614" y="3061"/>
                    <a:pt x="1005" y="3200"/>
                  </a:cubicBezTo>
                  <a:cubicBezTo>
                    <a:pt x="1144" y="3256"/>
                    <a:pt x="1423" y="3340"/>
                    <a:pt x="1674" y="3340"/>
                  </a:cubicBezTo>
                  <a:lnTo>
                    <a:pt x="1702" y="3368"/>
                  </a:lnTo>
                  <a:lnTo>
                    <a:pt x="1898" y="3368"/>
                  </a:lnTo>
                  <a:lnTo>
                    <a:pt x="1953" y="3340"/>
                  </a:lnTo>
                  <a:lnTo>
                    <a:pt x="2065" y="3340"/>
                  </a:lnTo>
                  <a:lnTo>
                    <a:pt x="2093" y="3312"/>
                  </a:lnTo>
                  <a:lnTo>
                    <a:pt x="2121" y="3312"/>
                  </a:lnTo>
                  <a:lnTo>
                    <a:pt x="2177" y="3284"/>
                  </a:lnTo>
                  <a:lnTo>
                    <a:pt x="2177" y="3256"/>
                  </a:lnTo>
                  <a:lnTo>
                    <a:pt x="2232" y="3228"/>
                  </a:lnTo>
                  <a:cubicBezTo>
                    <a:pt x="2456" y="3145"/>
                    <a:pt x="2679" y="2670"/>
                    <a:pt x="2818" y="2475"/>
                  </a:cubicBezTo>
                  <a:cubicBezTo>
                    <a:pt x="3014" y="2168"/>
                    <a:pt x="3181" y="1778"/>
                    <a:pt x="3320" y="1443"/>
                  </a:cubicBezTo>
                  <a:cubicBezTo>
                    <a:pt x="3404" y="1192"/>
                    <a:pt x="3851" y="996"/>
                    <a:pt x="3711" y="745"/>
                  </a:cubicBezTo>
                  <a:cubicBezTo>
                    <a:pt x="3627" y="578"/>
                    <a:pt x="2846" y="132"/>
                    <a:pt x="2679" y="48"/>
                  </a:cubicBezTo>
                  <a:cubicBezTo>
                    <a:pt x="2589" y="15"/>
                    <a:pt x="2500" y="0"/>
                    <a:pt x="2414" y="0"/>
                  </a:cubicBezTo>
                  <a:close/>
                </a:path>
              </a:pathLst>
            </a:custGeom>
            <a:solidFill>
              <a:srgbClr val="9D64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833;p35">
              <a:extLst>
                <a:ext uri="{FF2B5EF4-FFF2-40B4-BE49-F238E27FC236}">
                  <a16:creationId xmlns:a16="http://schemas.microsoft.com/office/drawing/2014/main" id="{2862B22D-AB07-378E-5F11-4B406F97A731}"/>
                </a:ext>
              </a:extLst>
            </p:cNvPr>
            <p:cNvSpPr/>
            <p:nvPr/>
          </p:nvSpPr>
          <p:spPr>
            <a:xfrm>
              <a:off x="2557016" y="2870536"/>
              <a:ext cx="103289" cy="129660"/>
            </a:xfrm>
            <a:custGeom>
              <a:avLst/>
              <a:gdLst/>
              <a:ahLst/>
              <a:cxnLst/>
              <a:rect l="l" t="t" r="r" b="b"/>
              <a:pathLst>
                <a:path w="2679" h="3363" extrusionOk="0">
                  <a:moveTo>
                    <a:pt x="1262" y="1"/>
                  </a:moveTo>
                  <a:cubicBezTo>
                    <a:pt x="795" y="1"/>
                    <a:pt x="357" y="435"/>
                    <a:pt x="0" y="768"/>
                  </a:cubicBezTo>
                  <a:cubicBezTo>
                    <a:pt x="335" y="880"/>
                    <a:pt x="642" y="1075"/>
                    <a:pt x="893" y="1326"/>
                  </a:cubicBezTo>
                  <a:cubicBezTo>
                    <a:pt x="1088" y="1549"/>
                    <a:pt x="1228" y="1884"/>
                    <a:pt x="1144" y="2191"/>
                  </a:cubicBezTo>
                  <a:cubicBezTo>
                    <a:pt x="1116" y="2442"/>
                    <a:pt x="1032" y="2610"/>
                    <a:pt x="893" y="2805"/>
                  </a:cubicBezTo>
                  <a:cubicBezTo>
                    <a:pt x="781" y="2972"/>
                    <a:pt x="726" y="3168"/>
                    <a:pt x="698" y="3363"/>
                  </a:cubicBezTo>
                  <a:cubicBezTo>
                    <a:pt x="865" y="3335"/>
                    <a:pt x="1005" y="3307"/>
                    <a:pt x="1060" y="3223"/>
                  </a:cubicBezTo>
                  <a:cubicBezTo>
                    <a:pt x="1284" y="3140"/>
                    <a:pt x="1507" y="2665"/>
                    <a:pt x="1646" y="2470"/>
                  </a:cubicBezTo>
                  <a:cubicBezTo>
                    <a:pt x="1842" y="2163"/>
                    <a:pt x="2009" y="1773"/>
                    <a:pt x="2148" y="1438"/>
                  </a:cubicBezTo>
                  <a:cubicBezTo>
                    <a:pt x="2232" y="1187"/>
                    <a:pt x="2679" y="991"/>
                    <a:pt x="2539" y="740"/>
                  </a:cubicBezTo>
                  <a:cubicBezTo>
                    <a:pt x="2455" y="573"/>
                    <a:pt x="1674" y="127"/>
                    <a:pt x="1507" y="43"/>
                  </a:cubicBezTo>
                  <a:cubicBezTo>
                    <a:pt x="1424" y="14"/>
                    <a:pt x="1343" y="1"/>
                    <a:pt x="1262" y="1"/>
                  </a:cubicBezTo>
                  <a:close/>
                </a:path>
              </a:pathLst>
            </a:custGeom>
            <a:solidFill>
              <a:srgbClr val="8E5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834;p35">
              <a:extLst>
                <a:ext uri="{FF2B5EF4-FFF2-40B4-BE49-F238E27FC236}">
                  <a16:creationId xmlns:a16="http://schemas.microsoft.com/office/drawing/2014/main" id="{DE99AA9D-4837-13DF-747E-72169883EA14}"/>
                </a:ext>
              </a:extLst>
            </p:cNvPr>
            <p:cNvSpPr/>
            <p:nvPr/>
          </p:nvSpPr>
          <p:spPr>
            <a:xfrm>
              <a:off x="1183379" y="3380556"/>
              <a:ext cx="139839" cy="152099"/>
            </a:xfrm>
            <a:custGeom>
              <a:avLst/>
              <a:gdLst/>
              <a:ahLst/>
              <a:cxnLst/>
              <a:rect l="l" t="t" r="r" b="b"/>
              <a:pathLst>
                <a:path w="3627" h="3945" extrusionOk="0">
                  <a:moveTo>
                    <a:pt x="1184" y="1"/>
                  </a:moveTo>
                  <a:cubicBezTo>
                    <a:pt x="1162" y="1"/>
                    <a:pt x="1140" y="4"/>
                    <a:pt x="1116" y="11"/>
                  </a:cubicBezTo>
                  <a:cubicBezTo>
                    <a:pt x="921" y="67"/>
                    <a:pt x="391" y="764"/>
                    <a:pt x="307" y="932"/>
                  </a:cubicBezTo>
                  <a:cubicBezTo>
                    <a:pt x="0" y="1518"/>
                    <a:pt x="530" y="2131"/>
                    <a:pt x="865" y="2606"/>
                  </a:cubicBezTo>
                  <a:cubicBezTo>
                    <a:pt x="1256" y="3164"/>
                    <a:pt x="1814" y="3722"/>
                    <a:pt x="2455" y="3945"/>
                  </a:cubicBezTo>
                  <a:cubicBezTo>
                    <a:pt x="2650" y="3805"/>
                    <a:pt x="2985" y="3387"/>
                    <a:pt x="3181" y="2996"/>
                  </a:cubicBezTo>
                  <a:cubicBezTo>
                    <a:pt x="3320" y="2745"/>
                    <a:pt x="3627" y="2048"/>
                    <a:pt x="3376" y="1797"/>
                  </a:cubicBezTo>
                  <a:cubicBezTo>
                    <a:pt x="3320" y="1573"/>
                    <a:pt x="2874" y="1294"/>
                    <a:pt x="2706" y="1127"/>
                  </a:cubicBezTo>
                  <a:cubicBezTo>
                    <a:pt x="2455" y="876"/>
                    <a:pt x="2093" y="681"/>
                    <a:pt x="1786" y="513"/>
                  </a:cubicBezTo>
                  <a:cubicBezTo>
                    <a:pt x="1556" y="386"/>
                    <a:pt x="1419" y="1"/>
                    <a:pt x="1184" y="1"/>
                  </a:cubicBezTo>
                  <a:close/>
                </a:path>
              </a:pathLst>
            </a:custGeom>
            <a:solidFill>
              <a:srgbClr val="AF7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835;p35">
              <a:extLst>
                <a:ext uri="{FF2B5EF4-FFF2-40B4-BE49-F238E27FC236}">
                  <a16:creationId xmlns:a16="http://schemas.microsoft.com/office/drawing/2014/main" id="{819D4BA5-E325-F4EF-A9B7-B756E052C0E0}"/>
                </a:ext>
              </a:extLst>
            </p:cNvPr>
            <p:cNvSpPr/>
            <p:nvPr/>
          </p:nvSpPr>
          <p:spPr>
            <a:xfrm>
              <a:off x="1183379" y="3380556"/>
              <a:ext cx="135559" cy="132745"/>
            </a:xfrm>
            <a:custGeom>
              <a:avLst/>
              <a:gdLst/>
              <a:ahLst/>
              <a:cxnLst/>
              <a:rect l="l" t="t" r="r" b="b"/>
              <a:pathLst>
                <a:path w="3516" h="3443" extrusionOk="0">
                  <a:moveTo>
                    <a:pt x="1184" y="1"/>
                  </a:moveTo>
                  <a:cubicBezTo>
                    <a:pt x="1162" y="1"/>
                    <a:pt x="1140" y="4"/>
                    <a:pt x="1116" y="11"/>
                  </a:cubicBezTo>
                  <a:cubicBezTo>
                    <a:pt x="921" y="67"/>
                    <a:pt x="391" y="764"/>
                    <a:pt x="307" y="932"/>
                  </a:cubicBezTo>
                  <a:cubicBezTo>
                    <a:pt x="0" y="1518"/>
                    <a:pt x="530" y="2131"/>
                    <a:pt x="865" y="2606"/>
                  </a:cubicBezTo>
                  <a:cubicBezTo>
                    <a:pt x="1060" y="2913"/>
                    <a:pt x="1339" y="3192"/>
                    <a:pt x="1646" y="3443"/>
                  </a:cubicBezTo>
                  <a:cubicBezTo>
                    <a:pt x="2107" y="2959"/>
                    <a:pt x="2549" y="2646"/>
                    <a:pt x="3018" y="2646"/>
                  </a:cubicBezTo>
                  <a:cubicBezTo>
                    <a:pt x="3118" y="2646"/>
                    <a:pt x="3218" y="2660"/>
                    <a:pt x="3320" y="2689"/>
                  </a:cubicBezTo>
                  <a:lnTo>
                    <a:pt x="3432" y="2410"/>
                  </a:lnTo>
                  <a:cubicBezTo>
                    <a:pt x="3487" y="2187"/>
                    <a:pt x="3515" y="1936"/>
                    <a:pt x="3376" y="1797"/>
                  </a:cubicBezTo>
                  <a:cubicBezTo>
                    <a:pt x="3320" y="1573"/>
                    <a:pt x="2874" y="1294"/>
                    <a:pt x="2706" y="1127"/>
                  </a:cubicBezTo>
                  <a:cubicBezTo>
                    <a:pt x="2455" y="876"/>
                    <a:pt x="2093" y="681"/>
                    <a:pt x="1786" y="513"/>
                  </a:cubicBezTo>
                  <a:cubicBezTo>
                    <a:pt x="1556" y="386"/>
                    <a:pt x="1419" y="1"/>
                    <a:pt x="1184" y="1"/>
                  </a:cubicBezTo>
                  <a:close/>
                </a:path>
              </a:pathLst>
            </a:custGeom>
            <a:solidFill>
              <a:srgbClr val="9D64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836;p35">
              <a:extLst>
                <a:ext uri="{FF2B5EF4-FFF2-40B4-BE49-F238E27FC236}">
                  <a16:creationId xmlns:a16="http://schemas.microsoft.com/office/drawing/2014/main" id="{D3F466C9-A706-FF5D-C94A-D57C15C6AA54}"/>
                </a:ext>
              </a:extLst>
            </p:cNvPr>
            <p:cNvSpPr/>
            <p:nvPr/>
          </p:nvSpPr>
          <p:spPr>
            <a:xfrm>
              <a:off x="1183379" y="3380556"/>
              <a:ext cx="133400" cy="152099"/>
            </a:xfrm>
            <a:custGeom>
              <a:avLst/>
              <a:gdLst/>
              <a:ahLst/>
              <a:cxnLst/>
              <a:rect l="l" t="t" r="r" b="b"/>
              <a:pathLst>
                <a:path w="3460" h="3945" extrusionOk="0">
                  <a:moveTo>
                    <a:pt x="1184" y="1"/>
                  </a:moveTo>
                  <a:cubicBezTo>
                    <a:pt x="1162" y="1"/>
                    <a:pt x="1140" y="4"/>
                    <a:pt x="1116" y="11"/>
                  </a:cubicBezTo>
                  <a:cubicBezTo>
                    <a:pt x="921" y="67"/>
                    <a:pt x="391" y="764"/>
                    <a:pt x="307" y="932"/>
                  </a:cubicBezTo>
                  <a:cubicBezTo>
                    <a:pt x="0" y="1518"/>
                    <a:pt x="530" y="2131"/>
                    <a:pt x="865" y="2606"/>
                  </a:cubicBezTo>
                  <a:cubicBezTo>
                    <a:pt x="921" y="2689"/>
                    <a:pt x="977" y="2773"/>
                    <a:pt x="1060" y="2857"/>
                  </a:cubicBezTo>
                  <a:lnTo>
                    <a:pt x="1116" y="2913"/>
                  </a:lnTo>
                  <a:cubicBezTo>
                    <a:pt x="1144" y="2968"/>
                    <a:pt x="1172" y="3024"/>
                    <a:pt x="1228" y="3052"/>
                  </a:cubicBezTo>
                  <a:lnTo>
                    <a:pt x="1283" y="3136"/>
                  </a:lnTo>
                  <a:cubicBezTo>
                    <a:pt x="1367" y="2968"/>
                    <a:pt x="1479" y="2801"/>
                    <a:pt x="1562" y="2662"/>
                  </a:cubicBezTo>
                  <a:cubicBezTo>
                    <a:pt x="1730" y="2494"/>
                    <a:pt x="1869" y="2299"/>
                    <a:pt x="2065" y="2159"/>
                  </a:cubicBezTo>
                  <a:lnTo>
                    <a:pt x="2176" y="2131"/>
                  </a:lnTo>
                  <a:cubicBezTo>
                    <a:pt x="2313" y="2079"/>
                    <a:pt x="2446" y="2054"/>
                    <a:pt x="2575" y="2054"/>
                  </a:cubicBezTo>
                  <a:cubicBezTo>
                    <a:pt x="2788" y="2054"/>
                    <a:pt x="2990" y="2121"/>
                    <a:pt x="3181" y="2243"/>
                  </a:cubicBezTo>
                  <a:lnTo>
                    <a:pt x="3181" y="2355"/>
                  </a:lnTo>
                  <a:cubicBezTo>
                    <a:pt x="3181" y="2968"/>
                    <a:pt x="2846" y="3498"/>
                    <a:pt x="2427" y="3917"/>
                  </a:cubicBezTo>
                  <a:lnTo>
                    <a:pt x="2455" y="3945"/>
                  </a:lnTo>
                  <a:cubicBezTo>
                    <a:pt x="2650" y="3805"/>
                    <a:pt x="2985" y="3387"/>
                    <a:pt x="3181" y="2996"/>
                  </a:cubicBezTo>
                  <a:cubicBezTo>
                    <a:pt x="3264" y="2885"/>
                    <a:pt x="3376" y="2606"/>
                    <a:pt x="3432" y="2355"/>
                  </a:cubicBezTo>
                  <a:lnTo>
                    <a:pt x="3460" y="2271"/>
                  </a:lnTo>
                  <a:lnTo>
                    <a:pt x="3460" y="2243"/>
                  </a:lnTo>
                  <a:lnTo>
                    <a:pt x="3460" y="2187"/>
                  </a:lnTo>
                  <a:lnTo>
                    <a:pt x="3460" y="2159"/>
                  </a:lnTo>
                  <a:lnTo>
                    <a:pt x="3460" y="2104"/>
                  </a:lnTo>
                  <a:lnTo>
                    <a:pt x="3460" y="2076"/>
                  </a:lnTo>
                  <a:lnTo>
                    <a:pt x="3460" y="2020"/>
                  </a:lnTo>
                  <a:lnTo>
                    <a:pt x="3460" y="1992"/>
                  </a:lnTo>
                  <a:lnTo>
                    <a:pt x="3460" y="1936"/>
                  </a:lnTo>
                  <a:lnTo>
                    <a:pt x="3460" y="1908"/>
                  </a:lnTo>
                  <a:lnTo>
                    <a:pt x="3432" y="1880"/>
                  </a:lnTo>
                  <a:lnTo>
                    <a:pt x="3432" y="1852"/>
                  </a:lnTo>
                  <a:lnTo>
                    <a:pt x="3376" y="1797"/>
                  </a:lnTo>
                  <a:cubicBezTo>
                    <a:pt x="3320" y="1573"/>
                    <a:pt x="2874" y="1294"/>
                    <a:pt x="2706" y="1127"/>
                  </a:cubicBezTo>
                  <a:cubicBezTo>
                    <a:pt x="2455" y="876"/>
                    <a:pt x="2093" y="681"/>
                    <a:pt x="1786" y="513"/>
                  </a:cubicBezTo>
                  <a:cubicBezTo>
                    <a:pt x="1556" y="386"/>
                    <a:pt x="1419" y="1"/>
                    <a:pt x="1184" y="1"/>
                  </a:cubicBezTo>
                  <a:close/>
                </a:path>
              </a:pathLst>
            </a:custGeom>
            <a:solidFill>
              <a:srgbClr val="9D64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837;p35">
              <a:extLst>
                <a:ext uri="{FF2B5EF4-FFF2-40B4-BE49-F238E27FC236}">
                  <a16:creationId xmlns:a16="http://schemas.microsoft.com/office/drawing/2014/main" id="{D4EB225D-DC80-79E3-EEDD-03AA0BCA3AD8}"/>
                </a:ext>
              </a:extLst>
            </p:cNvPr>
            <p:cNvSpPr/>
            <p:nvPr/>
          </p:nvSpPr>
          <p:spPr>
            <a:xfrm>
              <a:off x="1184420" y="3380556"/>
              <a:ext cx="133439" cy="97274"/>
            </a:xfrm>
            <a:custGeom>
              <a:avLst/>
              <a:gdLst/>
              <a:ahLst/>
              <a:cxnLst/>
              <a:rect l="l" t="t" r="r" b="b"/>
              <a:pathLst>
                <a:path w="3461" h="2523" extrusionOk="0">
                  <a:moveTo>
                    <a:pt x="1157" y="1"/>
                  </a:moveTo>
                  <a:cubicBezTo>
                    <a:pt x="1135" y="1"/>
                    <a:pt x="1113" y="4"/>
                    <a:pt x="1089" y="11"/>
                  </a:cubicBezTo>
                  <a:cubicBezTo>
                    <a:pt x="894" y="67"/>
                    <a:pt x="364" y="764"/>
                    <a:pt x="280" y="932"/>
                  </a:cubicBezTo>
                  <a:cubicBezTo>
                    <a:pt x="1" y="1490"/>
                    <a:pt x="447" y="2048"/>
                    <a:pt x="782" y="2522"/>
                  </a:cubicBezTo>
                  <a:cubicBezTo>
                    <a:pt x="922" y="2215"/>
                    <a:pt x="1173" y="1936"/>
                    <a:pt x="1452" y="1713"/>
                  </a:cubicBezTo>
                  <a:cubicBezTo>
                    <a:pt x="1624" y="1598"/>
                    <a:pt x="1849" y="1523"/>
                    <a:pt x="2063" y="1523"/>
                  </a:cubicBezTo>
                  <a:cubicBezTo>
                    <a:pt x="2161" y="1523"/>
                    <a:pt x="2257" y="1538"/>
                    <a:pt x="2345" y="1573"/>
                  </a:cubicBezTo>
                  <a:cubicBezTo>
                    <a:pt x="2596" y="1657"/>
                    <a:pt x="2735" y="1741"/>
                    <a:pt x="2930" y="1908"/>
                  </a:cubicBezTo>
                  <a:cubicBezTo>
                    <a:pt x="3070" y="2048"/>
                    <a:pt x="3265" y="2104"/>
                    <a:pt x="3433" y="2159"/>
                  </a:cubicBezTo>
                  <a:cubicBezTo>
                    <a:pt x="3460" y="2020"/>
                    <a:pt x="3433" y="1880"/>
                    <a:pt x="3349" y="1797"/>
                  </a:cubicBezTo>
                  <a:cubicBezTo>
                    <a:pt x="3293" y="1573"/>
                    <a:pt x="2847" y="1294"/>
                    <a:pt x="2679" y="1127"/>
                  </a:cubicBezTo>
                  <a:cubicBezTo>
                    <a:pt x="2428" y="876"/>
                    <a:pt x="2066" y="681"/>
                    <a:pt x="1759" y="513"/>
                  </a:cubicBezTo>
                  <a:cubicBezTo>
                    <a:pt x="1529" y="386"/>
                    <a:pt x="1392" y="1"/>
                    <a:pt x="1157" y="1"/>
                  </a:cubicBezTo>
                  <a:close/>
                </a:path>
              </a:pathLst>
            </a:custGeom>
            <a:solidFill>
              <a:srgbClr val="8E56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838;p35">
              <a:extLst>
                <a:ext uri="{FF2B5EF4-FFF2-40B4-BE49-F238E27FC236}">
                  <a16:creationId xmlns:a16="http://schemas.microsoft.com/office/drawing/2014/main" id="{5C9CC597-200F-ADD6-8B5C-34315E1154DF}"/>
                </a:ext>
              </a:extLst>
            </p:cNvPr>
            <p:cNvSpPr/>
            <p:nvPr/>
          </p:nvSpPr>
          <p:spPr>
            <a:xfrm>
              <a:off x="2558095" y="2598176"/>
              <a:ext cx="345299" cy="415700"/>
            </a:xfrm>
            <a:custGeom>
              <a:avLst/>
              <a:gdLst/>
              <a:ahLst/>
              <a:cxnLst/>
              <a:rect l="l" t="t" r="r" b="b"/>
              <a:pathLst>
                <a:path w="8956" h="10782" extrusionOk="0">
                  <a:moveTo>
                    <a:pt x="3828" y="0"/>
                  </a:moveTo>
                  <a:cubicBezTo>
                    <a:pt x="2243" y="0"/>
                    <a:pt x="693" y="1497"/>
                    <a:pt x="670" y="1918"/>
                  </a:cubicBezTo>
                  <a:cubicBezTo>
                    <a:pt x="586" y="3257"/>
                    <a:pt x="2539" y="4317"/>
                    <a:pt x="3739" y="4680"/>
                  </a:cubicBezTo>
                  <a:cubicBezTo>
                    <a:pt x="4687" y="4987"/>
                    <a:pt x="7142" y="4847"/>
                    <a:pt x="5831" y="6465"/>
                  </a:cubicBezTo>
                  <a:cubicBezTo>
                    <a:pt x="5524" y="6856"/>
                    <a:pt x="4799" y="7414"/>
                    <a:pt x="4352" y="7637"/>
                  </a:cubicBezTo>
                  <a:cubicBezTo>
                    <a:pt x="4121" y="7760"/>
                    <a:pt x="3941" y="7798"/>
                    <a:pt x="3779" y="7798"/>
                  </a:cubicBezTo>
                  <a:cubicBezTo>
                    <a:pt x="3648" y="7798"/>
                    <a:pt x="3529" y="7773"/>
                    <a:pt x="3404" y="7749"/>
                  </a:cubicBezTo>
                  <a:cubicBezTo>
                    <a:pt x="3285" y="7732"/>
                    <a:pt x="3156" y="7704"/>
                    <a:pt x="3011" y="7704"/>
                  </a:cubicBezTo>
                  <a:cubicBezTo>
                    <a:pt x="2917" y="7704"/>
                    <a:pt x="2816" y="7716"/>
                    <a:pt x="2706" y="7749"/>
                  </a:cubicBezTo>
                  <a:cubicBezTo>
                    <a:pt x="1897" y="7916"/>
                    <a:pt x="0" y="10036"/>
                    <a:pt x="977" y="10706"/>
                  </a:cubicBezTo>
                  <a:cubicBezTo>
                    <a:pt x="1051" y="10760"/>
                    <a:pt x="1195" y="10781"/>
                    <a:pt x="1374" y="10781"/>
                  </a:cubicBezTo>
                  <a:cubicBezTo>
                    <a:pt x="1934" y="10781"/>
                    <a:pt x="2843" y="10574"/>
                    <a:pt x="3097" y="10511"/>
                  </a:cubicBezTo>
                  <a:cubicBezTo>
                    <a:pt x="3794" y="10343"/>
                    <a:pt x="4408" y="9980"/>
                    <a:pt x="5022" y="9478"/>
                  </a:cubicBezTo>
                  <a:cubicBezTo>
                    <a:pt x="6054" y="8641"/>
                    <a:pt x="6919" y="7749"/>
                    <a:pt x="7589" y="6633"/>
                  </a:cubicBezTo>
                  <a:cubicBezTo>
                    <a:pt x="7896" y="6130"/>
                    <a:pt x="8230" y="5656"/>
                    <a:pt x="8509" y="5154"/>
                  </a:cubicBezTo>
                  <a:cubicBezTo>
                    <a:pt x="8956" y="4429"/>
                    <a:pt x="8956" y="4289"/>
                    <a:pt x="8454" y="3675"/>
                  </a:cubicBezTo>
                  <a:cubicBezTo>
                    <a:pt x="8063" y="3145"/>
                    <a:pt x="7505" y="2838"/>
                    <a:pt x="6975" y="2503"/>
                  </a:cubicBezTo>
                  <a:cubicBezTo>
                    <a:pt x="6110" y="1946"/>
                    <a:pt x="5468" y="941"/>
                    <a:pt x="4743" y="188"/>
                  </a:cubicBezTo>
                  <a:cubicBezTo>
                    <a:pt x="4444" y="56"/>
                    <a:pt x="4135" y="0"/>
                    <a:pt x="3828" y="0"/>
                  </a:cubicBezTo>
                  <a:close/>
                </a:path>
              </a:pathLst>
            </a:custGeom>
            <a:solidFill>
              <a:srgbClr val="845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839;p35">
              <a:extLst>
                <a:ext uri="{FF2B5EF4-FFF2-40B4-BE49-F238E27FC236}">
                  <a16:creationId xmlns:a16="http://schemas.microsoft.com/office/drawing/2014/main" id="{BCBBBD61-657C-1E09-10D4-82319CB2C47D}"/>
                </a:ext>
              </a:extLst>
            </p:cNvPr>
            <p:cNvSpPr/>
            <p:nvPr/>
          </p:nvSpPr>
          <p:spPr>
            <a:xfrm>
              <a:off x="1248770" y="2692099"/>
              <a:ext cx="715542" cy="777153"/>
            </a:xfrm>
            <a:custGeom>
              <a:avLst/>
              <a:gdLst/>
              <a:ahLst/>
              <a:cxnLst/>
              <a:rect l="l" t="t" r="r" b="b"/>
              <a:pathLst>
                <a:path w="18559" h="20157" extrusionOk="0">
                  <a:moveTo>
                    <a:pt x="15757" y="0"/>
                  </a:moveTo>
                  <a:cubicBezTo>
                    <a:pt x="15368" y="0"/>
                    <a:pt x="15010" y="43"/>
                    <a:pt x="14737" y="123"/>
                  </a:cubicBezTo>
                  <a:cubicBezTo>
                    <a:pt x="13035" y="625"/>
                    <a:pt x="12254" y="2606"/>
                    <a:pt x="11110" y="3862"/>
                  </a:cubicBezTo>
                  <a:cubicBezTo>
                    <a:pt x="8459" y="6735"/>
                    <a:pt x="3075" y="5759"/>
                    <a:pt x="2182" y="10334"/>
                  </a:cubicBezTo>
                  <a:cubicBezTo>
                    <a:pt x="1847" y="12064"/>
                    <a:pt x="1345" y="13738"/>
                    <a:pt x="1122" y="15524"/>
                  </a:cubicBezTo>
                  <a:cubicBezTo>
                    <a:pt x="984" y="16489"/>
                    <a:pt x="0" y="20156"/>
                    <a:pt x="1409" y="20156"/>
                  </a:cubicBezTo>
                  <a:cubicBezTo>
                    <a:pt x="1424" y="20156"/>
                    <a:pt x="1440" y="20156"/>
                    <a:pt x="1457" y="20155"/>
                  </a:cubicBezTo>
                  <a:cubicBezTo>
                    <a:pt x="2712" y="20127"/>
                    <a:pt x="2880" y="16919"/>
                    <a:pt x="3019" y="15970"/>
                  </a:cubicBezTo>
                  <a:cubicBezTo>
                    <a:pt x="3298" y="14157"/>
                    <a:pt x="3800" y="11757"/>
                    <a:pt x="4581" y="10864"/>
                  </a:cubicBezTo>
                  <a:cubicBezTo>
                    <a:pt x="5976" y="9274"/>
                    <a:pt x="9101" y="8688"/>
                    <a:pt x="12616" y="6986"/>
                  </a:cubicBezTo>
                  <a:cubicBezTo>
                    <a:pt x="14486" y="6094"/>
                    <a:pt x="14681" y="5034"/>
                    <a:pt x="15378" y="3806"/>
                  </a:cubicBezTo>
                  <a:cubicBezTo>
                    <a:pt x="16058" y="2634"/>
                    <a:pt x="17013" y="1403"/>
                    <a:pt x="17996" y="1403"/>
                  </a:cubicBezTo>
                  <a:cubicBezTo>
                    <a:pt x="18183" y="1403"/>
                    <a:pt x="18371" y="1448"/>
                    <a:pt x="18559" y="1546"/>
                  </a:cubicBezTo>
                  <a:cubicBezTo>
                    <a:pt x="18538" y="442"/>
                    <a:pt x="16996" y="0"/>
                    <a:pt x="15757" y="0"/>
                  </a:cubicBezTo>
                  <a:close/>
                </a:path>
              </a:pathLst>
            </a:custGeom>
            <a:solidFill>
              <a:srgbClr val="845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840;p35">
              <a:extLst>
                <a:ext uri="{FF2B5EF4-FFF2-40B4-BE49-F238E27FC236}">
                  <a16:creationId xmlns:a16="http://schemas.microsoft.com/office/drawing/2014/main" id="{DF13F667-A2F2-291F-7EF3-E48617634161}"/>
                </a:ext>
              </a:extLst>
            </p:cNvPr>
            <p:cNvSpPr/>
            <p:nvPr/>
          </p:nvSpPr>
          <p:spPr>
            <a:xfrm>
              <a:off x="2558095" y="2834525"/>
              <a:ext cx="264642" cy="179358"/>
            </a:xfrm>
            <a:custGeom>
              <a:avLst/>
              <a:gdLst/>
              <a:ahLst/>
              <a:cxnLst/>
              <a:rect l="l" t="t" r="r" b="b"/>
              <a:pathLst>
                <a:path w="6864" h="4652" extrusionOk="0">
                  <a:moveTo>
                    <a:pt x="6054" y="0"/>
                  </a:moveTo>
                  <a:cubicBezTo>
                    <a:pt x="5998" y="112"/>
                    <a:pt x="5943" y="224"/>
                    <a:pt x="5831" y="335"/>
                  </a:cubicBezTo>
                  <a:cubicBezTo>
                    <a:pt x="5524" y="726"/>
                    <a:pt x="4799" y="1284"/>
                    <a:pt x="4352" y="1507"/>
                  </a:cubicBezTo>
                  <a:cubicBezTo>
                    <a:pt x="4121" y="1630"/>
                    <a:pt x="3941" y="1668"/>
                    <a:pt x="3779" y="1668"/>
                  </a:cubicBezTo>
                  <a:cubicBezTo>
                    <a:pt x="3648" y="1668"/>
                    <a:pt x="3529" y="1643"/>
                    <a:pt x="3404" y="1619"/>
                  </a:cubicBezTo>
                  <a:cubicBezTo>
                    <a:pt x="3285" y="1602"/>
                    <a:pt x="3156" y="1574"/>
                    <a:pt x="3011" y="1574"/>
                  </a:cubicBezTo>
                  <a:cubicBezTo>
                    <a:pt x="2917" y="1574"/>
                    <a:pt x="2816" y="1586"/>
                    <a:pt x="2706" y="1619"/>
                  </a:cubicBezTo>
                  <a:cubicBezTo>
                    <a:pt x="1897" y="1786"/>
                    <a:pt x="0" y="3906"/>
                    <a:pt x="977" y="4576"/>
                  </a:cubicBezTo>
                  <a:cubicBezTo>
                    <a:pt x="1051" y="4630"/>
                    <a:pt x="1195" y="4651"/>
                    <a:pt x="1374" y="4651"/>
                  </a:cubicBezTo>
                  <a:cubicBezTo>
                    <a:pt x="1934" y="4651"/>
                    <a:pt x="2843" y="4444"/>
                    <a:pt x="3097" y="4381"/>
                  </a:cubicBezTo>
                  <a:cubicBezTo>
                    <a:pt x="3794" y="4213"/>
                    <a:pt x="4408" y="3850"/>
                    <a:pt x="5022" y="3348"/>
                  </a:cubicBezTo>
                  <a:cubicBezTo>
                    <a:pt x="5719" y="2790"/>
                    <a:pt x="6333" y="2204"/>
                    <a:pt x="6863" y="1535"/>
                  </a:cubicBezTo>
                  <a:cubicBezTo>
                    <a:pt x="6724" y="1423"/>
                    <a:pt x="6612" y="1284"/>
                    <a:pt x="6556" y="1088"/>
                  </a:cubicBezTo>
                  <a:cubicBezTo>
                    <a:pt x="6473" y="809"/>
                    <a:pt x="6445" y="84"/>
                    <a:pt x="6054" y="0"/>
                  </a:cubicBezTo>
                  <a:close/>
                </a:path>
              </a:pathLst>
            </a:custGeom>
            <a:solidFill>
              <a:srgbClr val="CC9B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841;p35">
              <a:extLst>
                <a:ext uri="{FF2B5EF4-FFF2-40B4-BE49-F238E27FC236}">
                  <a16:creationId xmlns:a16="http://schemas.microsoft.com/office/drawing/2014/main" id="{ED9F7D2B-B876-B4CD-47ED-4CFF94645FE0}"/>
                </a:ext>
              </a:extLst>
            </p:cNvPr>
            <p:cNvSpPr/>
            <p:nvPr/>
          </p:nvSpPr>
          <p:spPr>
            <a:xfrm>
              <a:off x="2558095" y="2844202"/>
              <a:ext cx="264642" cy="169681"/>
            </a:xfrm>
            <a:custGeom>
              <a:avLst/>
              <a:gdLst/>
              <a:ahLst/>
              <a:cxnLst/>
              <a:rect l="l" t="t" r="r" b="b"/>
              <a:pathLst>
                <a:path w="6864" h="4401" extrusionOk="0">
                  <a:moveTo>
                    <a:pt x="6333" y="0"/>
                  </a:moveTo>
                  <a:cubicBezTo>
                    <a:pt x="6194" y="307"/>
                    <a:pt x="6026" y="586"/>
                    <a:pt x="5803" y="810"/>
                  </a:cubicBezTo>
                  <a:cubicBezTo>
                    <a:pt x="5664" y="1005"/>
                    <a:pt x="5524" y="1144"/>
                    <a:pt x="5385" y="1312"/>
                  </a:cubicBezTo>
                  <a:cubicBezTo>
                    <a:pt x="5106" y="1619"/>
                    <a:pt x="4771" y="1898"/>
                    <a:pt x="4380" y="2093"/>
                  </a:cubicBezTo>
                  <a:cubicBezTo>
                    <a:pt x="4177" y="2195"/>
                    <a:pt x="3962" y="2244"/>
                    <a:pt x="3748" y="2244"/>
                  </a:cubicBezTo>
                  <a:cubicBezTo>
                    <a:pt x="3493" y="2244"/>
                    <a:pt x="3241" y="2174"/>
                    <a:pt x="3013" y="2037"/>
                  </a:cubicBezTo>
                  <a:cubicBezTo>
                    <a:pt x="2734" y="1870"/>
                    <a:pt x="2734" y="1647"/>
                    <a:pt x="2874" y="1451"/>
                  </a:cubicBezTo>
                  <a:lnTo>
                    <a:pt x="2902" y="1340"/>
                  </a:lnTo>
                  <a:cubicBezTo>
                    <a:pt x="2846" y="1340"/>
                    <a:pt x="2762" y="1340"/>
                    <a:pt x="2706" y="1368"/>
                  </a:cubicBezTo>
                  <a:cubicBezTo>
                    <a:pt x="1897" y="1535"/>
                    <a:pt x="0" y="3655"/>
                    <a:pt x="977" y="4325"/>
                  </a:cubicBezTo>
                  <a:cubicBezTo>
                    <a:pt x="1051" y="4379"/>
                    <a:pt x="1195" y="4400"/>
                    <a:pt x="1374" y="4400"/>
                  </a:cubicBezTo>
                  <a:cubicBezTo>
                    <a:pt x="1934" y="4400"/>
                    <a:pt x="2843" y="4193"/>
                    <a:pt x="3097" y="4130"/>
                  </a:cubicBezTo>
                  <a:cubicBezTo>
                    <a:pt x="3794" y="3962"/>
                    <a:pt x="4408" y="3599"/>
                    <a:pt x="5022" y="3097"/>
                  </a:cubicBezTo>
                  <a:cubicBezTo>
                    <a:pt x="5719" y="2539"/>
                    <a:pt x="6333" y="1953"/>
                    <a:pt x="6863" y="1284"/>
                  </a:cubicBezTo>
                  <a:cubicBezTo>
                    <a:pt x="6724" y="1172"/>
                    <a:pt x="6612" y="1033"/>
                    <a:pt x="6556" y="837"/>
                  </a:cubicBezTo>
                  <a:cubicBezTo>
                    <a:pt x="6501" y="642"/>
                    <a:pt x="6445" y="252"/>
                    <a:pt x="6333" y="0"/>
                  </a:cubicBezTo>
                  <a:close/>
                </a:path>
              </a:pathLst>
            </a:custGeom>
            <a:solidFill>
              <a:srgbClr val="C18B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842;p35">
              <a:extLst>
                <a:ext uri="{FF2B5EF4-FFF2-40B4-BE49-F238E27FC236}">
                  <a16:creationId xmlns:a16="http://schemas.microsoft.com/office/drawing/2014/main" id="{00530D23-4AE6-EB6C-59E1-BCA52CD74D4A}"/>
                </a:ext>
              </a:extLst>
            </p:cNvPr>
            <p:cNvSpPr/>
            <p:nvPr/>
          </p:nvSpPr>
          <p:spPr>
            <a:xfrm>
              <a:off x="1248770" y="3073688"/>
              <a:ext cx="177739" cy="395574"/>
            </a:xfrm>
            <a:custGeom>
              <a:avLst/>
              <a:gdLst/>
              <a:ahLst/>
              <a:cxnLst/>
              <a:rect l="l" t="t" r="r" b="b"/>
              <a:pathLst>
                <a:path w="4610" h="10260" extrusionOk="0">
                  <a:moveTo>
                    <a:pt x="2638" y="0"/>
                  </a:moveTo>
                  <a:cubicBezTo>
                    <a:pt x="2592" y="0"/>
                    <a:pt x="2543" y="6"/>
                    <a:pt x="2489" y="19"/>
                  </a:cubicBezTo>
                  <a:cubicBezTo>
                    <a:pt x="2433" y="47"/>
                    <a:pt x="2349" y="75"/>
                    <a:pt x="2266" y="103"/>
                  </a:cubicBezTo>
                  <a:cubicBezTo>
                    <a:pt x="2238" y="214"/>
                    <a:pt x="2210" y="326"/>
                    <a:pt x="2182" y="437"/>
                  </a:cubicBezTo>
                  <a:cubicBezTo>
                    <a:pt x="1847" y="2167"/>
                    <a:pt x="1345" y="3841"/>
                    <a:pt x="1122" y="5627"/>
                  </a:cubicBezTo>
                  <a:cubicBezTo>
                    <a:pt x="984" y="6592"/>
                    <a:pt x="0" y="10259"/>
                    <a:pt x="1409" y="10259"/>
                  </a:cubicBezTo>
                  <a:cubicBezTo>
                    <a:pt x="1424" y="10259"/>
                    <a:pt x="1440" y="10259"/>
                    <a:pt x="1457" y="10258"/>
                  </a:cubicBezTo>
                  <a:cubicBezTo>
                    <a:pt x="2712" y="10230"/>
                    <a:pt x="2880" y="7022"/>
                    <a:pt x="3019" y="6073"/>
                  </a:cubicBezTo>
                  <a:cubicBezTo>
                    <a:pt x="3298" y="4260"/>
                    <a:pt x="3800" y="1860"/>
                    <a:pt x="4581" y="967"/>
                  </a:cubicBezTo>
                  <a:lnTo>
                    <a:pt x="4609" y="940"/>
                  </a:lnTo>
                  <a:lnTo>
                    <a:pt x="4609" y="940"/>
                  </a:lnTo>
                  <a:cubicBezTo>
                    <a:pt x="4450" y="985"/>
                    <a:pt x="4272" y="1031"/>
                    <a:pt x="4090" y="1031"/>
                  </a:cubicBezTo>
                  <a:cubicBezTo>
                    <a:pt x="4050" y="1031"/>
                    <a:pt x="4009" y="1028"/>
                    <a:pt x="3968" y="1023"/>
                  </a:cubicBezTo>
                  <a:cubicBezTo>
                    <a:pt x="3661" y="1023"/>
                    <a:pt x="3438" y="912"/>
                    <a:pt x="3270" y="605"/>
                  </a:cubicBezTo>
                  <a:cubicBezTo>
                    <a:pt x="3122" y="357"/>
                    <a:pt x="2995" y="0"/>
                    <a:pt x="2638" y="0"/>
                  </a:cubicBezTo>
                  <a:close/>
                </a:path>
              </a:pathLst>
            </a:custGeom>
            <a:solidFill>
              <a:srgbClr val="CC9B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843;p35">
              <a:extLst>
                <a:ext uri="{FF2B5EF4-FFF2-40B4-BE49-F238E27FC236}">
                  <a16:creationId xmlns:a16="http://schemas.microsoft.com/office/drawing/2014/main" id="{170361EC-3981-F50A-4BEC-4507F7705EE9}"/>
                </a:ext>
              </a:extLst>
            </p:cNvPr>
            <p:cNvSpPr/>
            <p:nvPr/>
          </p:nvSpPr>
          <p:spPr>
            <a:xfrm>
              <a:off x="1248963" y="3073688"/>
              <a:ext cx="147434" cy="395497"/>
            </a:xfrm>
            <a:custGeom>
              <a:avLst/>
              <a:gdLst/>
              <a:ahLst/>
              <a:cxnLst/>
              <a:rect l="l" t="t" r="r" b="b"/>
              <a:pathLst>
                <a:path w="3824" h="10258" extrusionOk="0">
                  <a:moveTo>
                    <a:pt x="2633" y="0"/>
                  </a:moveTo>
                  <a:cubicBezTo>
                    <a:pt x="2587" y="0"/>
                    <a:pt x="2538" y="6"/>
                    <a:pt x="2484" y="19"/>
                  </a:cubicBezTo>
                  <a:cubicBezTo>
                    <a:pt x="2428" y="47"/>
                    <a:pt x="2344" y="75"/>
                    <a:pt x="2261" y="103"/>
                  </a:cubicBezTo>
                  <a:cubicBezTo>
                    <a:pt x="2233" y="214"/>
                    <a:pt x="2205" y="326"/>
                    <a:pt x="2177" y="437"/>
                  </a:cubicBezTo>
                  <a:cubicBezTo>
                    <a:pt x="1842" y="2167"/>
                    <a:pt x="1340" y="3841"/>
                    <a:pt x="1117" y="5627"/>
                  </a:cubicBezTo>
                  <a:cubicBezTo>
                    <a:pt x="977" y="6575"/>
                    <a:pt x="1" y="10258"/>
                    <a:pt x="1424" y="10258"/>
                  </a:cubicBezTo>
                  <a:cubicBezTo>
                    <a:pt x="2847" y="7384"/>
                    <a:pt x="2763" y="4036"/>
                    <a:pt x="3823" y="1023"/>
                  </a:cubicBezTo>
                  <a:cubicBezTo>
                    <a:pt x="3572" y="967"/>
                    <a:pt x="3405" y="856"/>
                    <a:pt x="3265" y="605"/>
                  </a:cubicBezTo>
                  <a:cubicBezTo>
                    <a:pt x="3117" y="357"/>
                    <a:pt x="2990" y="0"/>
                    <a:pt x="2633" y="0"/>
                  </a:cubicBezTo>
                  <a:close/>
                </a:path>
              </a:pathLst>
            </a:custGeom>
            <a:solidFill>
              <a:srgbClr val="C18B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844;p35">
              <a:extLst>
                <a:ext uri="{FF2B5EF4-FFF2-40B4-BE49-F238E27FC236}">
                  <a16:creationId xmlns:a16="http://schemas.microsoft.com/office/drawing/2014/main" id="{E56AC3A8-553F-DD99-0680-3DB6C4E14730}"/>
                </a:ext>
              </a:extLst>
            </p:cNvPr>
            <p:cNvSpPr/>
            <p:nvPr/>
          </p:nvSpPr>
          <p:spPr>
            <a:xfrm>
              <a:off x="2510748" y="2919849"/>
              <a:ext cx="138798" cy="132398"/>
            </a:xfrm>
            <a:custGeom>
              <a:avLst/>
              <a:gdLst/>
              <a:ahLst/>
              <a:cxnLst/>
              <a:rect l="l" t="t" r="r" b="b"/>
              <a:pathLst>
                <a:path w="3600" h="3434" extrusionOk="0">
                  <a:moveTo>
                    <a:pt x="2145" y="1"/>
                  </a:moveTo>
                  <a:cubicBezTo>
                    <a:pt x="1594" y="1"/>
                    <a:pt x="1195" y="593"/>
                    <a:pt x="865" y="1024"/>
                  </a:cubicBezTo>
                  <a:cubicBezTo>
                    <a:pt x="419" y="1526"/>
                    <a:pt x="56" y="2223"/>
                    <a:pt x="1" y="2921"/>
                  </a:cubicBezTo>
                  <a:cubicBezTo>
                    <a:pt x="196" y="3060"/>
                    <a:pt x="698" y="3283"/>
                    <a:pt x="1117" y="3367"/>
                  </a:cubicBezTo>
                  <a:cubicBezTo>
                    <a:pt x="1251" y="3394"/>
                    <a:pt x="1494" y="3434"/>
                    <a:pt x="1729" y="3434"/>
                  </a:cubicBezTo>
                  <a:cubicBezTo>
                    <a:pt x="1984" y="3434"/>
                    <a:pt x="2229" y="3387"/>
                    <a:pt x="2316" y="3228"/>
                  </a:cubicBezTo>
                  <a:cubicBezTo>
                    <a:pt x="2539" y="3116"/>
                    <a:pt x="2679" y="2586"/>
                    <a:pt x="2790" y="2391"/>
                  </a:cubicBezTo>
                  <a:cubicBezTo>
                    <a:pt x="2958" y="2084"/>
                    <a:pt x="3042" y="1665"/>
                    <a:pt x="3125" y="1331"/>
                  </a:cubicBezTo>
                  <a:cubicBezTo>
                    <a:pt x="3209" y="1052"/>
                    <a:pt x="3600" y="800"/>
                    <a:pt x="3432" y="549"/>
                  </a:cubicBezTo>
                  <a:cubicBezTo>
                    <a:pt x="3321" y="382"/>
                    <a:pt x="2484" y="47"/>
                    <a:pt x="2316" y="19"/>
                  </a:cubicBezTo>
                  <a:cubicBezTo>
                    <a:pt x="2258" y="7"/>
                    <a:pt x="2201" y="1"/>
                    <a:pt x="2145" y="1"/>
                  </a:cubicBezTo>
                  <a:close/>
                </a:path>
              </a:pathLst>
            </a:custGeom>
            <a:solidFill>
              <a:srgbClr val="CC93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845;p35">
              <a:extLst>
                <a:ext uri="{FF2B5EF4-FFF2-40B4-BE49-F238E27FC236}">
                  <a16:creationId xmlns:a16="http://schemas.microsoft.com/office/drawing/2014/main" id="{F718B366-42EE-EBFD-2D5C-58EBAD61A6B3}"/>
                </a:ext>
              </a:extLst>
            </p:cNvPr>
            <p:cNvSpPr/>
            <p:nvPr/>
          </p:nvSpPr>
          <p:spPr>
            <a:xfrm>
              <a:off x="2510748" y="2919849"/>
              <a:ext cx="138798" cy="132282"/>
            </a:xfrm>
            <a:custGeom>
              <a:avLst/>
              <a:gdLst/>
              <a:ahLst/>
              <a:cxnLst/>
              <a:rect l="l" t="t" r="r" b="b"/>
              <a:pathLst>
                <a:path w="3600" h="3431" extrusionOk="0">
                  <a:moveTo>
                    <a:pt x="2145" y="1"/>
                  </a:moveTo>
                  <a:cubicBezTo>
                    <a:pt x="1594" y="1"/>
                    <a:pt x="1195" y="593"/>
                    <a:pt x="865" y="1024"/>
                  </a:cubicBezTo>
                  <a:cubicBezTo>
                    <a:pt x="810" y="1079"/>
                    <a:pt x="726" y="1163"/>
                    <a:pt x="670" y="1275"/>
                  </a:cubicBezTo>
                  <a:lnTo>
                    <a:pt x="614" y="1331"/>
                  </a:lnTo>
                  <a:cubicBezTo>
                    <a:pt x="586" y="1386"/>
                    <a:pt x="559" y="1442"/>
                    <a:pt x="531" y="1498"/>
                  </a:cubicBezTo>
                  <a:lnTo>
                    <a:pt x="475" y="1582"/>
                  </a:lnTo>
                  <a:cubicBezTo>
                    <a:pt x="642" y="1610"/>
                    <a:pt x="838" y="1665"/>
                    <a:pt x="1005" y="1693"/>
                  </a:cubicBezTo>
                  <a:cubicBezTo>
                    <a:pt x="1228" y="1805"/>
                    <a:pt x="1423" y="1916"/>
                    <a:pt x="1619" y="2056"/>
                  </a:cubicBezTo>
                  <a:lnTo>
                    <a:pt x="1674" y="2140"/>
                  </a:lnTo>
                  <a:cubicBezTo>
                    <a:pt x="1898" y="2447"/>
                    <a:pt x="1953" y="2809"/>
                    <a:pt x="1842" y="3144"/>
                  </a:cubicBezTo>
                  <a:lnTo>
                    <a:pt x="1758" y="3172"/>
                  </a:lnTo>
                  <a:cubicBezTo>
                    <a:pt x="1608" y="3215"/>
                    <a:pt x="1455" y="3234"/>
                    <a:pt x="1301" y="3234"/>
                  </a:cubicBezTo>
                  <a:cubicBezTo>
                    <a:pt x="853" y="3234"/>
                    <a:pt x="402" y="3073"/>
                    <a:pt x="28" y="2865"/>
                  </a:cubicBezTo>
                  <a:lnTo>
                    <a:pt x="1" y="2921"/>
                  </a:lnTo>
                  <a:cubicBezTo>
                    <a:pt x="196" y="3060"/>
                    <a:pt x="698" y="3283"/>
                    <a:pt x="1117" y="3367"/>
                  </a:cubicBezTo>
                  <a:cubicBezTo>
                    <a:pt x="1229" y="3390"/>
                    <a:pt x="1434" y="3431"/>
                    <a:pt x="1640" y="3431"/>
                  </a:cubicBezTo>
                  <a:cubicBezTo>
                    <a:pt x="1689" y="3431"/>
                    <a:pt x="1738" y="3428"/>
                    <a:pt x="1786" y="3423"/>
                  </a:cubicBezTo>
                  <a:lnTo>
                    <a:pt x="1898" y="3423"/>
                  </a:lnTo>
                  <a:lnTo>
                    <a:pt x="1981" y="3395"/>
                  </a:lnTo>
                  <a:lnTo>
                    <a:pt x="2093" y="3395"/>
                  </a:lnTo>
                  <a:lnTo>
                    <a:pt x="2149" y="3367"/>
                  </a:lnTo>
                  <a:lnTo>
                    <a:pt x="2177" y="3339"/>
                  </a:lnTo>
                  <a:lnTo>
                    <a:pt x="2205" y="3339"/>
                  </a:lnTo>
                  <a:lnTo>
                    <a:pt x="2232" y="3311"/>
                  </a:lnTo>
                  <a:lnTo>
                    <a:pt x="2260" y="3283"/>
                  </a:lnTo>
                  <a:lnTo>
                    <a:pt x="2288" y="3283"/>
                  </a:lnTo>
                  <a:lnTo>
                    <a:pt x="2316" y="3228"/>
                  </a:lnTo>
                  <a:cubicBezTo>
                    <a:pt x="2539" y="3116"/>
                    <a:pt x="2679" y="2586"/>
                    <a:pt x="2790" y="2391"/>
                  </a:cubicBezTo>
                  <a:cubicBezTo>
                    <a:pt x="2958" y="2084"/>
                    <a:pt x="3042" y="1665"/>
                    <a:pt x="3125" y="1331"/>
                  </a:cubicBezTo>
                  <a:cubicBezTo>
                    <a:pt x="3209" y="1052"/>
                    <a:pt x="3600" y="800"/>
                    <a:pt x="3432" y="549"/>
                  </a:cubicBezTo>
                  <a:cubicBezTo>
                    <a:pt x="3321" y="382"/>
                    <a:pt x="2484" y="47"/>
                    <a:pt x="2316" y="19"/>
                  </a:cubicBezTo>
                  <a:cubicBezTo>
                    <a:pt x="2258" y="7"/>
                    <a:pt x="2201" y="1"/>
                    <a:pt x="2145" y="1"/>
                  </a:cubicBezTo>
                  <a:close/>
                </a:path>
              </a:pathLst>
            </a:custGeom>
            <a:solidFill>
              <a:srgbClr val="B77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846;p35">
              <a:extLst>
                <a:ext uri="{FF2B5EF4-FFF2-40B4-BE49-F238E27FC236}">
                  <a16:creationId xmlns:a16="http://schemas.microsoft.com/office/drawing/2014/main" id="{07ACD62D-C917-F6DD-043D-C74624789857}"/>
                </a:ext>
              </a:extLst>
            </p:cNvPr>
            <p:cNvSpPr/>
            <p:nvPr/>
          </p:nvSpPr>
          <p:spPr>
            <a:xfrm>
              <a:off x="2546259" y="2920042"/>
              <a:ext cx="103289" cy="130740"/>
            </a:xfrm>
            <a:custGeom>
              <a:avLst/>
              <a:gdLst/>
              <a:ahLst/>
              <a:cxnLst/>
              <a:rect l="l" t="t" r="r" b="b"/>
              <a:pathLst>
                <a:path w="2679" h="3391" extrusionOk="0">
                  <a:moveTo>
                    <a:pt x="1244" y="0"/>
                  </a:moveTo>
                  <a:cubicBezTo>
                    <a:pt x="711" y="0"/>
                    <a:pt x="332" y="526"/>
                    <a:pt x="0" y="935"/>
                  </a:cubicBezTo>
                  <a:cubicBezTo>
                    <a:pt x="363" y="991"/>
                    <a:pt x="698" y="1130"/>
                    <a:pt x="949" y="1353"/>
                  </a:cubicBezTo>
                  <a:cubicBezTo>
                    <a:pt x="1200" y="1549"/>
                    <a:pt x="1367" y="1884"/>
                    <a:pt x="1339" y="2190"/>
                  </a:cubicBezTo>
                  <a:cubicBezTo>
                    <a:pt x="1339" y="2442"/>
                    <a:pt x="1284" y="2609"/>
                    <a:pt x="1172" y="2832"/>
                  </a:cubicBezTo>
                  <a:cubicBezTo>
                    <a:pt x="1088" y="3027"/>
                    <a:pt x="1060" y="3195"/>
                    <a:pt x="1060" y="3390"/>
                  </a:cubicBezTo>
                  <a:cubicBezTo>
                    <a:pt x="1228" y="3362"/>
                    <a:pt x="1339" y="3306"/>
                    <a:pt x="1395" y="3223"/>
                  </a:cubicBezTo>
                  <a:cubicBezTo>
                    <a:pt x="1618" y="3111"/>
                    <a:pt x="1758" y="2581"/>
                    <a:pt x="1869" y="2386"/>
                  </a:cubicBezTo>
                  <a:cubicBezTo>
                    <a:pt x="2037" y="2079"/>
                    <a:pt x="2121" y="1660"/>
                    <a:pt x="2204" y="1326"/>
                  </a:cubicBezTo>
                  <a:cubicBezTo>
                    <a:pt x="2288" y="1047"/>
                    <a:pt x="2679" y="795"/>
                    <a:pt x="2511" y="544"/>
                  </a:cubicBezTo>
                  <a:cubicBezTo>
                    <a:pt x="2400" y="377"/>
                    <a:pt x="1563" y="42"/>
                    <a:pt x="1395" y="14"/>
                  </a:cubicBezTo>
                  <a:cubicBezTo>
                    <a:pt x="1343" y="5"/>
                    <a:pt x="1293" y="0"/>
                    <a:pt x="1244" y="0"/>
                  </a:cubicBezTo>
                  <a:close/>
                </a:path>
              </a:pathLst>
            </a:custGeom>
            <a:solidFill>
              <a:srgbClr val="A56B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847;p35">
              <a:extLst>
                <a:ext uri="{FF2B5EF4-FFF2-40B4-BE49-F238E27FC236}">
                  <a16:creationId xmlns:a16="http://schemas.microsoft.com/office/drawing/2014/main" id="{54D0AD50-865D-E07B-C8AD-0272888BEA1F}"/>
                </a:ext>
              </a:extLst>
            </p:cNvPr>
            <p:cNvSpPr/>
            <p:nvPr/>
          </p:nvSpPr>
          <p:spPr>
            <a:xfrm>
              <a:off x="2518267" y="3013078"/>
              <a:ext cx="60300" cy="26680"/>
            </a:xfrm>
            <a:custGeom>
              <a:avLst/>
              <a:gdLst/>
              <a:ahLst/>
              <a:cxnLst/>
              <a:rect l="l" t="t" r="r" b="b"/>
              <a:pathLst>
                <a:path w="1564" h="692" extrusionOk="0">
                  <a:moveTo>
                    <a:pt x="85" y="1"/>
                  </a:moveTo>
                  <a:cubicBezTo>
                    <a:pt x="57" y="84"/>
                    <a:pt x="1" y="252"/>
                    <a:pt x="57" y="335"/>
                  </a:cubicBezTo>
                  <a:cubicBezTo>
                    <a:pt x="112" y="419"/>
                    <a:pt x="336" y="447"/>
                    <a:pt x="419" y="503"/>
                  </a:cubicBezTo>
                  <a:cubicBezTo>
                    <a:pt x="608" y="566"/>
                    <a:pt x="922" y="691"/>
                    <a:pt x="1184" y="691"/>
                  </a:cubicBezTo>
                  <a:cubicBezTo>
                    <a:pt x="1272" y="691"/>
                    <a:pt x="1354" y="677"/>
                    <a:pt x="1424" y="642"/>
                  </a:cubicBezTo>
                  <a:cubicBezTo>
                    <a:pt x="1507" y="614"/>
                    <a:pt x="1563" y="503"/>
                    <a:pt x="1535" y="419"/>
                  </a:cubicBezTo>
                  <a:cubicBezTo>
                    <a:pt x="1033" y="391"/>
                    <a:pt x="559" y="140"/>
                    <a:pt x="85" y="1"/>
                  </a:cubicBezTo>
                  <a:close/>
                </a:path>
              </a:pathLst>
            </a:custGeom>
            <a:solidFill>
              <a:srgbClr val="FCC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848;p35">
              <a:extLst>
                <a:ext uri="{FF2B5EF4-FFF2-40B4-BE49-F238E27FC236}">
                  <a16:creationId xmlns:a16="http://schemas.microsoft.com/office/drawing/2014/main" id="{F0CA59A2-3CFA-ECF6-44B3-41CCF16C22BC}"/>
                </a:ext>
              </a:extLst>
            </p:cNvPr>
            <p:cNvSpPr/>
            <p:nvPr/>
          </p:nvSpPr>
          <p:spPr>
            <a:xfrm>
              <a:off x="1157546" y="3380787"/>
              <a:ext cx="110846" cy="151791"/>
            </a:xfrm>
            <a:custGeom>
              <a:avLst/>
              <a:gdLst/>
              <a:ahLst/>
              <a:cxnLst/>
              <a:rect l="l" t="t" r="r" b="b"/>
              <a:pathLst>
                <a:path w="2875" h="3937" extrusionOk="0">
                  <a:moveTo>
                    <a:pt x="938" y="0"/>
                  </a:moveTo>
                  <a:cubicBezTo>
                    <a:pt x="863" y="0"/>
                    <a:pt x="777" y="34"/>
                    <a:pt x="670" y="117"/>
                  </a:cubicBezTo>
                  <a:cubicBezTo>
                    <a:pt x="391" y="340"/>
                    <a:pt x="140" y="535"/>
                    <a:pt x="112" y="898"/>
                  </a:cubicBezTo>
                  <a:cubicBezTo>
                    <a:pt x="1" y="1846"/>
                    <a:pt x="335" y="3241"/>
                    <a:pt x="1172" y="3827"/>
                  </a:cubicBezTo>
                  <a:cubicBezTo>
                    <a:pt x="1280" y="3903"/>
                    <a:pt x="1351" y="3937"/>
                    <a:pt x="1409" y="3937"/>
                  </a:cubicBezTo>
                  <a:cubicBezTo>
                    <a:pt x="1502" y="3937"/>
                    <a:pt x="1566" y="3852"/>
                    <a:pt x="1702" y="3716"/>
                  </a:cubicBezTo>
                  <a:cubicBezTo>
                    <a:pt x="1870" y="3548"/>
                    <a:pt x="2037" y="3381"/>
                    <a:pt x="2205" y="3213"/>
                  </a:cubicBezTo>
                  <a:cubicBezTo>
                    <a:pt x="2456" y="2935"/>
                    <a:pt x="2874" y="2516"/>
                    <a:pt x="2874" y="2153"/>
                  </a:cubicBezTo>
                  <a:cubicBezTo>
                    <a:pt x="2846" y="1484"/>
                    <a:pt x="1926" y="730"/>
                    <a:pt x="1479" y="368"/>
                  </a:cubicBezTo>
                  <a:cubicBezTo>
                    <a:pt x="1243" y="191"/>
                    <a:pt x="1118" y="0"/>
                    <a:pt x="938" y="0"/>
                  </a:cubicBezTo>
                  <a:close/>
                </a:path>
              </a:pathLst>
            </a:custGeom>
            <a:solidFill>
              <a:srgbClr val="CC93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849;p35">
              <a:extLst>
                <a:ext uri="{FF2B5EF4-FFF2-40B4-BE49-F238E27FC236}">
                  <a16:creationId xmlns:a16="http://schemas.microsoft.com/office/drawing/2014/main" id="{76DF8C08-B20D-8D59-EFCB-EB8D3094D484}"/>
                </a:ext>
              </a:extLst>
            </p:cNvPr>
            <p:cNvSpPr/>
            <p:nvPr/>
          </p:nvSpPr>
          <p:spPr>
            <a:xfrm>
              <a:off x="1159706" y="3380787"/>
              <a:ext cx="108687" cy="151791"/>
            </a:xfrm>
            <a:custGeom>
              <a:avLst/>
              <a:gdLst/>
              <a:ahLst/>
              <a:cxnLst/>
              <a:rect l="l" t="t" r="r" b="b"/>
              <a:pathLst>
                <a:path w="2819" h="3937" extrusionOk="0">
                  <a:moveTo>
                    <a:pt x="882" y="0"/>
                  </a:moveTo>
                  <a:cubicBezTo>
                    <a:pt x="807" y="0"/>
                    <a:pt x="721" y="34"/>
                    <a:pt x="614" y="117"/>
                  </a:cubicBezTo>
                  <a:cubicBezTo>
                    <a:pt x="335" y="340"/>
                    <a:pt x="84" y="535"/>
                    <a:pt x="56" y="898"/>
                  </a:cubicBezTo>
                  <a:cubicBezTo>
                    <a:pt x="0" y="1484"/>
                    <a:pt x="84" y="2237"/>
                    <a:pt x="363" y="2879"/>
                  </a:cubicBezTo>
                  <a:cubicBezTo>
                    <a:pt x="558" y="2711"/>
                    <a:pt x="781" y="2544"/>
                    <a:pt x="977" y="2404"/>
                  </a:cubicBezTo>
                  <a:cubicBezTo>
                    <a:pt x="1187" y="2241"/>
                    <a:pt x="1552" y="1981"/>
                    <a:pt x="1862" y="1981"/>
                  </a:cubicBezTo>
                  <a:cubicBezTo>
                    <a:pt x="1923" y="1981"/>
                    <a:pt x="1982" y="1991"/>
                    <a:pt x="2037" y="2014"/>
                  </a:cubicBezTo>
                  <a:cubicBezTo>
                    <a:pt x="2400" y="2125"/>
                    <a:pt x="2400" y="2572"/>
                    <a:pt x="2204" y="2823"/>
                  </a:cubicBezTo>
                  <a:cubicBezTo>
                    <a:pt x="1953" y="3213"/>
                    <a:pt x="1535" y="3576"/>
                    <a:pt x="1144" y="3827"/>
                  </a:cubicBezTo>
                  <a:cubicBezTo>
                    <a:pt x="1241" y="3903"/>
                    <a:pt x="1305" y="3937"/>
                    <a:pt x="1360" y="3937"/>
                  </a:cubicBezTo>
                  <a:cubicBezTo>
                    <a:pt x="1446" y="3937"/>
                    <a:pt x="1510" y="3852"/>
                    <a:pt x="1646" y="3716"/>
                  </a:cubicBezTo>
                  <a:cubicBezTo>
                    <a:pt x="1814" y="3548"/>
                    <a:pt x="1981" y="3381"/>
                    <a:pt x="2149" y="3213"/>
                  </a:cubicBezTo>
                  <a:cubicBezTo>
                    <a:pt x="2400" y="2935"/>
                    <a:pt x="2818" y="2516"/>
                    <a:pt x="2818" y="2153"/>
                  </a:cubicBezTo>
                  <a:cubicBezTo>
                    <a:pt x="2790" y="1484"/>
                    <a:pt x="1870" y="730"/>
                    <a:pt x="1423" y="368"/>
                  </a:cubicBezTo>
                  <a:cubicBezTo>
                    <a:pt x="1187" y="191"/>
                    <a:pt x="1062" y="0"/>
                    <a:pt x="882" y="0"/>
                  </a:cubicBezTo>
                  <a:close/>
                </a:path>
              </a:pathLst>
            </a:custGeom>
            <a:solidFill>
              <a:srgbClr val="B77D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850;p35">
              <a:extLst>
                <a:ext uri="{FF2B5EF4-FFF2-40B4-BE49-F238E27FC236}">
                  <a16:creationId xmlns:a16="http://schemas.microsoft.com/office/drawing/2014/main" id="{C1B179D0-4E16-0493-B6D7-061ED4DD88C3}"/>
                </a:ext>
              </a:extLst>
            </p:cNvPr>
            <p:cNvSpPr/>
            <p:nvPr/>
          </p:nvSpPr>
          <p:spPr>
            <a:xfrm>
              <a:off x="1159706" y="3380787"/>
              <a:ext cx="108687" cy="95963"/>
            </a:xfrm>
            <a:custGeom>
              <a:avLst/>
              <a:gdLst/>
              <a:ahLst/>
              <a:cxnLst/>
              <a:rect l="l" t="t" r="r" b="b"/>
              <a:pathLst>
                <a:path w="2819" h="2489" extrusionOk="0">
                  <a:moveTo>
                    <a:pt x="882" y="0"/>
                  </a:moveTo>
                  <a:cubicBezTo>
                    <a:pt x="807" y="0"/>
                    <a:pt x="721" y="34"/>
                    <a:pt x="614" y="117"/>
                  </a:cubicBezTo>
                  <a:cubicBezTo>
                    <a:pt x="335" y="340"/>
                    <a:pt x="84" y="535"/>
                    <a:pt x="56" y="898"/>
                  </a:cubicBezTo>
                  <a:cubicBezTo>
                    <a:pt x="0" y="1261"/>
                    <a:pt x="28" y="1707"/>
                    <a:pt x="140" y="2153"/>
                  </a:cubicBezTo>
                  <a:cubicBezTo>
                    <a:pt x="363" y="1819"/>
                    <a:pt x="642" y="1540"/>
                    <a:pt x="1060" y="1428"/>
                  </a:cubicBezTo>
                  <a:cubicBezTo>
                    <a:pt x="1110" y="1417"/>
                    <a:pt x="1159" y="1411"/>
                    <a:pt x="1208" y="1411"/>
                  </a:cubicBezTo>
                  <a:cubicBezTo>
                    <a:pt x="1772" y="1411"/>
                    <a:pt x="2324" y="2103"/>
                    <a:pt x="2734" y="2488"/>
                  </a:cubicBezTo>
                  <a:cubicBezTo>
                    <a:pt x="2790" y="2377"/>
                    <a:pt x="2818" y="2265"/>
                    <a:pt x="2818" y="2153"/>
                  </a:cubicBezTo>
                  <a:cubicBezTo>
                    <a:pt x="2790" y="1484"/>
                    <a:pt x="1870" y="730"/>
                    <a:pt x="1423" y="368"/>
                  </a:cubicBezTo>
                  <a:cubicBezTo>
                    <a:pt x="1187" y="191"/>
                    <a:pt x="1062" y="0"/>
                    <a:pt x="882" y="0"/>
                  </a:cubicBezTo>
                  <a:close/>
                </a:path>
              </a:pathLst>
            </a:custGeom>
            <a:solidFill>
              <a:srgbClr val="A56B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851;p35">
              <a:extLst>
                <a:ext uri="{FF2B5EF4-FFF2-40B4-BE49-F238E27FC236}">
                  <a16:creationId xmlns:a16="http://schemas.microsoft.com/office/drawing/2014/main" id="{D3B4D87F-33FF-FE35-2A69-2399524F18D1}"/>
                </a:ext>
              </a:extLst>
            </p:cNvPr>
            <p:cNvSpPr/>
            <p:nvPr/>
          </p:nvSpPr>
          <p:spPr>
            <a:xfrm>
              <a:off x="1197336" y="3469157"/>
              <a:ext cx="47384" cy="48464"/>
            </a:xfrm>
            <a:custGeom>
              <a:avLst/>
              <a:gdLst/>
              <a:ahLst/>
              <a:cxnLst/>
              <a:rect l="l" t="t" r="r" b="b"/>
              <a:pathLst>
                <a:path w="1229" h="1257" extrusionOk="0">
                  <a:moveTo>
                    <a:pt x="1061" y="1"/>
                  </a:moveTo>
                  <a:cubicBezTo>
                    <a:pt x="810" y="419"/>
                    <a:pt x="363" y="726"/>
                    <a:pt x="1" y="1089"/>
                  </a:cubicBezTo>
                  <a:cubicBezTo>
                    <a:pt x="84" y="1117"/>
                    <a:pt x="168" y="1256"/>
                    <a:pt x="280" y="1256"/>
                  </a:cubicBezTo>
                  <a:cubicBezTo>
                    <a:pt x="391" y="1228"/>
                    <a:pt x="531" y="1061"/>
                    <a:pt x="615" y="1005"/>
                  </a:cubicBezTo>
                  <a:cubicBezTo>
                    <a:pt x="810" y="838"/>
                    <a:pt x="1200" y="503"/>
                    <a:pt x="1228" y="196"/>
                  </a:cubicBezTo>
                  <a:cubicBezTo>
                    <a:pt x="1228" y="112"/>
                    <a:pt x="1145" y="1"/>
                    <a:pt x="1061" y="1"/>
                  </a:cubicBezTo>
                  <a:close/>
                </a:path>
              </a:pathLst>
            </a:custGeom>
            <a:solidFill>
              <a:srgbClr val="FCC27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852;p35">
              <a:extLst>
                <a:ext uri="{FF2B5EF4-FFF2-40B4-BE49-F238E27FC236}">
                  <a16:creationId xmlns:a16="http://schemas.microsoft.com/office/drawing/2014/main" id="{AAA688D6-A483-B1DA-E1FB-7A6963599B73}"/>
                </a:ext>
              </a:extLst>
            </p:cNvPr>
            <p:cNvSpPr/>
            <p:nvPr/>
          </p:nvSpPr>
          <p:spPr>
            <a:xfrm>
              <a:off x="1186810" y="2212191"/>
              <a:ext cx="1690752" cy="1265452"/>
            </a:xfrm>
            <a:custGeom>
              <a:avLst/>
              <a:gdLst/>
              <a:ahLst/>
              <a:cxnLst/>
              <a:rect l="l" t="t" r="r" b="b"/>
              <a:pathLst>
                <a:path w="43853" h="32822" extrusionOk="0">
                  <a:moveTo>
                    <a:pt x="36658" y="0"/>
                  </a:moveTo>
                  <a:cubicBezTo>
                    <a:pt x="36520" y="0"/>
                    <a:pt x="36388" y="14"/>
                    <a:pt x="36264" y="44"/>
                  </a:cubicBezTo>
                  <a:cubicBezTo>
                    <a:pt x="34924" y="350"/>
                    <a:pt x="33753" y="155"/>
                    <a:pt x="32414" y="490"/>
                  </a:cubicBezTo>
                  <a:cubicBezTo>
                    <a:pt x="31353" y="769"/>
                    <a:pt x="30907" y="1076"/>
                    <a:pt x="29791" y="1634"/>
                  </a:cubicBezTo>
                  <a:cubicBezTo>
                    <a:pt x="27922" y="2527"/>
                    <a:pt x="25076" y="2917"/>
                    <a:pt x="22398" y="2917"/>
                  </a:cubicBezTo>
                  <a:cubicBezTo>
                    <a:pt x="19747" y="2917"/>
                    <a:pt x="17153" y="3029"/>
                    <a:pt x="14614" y="3391"/>
                  </a:cubicBezTo>
                  <a:cubicBezTo>
                    <a:pt x="13470" y="3559"/>
                    <a:pt x="10513" y="4452"/>
                    <a:pt x="8365" y="5986"/>
                  </a:cubicBezTo>
                  <a:cubicBezTo>
                    <a:pt x="7555" y="6544"/>
                    <a:pt x="7193" y="8023"/>
                    <a:pt x="6886" y="8916"/>
                  </a:cubicBezTo>
                  <a:cubicBezTo>
                    <a:pt x="6467" y="10143"/>
                    <a:pt x="6300" y="11147"/>
                    <a:pt x="6579" y="12459"/>
                  </a:cubicBezTo>
                  <a:cubicBezTo>
                    <a:pt x="6774" y="13575"/>
                    <a:pt x="7695" y="14440"/>
                    <a:pt x="7862" y="15500"/>
                  </a:cubicBezTo>
                  <a:cubicBezTo>
                    <a:pt x="8113" y="16867"/>
                    <a:pt x="7025" y="17648"/>
                    <a:pt x="5993" y="18317"/>
                  </a:cubicBezTo>
                  <a:cubicBezTo>
                    <a:pt x="5575" y="18569"/>
                    <a:pt x="5128" y="18820"/>
                    <a:pt x="4654" y="18987"/>
                  </a:cubicBezTo>
                  <a:cubicBezTo>
                    <a:pt x="4068" y="19154"/>
                    <a:pt x="3315" y="18959"/>
                    <a:pt x="2840" y="19461"/>
                  </a:cubicBezTo>
                  <a:cubicBezTo>
                    <a:pt x="2227" y="20159"/>
                    <a:pt x="2478" y="22251"/>
                    <a:pt x="2338" y="23144"/>
                  </a:cubicBezTo>
                  <a:cubicBezTo>
                    <a:pt x="2143" y="24372"/>
                    <a:pt x="2534" y="27608"/>
                    <a:pt x="1446" y="29142"/>
                  </a:cubicBezTo>
                  <a:cubicBezTo>
                    <a:pt x="1027" y="29728"/>
                    <a:pt x="748" y="29226"/>
                    <a:pt x="385" y="29840"/>
                  </a:cubicBezTo>
                  <a:cubicBezTo>
                    <a:pt x="0" y="30610"/>
                    <a:pt x="1104" y="32821"/>
                    <a:pt x="2065" y="32821"/>
                  </a:cubicBezTo>
                  <a:cubicBezTo>
                    <a:pt x="2148" y="32821"/>
                    <a:pt x="2230" y="32805"/>
                    <a:pt x="2310" y="32769"/>
                  </a:cubicBezTo>
                  <a:cubicBezTo>
                    <a:pt x="2868" y="32518"/>
                    <a:pt x="3454" y="30956"/>
                    <a:pt x="3566" y="30370"/>
                  </a:cubicBezTo>
                  <a:cubicBezTo>
                    <a:pt x="3929" y="28752"/>
                    <a:pt x="4096" y="27329"/>
                    <a:pt x="4180" y="26046"/>
                  </a:cubicBezTo>
                  <a:cubicBezTo>
                    <a:pt x="4235" y="24874"/>
                    <a:pt x="4542" y="23702"/>
                    <a:pt x="5184" y="22726"/>
                  </a:cubicBezTo>
                  <a:cubicBezTo>
                    <a:pt x="5881" y="21693"/>
                    <a:pt x="6942" y="21554"/>
                    <a:pt x="8002" y="21191"/>
                  </a:cubicBezTo>
                  <a:cubicBezTo>
                    <a:pt x="10150" y="20522"/>
                    <a:pt x="12438" y="19824"/>
                    <a:pt x="14447" y="18624"/>
                  </a:cubicBezTo>
                  <a:cubicBezTo>
                    <a:pt x="15256" y="18122"/>
                    <a:pt x="15925" y="17341"/>
                    <a:pt x="16399" y="16504"/>
                  </a:cubicBezTo>
                  <a:cubicBezTo>
                    <a:pt x="17000" y="15439"/>
                    <a:pt x="17093" y="14215"/>
                    <a:pt x="18482" y="14215"/>
                  </a:cubicBezTo>
                  <a:cubicBezTo>
                    <a:pt x="18513" y="14215"/>
                    <a:pt x="18544" y="14215"/>
                    <a:pt x="18576" y="14216"/>
                  </a:cubicBezTo>
                  <a:cubicBezTo>
                    <a:pt x="19664" y="14244"/>
                    <a:pt x="20947" y="14663"/>
                    <a:pt x="22091" y="14886"/>
                  </a:cubicBezTo>
                  <a:cubicBezTo>
                    <a:pt x="23346" y="15109"/>
                    <a:pt x="24741" y="15332"/>
                    <a:pt x="26025" y="15416"/>
                  </a:cubicBezTo>
                  <a:cubicBezTo>
                    <a:pt x="28207" y="15554"/>
                    <a:pt x="30370" y="15786"/>
                    <a:pt x="32545" y="15786"/>
                  </a:cubicBezTo>
                  <a:cubicBezTo>
                    <a:pt x="33012" y="15786"/>
                    <a:pt x="33479" y="15775"/>
                    <a:pt x="33948" y="15751"/>
                  </a:cubicBezTo>
                  <a:cubicBezTo>
                    <a:pt x="36459" y="15639"/>
                    <a:pt x="39053" y="14886"/>
                    <a:pt x="40727" y="12793"/>
                  </a:cubicBezTo>
                  <a:cubicBezTo>
                    <a:pt x="41425" y="11929"/>
                    <a:pt x="42067" y="10841"/>
                    <a:pt x="42541" y="9808"/>
                  </a:cubicBezTo>
                  <a:cubicBezTo>
                    <a:pt x="42931" y="8916"/>
                    <a:pt x="43852" y="7409"/>
                    <a:pt x="43434" y="6432"/>
                  </a:cubicBezTo>
                  <a:cubicBezTo>
                    <a:pt x="43629" y="6265"/>
                    <a:pt x="41230" y="2108"/>
                    <a:pt x="40755" y="1801"/>
                  </a:cubicBezTo>
                  <a:cubicBezTo>
                    <a:pt x="39773" y="1197"/>
                    <a:pt x="37948" y="0"/>
                    <a:pt x="36658" y="0"/>
                  </a:cubicBezTo>
                  <a:close/>
                </a:path>
              </a:pathLst>
            </a:custGeom>
            <a:solidFill>
              <a:srgbClr val="D192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853;p35">
              <a:extLst>
                <a:ext uri="{FF2B5EF4-FFF2-40B4-BE49-F238E27FC236}">
                  <a16:creationId xmlns:a16="http://schemas.microsoft.com/office/drawing/2014/main" id="{8A815AEE-5FBD-D384-886C-D759D0BB2B6E}"/>
                </a:ext>
              </a:extLst>
            </p:cNvPr>
            <p:cNvSpPr/>
            <p:nvPr/>
          </p:nvSpPr>
          <p:spPr>
            <a:xfrm>
              <a:off x="1719038" y="2930259"/>
              <a:ext cx="24791" cy="14034"/>
            </a:xfrm>
            <a:custGeom>
              <a:avLst/>
              <a:gdLst/>
              <a:ahLst/>
              <a:cxnLst/>
              <a:rect l="l" t="t" r="r" b="b"/>
              <a:pathLst>
                <a:path w="643" h="364" extrusionOk="0">
                  <a:moveTo>
                    <a:pt x="1" y="363"/>
                  </a:moveTo>
                  <a:cubicBezTo>
                    <a:pt x="1" y="363"/>
                    <a:pt x="1" y="363"/>
                    <a:pt x="29" y="363"/>
                  </a:cubicBezTo>
                  <a:cubicBezTo>
                    <a:pt x="1" y="363"/>
                    <a:pt x="1" y="363"/>
                    <a:pt x="1" y="363"/>
                  </a:cubicBezTo>
                  <a:close/>
                  <a:moveTo>
                    <a:pt x="29" y="363"/>
                  </a:moveTo>
                  <a:cubicBezTo>
                    <a:pt x="224" y="251"/>
                    <a:pt x="419" y="140"/>
                    <a:pt x="643" y="0"/>
                  </a:cubicBezTo>
                  <a:cubicBezTo>
                    <a:pt x="419" y="140"/>
                    <a:pt x="224" y="251"/>
                    <a:pt x="29" y="363"/>
                  </a:cubicBezTo>
                  <a:close/>
                </a:path>
              </a:pathLst>
            </a:custGeom>
            <a:solidFill>
              <a:srgbClr val="9861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854;p35">
              <a:extLst>
                <a:ext uri="{FF2B5EF4-FFF2-40B4-BE49-F238E27FC236}">
                  <a16:creationId xmlns:a16="http://schemas.microsoft.com/office/drawing/2014/main" id="{F7FDE5ED-2195-79C9-1BFD-3E18B499C634}"/>
                </a:ext>
              </a:extLst>
            </p:cNvPr>
            <p:cNvSpPr/>
            <p:nvPr/>
          </p:nvSpPr>
          <p:spPr>
            <a:xfrm>
              <a:off x="1672810" y="2467702"/>
              <a:ext cx="1194357" cy="474419"/>
            </a:xfrm>
            <a:custGeom>
              <a:avLst/>
              <a:gdLst/>
              <a:ahLst/>
              <a:cxnLst/>
              <a:rect l="l" t="t" r="r" b="b"/>
              <a:pathLst>
                <a:path w="30978" h="12305" extrusionOk="0">
                  <a:moveTo>
                    <a:pt x="30884" y="1"/>
                  </a:moveTo>
                  <a:cubicBezTo>
                    <a:pt x="30977" y="372"/>
                    <a:pt x="30896" y="840"/>
                    <a:pt x="30754" y="1308"/>
                  </a:cubicBezTo>
                  <a:lnTo>
                    <a:pt x="30754" y="1308"/>
                  </a:lnTo>
                  <a:cubicBezTo>
                    <a:pt x="30857" y="985"/>
                    <a:pt x="30940" y="666"/>
                    <a:pt x="30940" y="363"/>
                  </a:cubicBezTo>
                  <a:cubicBezTo>
                    <a:pt x="30940" y="252"/>
                    <a:pt x="30912" y="113"/>
                    <a:pt x="30884" y="1"/>
                  </a:cubicBezTo>
                  <a:close/>
                  <a:moveTo>
                    <a:pt x="30754" y="1308"/>
                  </a:moveTo>
                  <a:lnTo>
                    <a:pt x="30754" y="1308"/>
                  </a:lnTo>
                  <a:cubicBezTo>
                    <a:pt x="30724" y="1402"/>
                    <a:pt x="30693" y="1496"/>
                    <a:pt x="30661" y="1591"/>
                  </a:cubicBezTo>
                  <a:cubicBezTo>
                    <a:pt x="30694" y="1497"/>
                    <a:pt x="30725" y="1402"/>
                    <a:pt x="30754" y="1308"/>
                  </a:cubicBezTo>
                  <a:close/>
                  <a:moveTo>
                    <a:pt x="30661" y="1591"/>
                  </a:moveTo>
                  <a:cubicBezTo>
                    <a:pt x="30522" y="1703"/>
                    <a:pt x="30382" y="1842"/>
                    <a:pt x="30271" y="1982"/>
                  </a:cubicBezTo>
                  <a:cubicBezTo>
                    <a:pt x="29629" y="2707"/>
                    <a:pt x="29183" y="3572"/>
                    <a:pt x="28485" y="4269"/>
                  </a:cubicBezTo>
                  <a:cubicBezTo>
                    <a:pt x="28122" y="4660"/>
                    <a:pt x="27788" y="4911"/>
                    <a:pt x="27425" y="5078"/>
                  </a:cubicBezTo>
                  <a:cubicBezTo>
                    <a:pt x="27481" y="5162"/>
                    <a:pt x="27564" y="5218"/>
                    <a:pt x="27648" y="5302"/>
                  </a:cubicBezTo>
                  <a:cubicBezTo>
                    <a:pt x="27704" y="5357"/>
                    <a:pt x="27760" y="5413"/>
                    <a:pt x="27816" y="5441"/>
                  </a:cubicBezTo>
                  <a:cubicBezTo>
                    <a:pt x="28290" y="5190"/>
                    <a:pt x="28708" y="4716"/>
                    <a:pt x="29071" y="4325"/>
                  </a:cubicBezTo>
                  <a:cubicBezTo>
                    <a:pt x="29350" y="4018"/>
                    <a:pt x="29601" y="3656"/>
                    <a:pt x="29852" y="3321"/>
                  </a:cubicBezTo>
                  <a:lnTo>
                    <a:pt x="29852" y="3321"/>
                  </a:lnTo>
                  <a:cubicBezTo>
                    <a:pt x="29653" y="3762"/>
                    <a:pt x="29418" y="4217"/>
                    <a:pt x="29157" y="4657"/>
                  </a:cubicBezTo>
                  <a:lnTo>
                    <a:pt x="29157" y="4657"/>
                  </a:lnTo>
                  <a:cubicBezTo>
                    <a:pt x="29448" y="4174"/>
                    <a:pt x="29712" y="3674"/>
                    <a:pt x="29936" y="3181"/>
                  </a:cubicBezTo>
                  <a:cubicBezTo>
                    <a:pt x="30103" y="2735"/>
                    <a:pt x="30438" y="2177"/>
                    <a:pt x="30661" y="1591"/>
                  </a:cubicBezTo>
                  <a:close/>
                  <a:moveTo>
                    <a:pt x="29157" y="4657"/>
                  </a:moveTo>
                  <a:cubicBezTo>
                    <a:pt x="28904" y="5077"/>
                    <a:pt x="28631" y="5483"/>
                    <a:pt x="28346" y="5860"/>
                  </a:cubicBezTo>
                  <a:cubicBezTo>
                    <a:pt x="28633" y="5490"/>
                    <a:pt x="28907" y="5081"/>
                    <a:pt x="29157" y="4657"/>
                  </a:cubicBezTo>
                  <a:close/>
                  <a:moveTo>
                    <a:pt x="21203" y="7003"/>
                  </a:moveTo>
                  <a:cubicBezTo>
                    <a:pt x="20422" y="7059"/>
                    <a:pt x="19585" y="7087"/>
                    <a:pt x="18748" y="7087"/>
                  </a:cubicBezTo>
                  <a:cubicBezTo>
                    <a:pt x="18162" y="7087"/>
                    <a:pt x="17604" y="7087"/>
                    <a:pt x="17019" y="7059"/>
                  </a:cubicBezTo>
                  <a:lnTo>
                    <a:pt x="17019" y="7059"/>
                  </a:lnTo>
                  <a:cubicBezTo>
                    <a:pt x="17186" y="7589"/>
                    <a:pt x="17353" y="8092"/>
                    <a:pt x="17577" y="8566"/>
                  </a:cubicBezTo>
                  <a:cubicBezTo>
                    <a:pt x="18135" y="8622"/>
                    <a:pt x="18748" y="8677"/>
                    <a:pt x="19334" y="8677"/>
                  </a:cubicBezTo>
                  <a:cubicBezTo>
                    <a:pt x="20088" y="8677"/>
                    <a:pt x="20841" y="8594"/>
                    <a:pt x="21538" y="8371"/>
                  </a:cubicBezTo>
                  <a:cubicBezTo>
                    <a:pt x="21706" y="8315"/>
                    <a:pt x="21845" y="8259"/>
                    <a:pt x="22013" y="8203"/>
                  </a:cubicBezTo>
                  <a:cubicBezTo>
                    <a:pt x="21761" y="8008"/>
                    <a:pt x="21566" y="7757"/>
                    <a:pt x="21399" y="7478"/>
                  </a:cubicBezTo>
                  <a:cubicBezTo>
                    <a:pt x="21399" y="7450"/>
                    <a:pt x="21399" y="7450"/>
                    <a:pt x="21399" y="7450"/>
                  </a:cubicBezTo>
                  <a:cubicBezTo>
                    <a:pt x="21399" y="7422"/>
                    <a:pt x="21371" y="7422"/>
                    <a:pt x="21371" y="7422"/>
                  </a:cubicBezTo>
                  <a:cubicBezTo>
                    <a:pt x="21315" y="7282"/>
                    <a:pt x="21259" y="7143"/>
                    <a:pt x="21203" y="7003"/>
                  </a:cubicBezTo>
                  <a:close/>
                  <a:moveTo>
                    <a:pt x="5440" y="4325"/>
                  </a:moveTo>
                  <a:cubicBezTo>
                    <a:pt x="5050" y="4325"/>
                    <a:pt x="4659" y="4437"/>
                    <a:pt x="4269" y="4688"/>
                  </a:cubicBezTo>
                  <a:cubicBezTo>
                    <a:pt x="3153" y="5413"/>
                    <a:pt x="3264" y="8398"/>
                    <a:pt x="2595" y="9514"/>
                  </a:cubicBezTo>
                  <a:cubicBezTo>
                    <a:pt x="1953" y="10630"/>
                    <a:pt x="1032" y="11523"/>
                    <a:pt x="0" y="12304"/>
                  </a:cubicBezTo>
                  <a:cubicBezTo>
                    <a:pt x="168" y="12276"/>
                    <a:pt x="335" y="12248"/>
                    <a:pt x="502" y="12221"/>
                  </a:cubicBezTo>
                  <a:cubicBezTo>
                    <a:pt x="977" y="12137"/>
                    <a:pt x="1479" y="12025"/>
                    <a:pt x="1953" y="11914"/>
                  </a:cubicBezTo>
                  <a:lnTo>
                    <a:pt x="1953" y="11914"/>
                  </a:lnTo>
                  <a:cubicBezTo>
                    <a:pt x="1925" y="11942"/>
                    <a:pt x="1897" y="11969"/>
                    <a:pt x="1869" y="11997"/>
                  </a:cubicBezTo>
                  <a:cubicBezTo>
                    <a:pt x="2165" y="11807"/>
                    <a:pt x="2441" y="11581"/>
                    <a:pt x="2695" y="11330"/>
                  </a:cubicBezTo>
                  <a:lnTo>
                    <a:pt x="2695" y="11330"/>
                  </a:lnTo>
                  <a:cubicBezTo>
                    <a:pt x="2680" y="11348"/>
                    <a:pt x="2665" y="11366"/>
                    <a:pt x="2651" y="11384"/>
                  </a:cubicBezTo>
                  <a:cubicBezTo>
                    <a:pt x="3069" y="10965"/>
                    <a:pt x="3460" y="10463"/>
                    <a:pt x="3767" y="9933"/>
                  </a:cubicBezTo>
                  <a:lnTo>
                    <a:pt x="3767" y="9933"/>
                  </a:lnTo>
                  <a:cubicBezTo>
                    <a:pt x="3472" y="10436"/>
                    <a:pt x="3112" y="10917"/>
                    <a:pt x="2695" y="11330"/>
                  </a:cubicBezTo>
                  <a:lnTo>
                    <a:pt x="2695" y="11330"/>
                  </a:lnTo>
                  <a:cubicBezTo>
                    <a:pt x="3232" y="10671"/>
                    <a:pt x="3665" y="9884"/>
                    <a:pt x="4018" y="9096"/>
                  </a:cubicBezTo>
                  <a:cubicBezTo>
                    <a:pt x="4325" y="8426"/>
                    <a:pt x="4352" y="7506"/>
                    <a:pt x="4576" y="6808"/>
                  </a:cubicBezTo>
                  <a:cubicBezTo>
                    <a:pt x="4743" y="6334"/>
                    <a:pt x="5050" y="5636"/>
                    <a:pt x="5719" y="5636"/>
                  </a:cubicBezTo>
                  <a:cubicBezTo>
                    <a:pt x="5803" y="5636"/>
                    <a:pt x="5887" y="5664"/>
                    <a:pt x="5971" y="5692"/>
                  </a:cubicBezTo>
                  <a:cubicBezTo>
                    <a:pt x="6333" y="5776"/>
                    <a:pt x="6668" y="6083"/>
                    <a:pt x="6947" y="6278"/>
                  </a:cubicBezTo>
                  <a:cubicBezTo>
                    <a:pt x="8788" y="7561"/>
                    <a:pt x="10044" y="7980"/>
                    <a:pt x="15428" y="8398"/>
                  </a:cubicBezTo>
                  <a:cubicBezTo>
                    <a:pt x="15233" y="7896"/>
                    <a:pt x="15121" y="7394"/>
                    <a:pt x="15010" y="6892"/>
                  </a:cubicBezTo>
                  <a:cubicBezTo>
                    <a:pt x="13029" y="6697"/>
                    <a:pt x="11076" y="6334"/>
                    <a:pt x="9318" y="5804"/>
                  </a:cubicBezTo>
                  <a:cubicBezTo>
                    <a:pt x="7924" y="5413"/>
                    <a:pt x="6696" y="4325"/>
                    <a:pt x="5440" y="4325"/>
                  </a:cubicBezTo>
                  <a:close/>
                </a:path>
              </a:pathLst>
            </a:custGeom>
            <a:solidFill>
              <a:srgbClr val="B67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855;p35">
              <a:extLst>
                <a:ext uri="{FF2B5EF4-FFF2-40B4-BE49-F238E27FC236}">
                  <a16:creationId xmlns:a16="http://schemas.microsoft.com/office/drawing/2014/main" id="{8DFE7E0B-7759-2B8F-6CFB-D5AF66131748}"/>
                </a:ext>
              </a:extLst>
            </p:cNvPr>
            <p:cNvSpPr/>
            <p:nvPr/>
          </p:nvSpPr>
          <p:spPr>
            <a:xfrm>
              <a:off x="1818012" y="2850641"/>
              <a:ext cx="39" cy="3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67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856;p35">
              <a:extLst>
                <a:ext uri="{FF2B5EF4-FFF2-40B4-BE49-F238E27FC236}">
                  <a16:creationId xmlns:a16="http://schemas.microsoft.com/office/drawing/2014/main" id="{48EB480B-8C4D-3ACF-DA55-617547187A78}"/>
                </a:ext>
              </a:extLst>
            </p:cNvPr>
            <p:cNvSpPr/>
            <p:nvPr/>
          </p:nvSpPr>
          <p:spPr>
            <a:xfrm>
              <a:off x="1818012" y="2850641"/>
              <a:ext cx="39" cy="3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67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857;p35">
              <a:extLst>
                <a:ext uri="{FF2B5EF4-FFF2-40B4-BE49-F238E27FC236}">
                  <a16:creationId xmlns:a16="http://schemas.microsoft.com/office/drawing/2014/main" id="{784BC3F9-53A5-1395-CF20-B16A08625BE4}"/>
                </a:ext>
              </a:extLst>
            </p:cNvPr>
            <p:cNvSpPr/>
            <p:nvPr/>
          </p:nvSpPr>
          <p:spPr>
            <a:xfrm>
              <a:off x="1818012" y="2849562"/>
              <a:ext cx="39" cy="3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67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858;p35">
              <a:extLst>
                <a:ext uri="{FF2B5EF4-FFF2-40B4-BE49-F238E27FC236}">
                  <a16:creationId xmlns:a16="http://schemas.microsoft.com/office/drawing/2014/main" id="{606B108E-88E9-224F-C9DA-CAD6ED7293B0}"/>
                </a:ext>
              </a:extLst>
            </p:cNvPr>
            <p:cNvSpPr/>
            <p:nvPr/>
          </p:nvSpPr>
          <p:spPr>
            <a:xfrm>
              <a:off x="1819091" y="2849562"/>
              <a:ext cx="39" cy="3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B67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859;p35">
              <a:extLst>
                <a:ext uri="{FF2B5EF4-FFF2-40B4-BE49-F238E27FC236}">
                  <a16:creationId xmlns:a16="http://schemas.microsoft.com/office/drawing/2014/main" id="{B2A4F576-8C55-4DE2-0117-A102C36A5B69}"/>
                </a:ext>
              </a:extLst>
            </p:cNvPr>
            <p:cNvSpPr/>
            <p:nvPr/>
          </p:nvSpPr>
          <p:spPr>
            <a:xfrm>
              <a:off x="1819091" y="2433310"/>
              <a:ext cx="1006825" cy="415237"/>
            </a:xfrm>
            <a:custGeom>
              <a:avLst/>
              <a:gdLst/>
              <a:ahLst/>
              <a:cxnLst/>
              <a:rect l="l" t="t" r="r" b="b"/>
              <a:pathLst>
                <a:path w="26114" h="10770" extrusionOk="0">
                  <a:moveTo>
                    <a:pt x="0" y="10769"/>
                  </a:moveTo>
                  <a:cubicBezTo>
                    <a:pt x="0" y="10769"/>
                    <a:pt x="0" y="10769"/>
                    <a:pt x="0" y="10769"/>
                  </a:cubicBezTo>
                  <a:cubicBezTo>
                    <a:pt x="0" y="10769"/>
                    <a:pt x="0" y="10769"/>
                    <a:pt x="0" y="10769"/>
                  </a:cubicBezTo>
                  <a:close/>
                  <a:moveTo>
                    <a:pt x="25277" y="3292"/>
                  </a:moveTo>
                  <a:cubicBezTo>
                    <a:pt x="25277" y="3264"/>
                    <a:pt x="25277" y="3264"/>
                    <a:pt x="25277" y="3264"/>
                  </a:cubicBezTo>
                  <a:cubicBezTo>
                    <a:pt x="25891" y="2260"/>
                    <a:pt x="26114" y="1144"/>
                    <a:pt x="26114" y="0"/>
                  </a:cubicBezTo>
                  <a:cubicBezTo>
                    <a:pt x="26114" y="1144"/>
                    <a:pt x="25891" y="2260"/>
                    <a:pt x="25277" y="3264"/>
                  </a:cubicBezTo>
                  <a:cubicBezTo>
                    <a:pt x="25277" y="3264"/>
                    <a:pt x="25277" y="3264"/>
                    <a:pt x="25277" y="3292"/>
                  </a:cubicBezTo>
                  <a:close/>
                </a:path>
              </a:pathLst>
            </a:custGeom>
            <a:solidFill>
              <a:srgbClr val="B67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860;p35">
              <a:extLst>
                <a:ext uri="{FF2B5EF4-FFF2-40B4-BE49-F238E27FC236}">
                  <a16:creationId xmlns:a16="http://schemas.microsoft.com/office/drawing/2014/main" id="{3228CED9-35AD-95BE-7C35-69FB0D7EB282}"/>
                </a:ext>
              </a:extLst>
            </p:cNvPr>
            <p:cNvSpPr/>
            <p:nvPr/>
          </p:nvSpPr>
          <p:spPr>
            <a:xfrm>
              <a:off x="2716214" y="2560275"/>
              <a:ext cx="77457" cy="88175"/>
            </a:xfrm>
            <a:custGeom>
              <a:avLst/>
              <a:gdLst/>
              <a:ahLst/>
              <a:cxnLst/>
              <a:rect l="l" t="t" r="r" b="b"/>
              <a:pathLst>
                <a:path w="2009" h="2287" extrusionOk="0">
                  <a:moveTo>
                    <a:pt x="2008" y="0"/>
                  </a:moveTo>
                  <a:lnTo>
                    <a:pt x="2008" y="0"/>
                  </a:lnTo>
                  <a:cubicBezTo>
                    <a:pt x="1506" y="865"/>
                    <a:pt x="809" y="1618"/>
                    <a:pt x="0" y="2287"/>
                  </a:cubicBezTo>
                  <a:cubicBezTo>
                    <a:pt x="809" y="1645"/>
                    <a:pt x="1506" y="865"/>
                    <a:pt x="2008" y="0"/>
                  </a:cubicBezTo>
                  <a:close/>
                </a:path>
              </a:pathLst>
            </a:custGeom>
            <a:solidFill>
              <a:srgbClr val="B074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861;p35">
              <a:extLst>
                <a:ext uri="{FF2B5EF4-FFF2-40B4-BE49-F238E27FC236}">
                  <a16:creationId xmlns:a16="http://schemas.microsoft.com/office/drawing/2014/main" id="{58ADA35D-9BD0-8E7F-D464-8D977408A095}"/>
                </a:ext>
              </a:extLst>
            </p:cNvPr>
            <p:cNvSpPr/>
            <p:nvPr/>
          </p:nvSpPr>
          <p:spPr>
            <a:xfrm>
              <a:off x="2861416" y="2460184"/>
              <a:ext cx="2198" cy="7557"/>
            </a:xfrm>
            <a:custGeom>
              <a:avLst/>
              <a:gdLst/>
              <a:ahLst/>
              <a:cxnLst/>
              <a:rect l="l" t="t" r="r" b="b"/>
              <a:pathLst>
                <a:path w="57" h="196" extrusionOk="0">
                  <a:moveTo>
                    <a:pt x="56" y="196"/>
                  </a:moveTo>
                  <a:cubicBezTo>
                    <a:pt x="29" y="112"/>
                    <a:pt x="29" y="56"/>
                    <a:pt x="1" y="0"/>
                  </a:cubicBezTo>
                  <a:cubicBezTo>
                    <a:pt x="29" y="56"/>
                    <a:pt x="29" y="112"/>
                    <a:pt x="56" y="196"/>
                  </a:cubicBezTo>
                  <a:close/>
                </a:path>
              </a:pathLst>
            </a:custGeom>
            <a:solidFill>
              <a:srgbClr val="9C62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862;p35">
              <a:extLst>
                <a:ext uri="{FF2B5EF4-FFF2-40B4-BE49-F238E27FC236}">
                  <a16:creationId xmlns:a16="http://schemas.microsoft.com/office/drawing/2014/main" id="{580DAFCB-A255-7B20-67A4-FCF51E4C567B}"/>
                </a:ext>
              </a:extLst>
            </p:cNvPr>
            <p:cNvSpPr/>
            <p:nvPr/>
          </p:nvSpPr>
          <p:spPr>
            <a:xfrm>
              <a:off x="2716214" y="2376286"/>
              <a:ext cx="151714" cy="287235"/>
            </a:xfrm>
            <a:custGeom>
              <a:avLst/>
              <a:gdLst/>
              <a:ahLst/>
              <a:cxnLst/>
              <a:rect l="l" t="t" r="r" b="b"/>
              <a:pathLst>
                <a:path w="3935" h="7450" extrusionOk="0">
                  <a:moveTo>
                    <a:pt x="2734" y="0"/>
                  </a:moveTo>
                  <a:lnTo>
                    <a:pt x="2734" y="0"/>
                  </a:lnTo>
                  <a:cubicBezTo>
                    <a:pt x="2790" y="475"/>
                    <a:pt x="2846" y="977"/>
                    <a:pt x="2846" y="1479"/>
                  </a:cubicBezTo>
                  <a:cubicBezTo>
                    <a:pt x="2846" y="2623"/>
                    <a:pt x="2623" y="3739"/>
                    <a:pt x="2009" y="4743"/>
                  </a:cubicBezTo>
                  <a:cubicBezTo>
                    <a:pt x="2009" y="4743"/>
                    <a:pt x="2009" y="4743"/>
                    <a:pt x="2009" y="4771"/>
                  </a:cubicBezTo>
                  <a:cubicBezTo>
                    <a:pt x="1507" y="5636"/>
                    <a:pt x="809" y="6417"/>
                    <a:pt x="0" y="7059"/>
                  </a:cubicBezTo>
                  <a:cubicBezTo>
                    <a:pt x="112" y="7198"/>
                    <a:pt x="223" y="7338"/>
                    <a:pt x="363" y="7449"/>
                  </a:cubicBezTo>
                  <a:cubicBezTo>
                    <a:pt x="726" y="7282"/>
                    <a:pt x="1060" y="7031"/>
                    <a:pt x="1423" y="6640"/>
                  </a:cubicBezTo>
                  <a:cubicBezTo>
                    <a:pt x="2121" y="5943"/>
                    <a:pt x="2567" y="5078"/>
                    <a:pt x="3209" y="4353"/>
                  </a:cubicBezTo>
                  <a:cubicBezTo>
                    <a:pt x="3320" y="4213"/>
                    <a:pt x="3460" y="4074"/>
                    <a:pt x="3599" y="3962"/>
                  </a:cubicBezTo>
                  <a:cubicBezTo>
                    <a:pt x="3795" y="3404"/>
                    <a:pt x="3934" y="2818"/>
                    <a:pt x="3822" y="2372"/>
                  </a:cubicBezTo>
                  <a:cubicBezTo>
                    <a:pt x="3795" y="2288"/>
                    <a:pt x="3795" y="2232"/>
                    <a:pt x="3767" y="2176"/>
                  </a:cubicBezTo>
                  <a:cubicBezTo>
                    <a:pt x="3767" y="2176"/>
                    <a:pt x="3767" y="2176"/>
                    <a:pt x="3767" y="2149"/>
                  </a:cubicBezTo>
                  <a:cubicBezTo>
                    <a:pt x="3767" y="1925"/>
                    <a:pt x="3292" y="977"/>
                    <a:pt x="2734" y="0"/>
                  </a:cubicBezTo>
                  <a:close/>
                </a:path>
              </a:pathLst>
            </a:custGeom>
            <a:solidFill>
              <a:srgbClr val="A56B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863;p35">
              <a:extLst>
                <a:ext uri="{FF2B5EF4-FFF2-40B4-BE49-F238E27FC236}">
                  <a16:creationId xmlns:a16="http://schemas.microsoft.com/office/drawing/2014/main" id="{63400FEE-B843-BA3C-6B6F-BB8E1BC99BC2}"/>
                </a:ext>
              </a:extLst>
            </p:cNvPr>
            <p:cNvSpPr/>
            <p:nvPr/>
          </p:nvSpPr>
          <p:spPr>
            <a:xfrm>
              <a:off x="1818012" y="2848520"/>
              <a:ext cx="1118" cy="2159"/>
            </a:xfrm>
            <a:custGeom>
              <a:avLst/>
              <a:gdLst/>
              <a:ahLst/>
              <a:cxnLst/>
              <a:rect l="l" t="t" r="r" b="b"/>
              <a:pathLst>
                <a:path w="29" h="56" extrusionOk="0">
                  <a:moveTo>
                    <a:pt x="1" y="56"/>
                  </a:moveTo>
                  <a:cubicBezTo>
                    <a:pt x="1" y="56"/>
                    <a:pt x="1" y="56"/>
                    <a:pt x="1" y="56"/>
                  </a:cubicBezTo>
                  <a:cubicBezTo>
                    <a:pt x="1" y="56"/>
                    <a:pt x="1" y="56"/>
                    <a:pt x="1" y="56"/>
                  </a:cubicBezTo>
                  <a:close/>
                  <a:moveTo>
                    <a:pt x="1" y="56"/>
                  </a:moveTo>
                  <a:cubicBezTo>
                    <a:pt x="1" y="56"/>
                    <a:pt x="1" y="56"/>
                    <a:pt x="1" y="56"/>
                  </a:cubicBezTo>
                  <a:cubicBezTo>
                    <a:pt x="1" y="56"/>
                    <a:pt x="1" y="56"/>
                    <a:pt x="1" y="56"/>
                  </a:cubicBezTo>
                  <a:close/>
                  <a:moveTo>
                    <a:pt x="1" y="56"/>
                  </a:moveTo>
                  <a:cubicBezTo>
                    <a:pt x="1" y="28"/>
                    <a:pt x="1" y="28"/>
                    <a:pt x="1" y="28"/>
                  </a:cubicBezTo>
                  <a:cubicBezTo>
                    <a:pt x="1" y="28"/>
                    <a:pt x="1" y="28"/>
                    <a:pt x="1" y="56"/>
                  </a:cubicBezTo>
                  <a:close/>
                  <a:moveTo>
                    <a:pt x="1" y="28"/>
                  </a:moveTo>
                  <a:cubicBezTo>
                    <a:pt x="1" y="28"/>
                    <a:pt x="1" y="28"/>
                    <a:pt x="28" y="28"/>
                  </a:cubicBezTo>
                  <a:cubicBezTo>
                    <a:pt x="1" y="28"/>
                    <a:pt x="1" y="28"/>
                    <a:pt x="1" y="28"/>
                  </a:cubicBezTo>
                  <a:close/>
                  <a:moveTo>
                    <a:pt x="28" y="28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8" y="0"/>
                    <a:pt x="28" y="0"/>
                    <a:pt x="28" y="28"/>
                  </a:cubicBezTo>
                  <a:close/>
                </a:path>
              </a:pathLst>
            </a:custGeom>
            <a:solidFill>
              <a:srgbClr val="925C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864;p35">
              <a:extLst>
                <a:ext uri="{FF2B5EF4-FFF2-40B4-BE49-F238E27FC236}">
                  <a16:creationId xmlns:a16="http://schemas.microsoft.com/office/drawing/2014/main" id="{29AB9D27-FD63-5886-D673-F96ABB803BC7}"/>
                </a:ext>
              </a:extLst>
            </p:cNvPr>
            <p:cNvSpPr/>
            <p:nvPr/>
          </p:nvSpPr>
          <p:spPr>
            <a:xfrm>
              <a:off x="1774983" y="2595708"/>
              <a:ext cx="1048812" cy="310908"/>
            </a:xfrm>
            <a:custGeom>
              <a:avLst/>
              <a:gdLst/>
              <a:ahLst/>
              <a:cxnLst/>
              <a:rect l="l" t="t" r="r" b="b"/>
              <a:pathLst>
                <a:path w="27203" h="8064" extrusionOk="0">
                  <a:moveTo>
                    <a:pt x="27202" y="1"/>
                  </a:moveTo>
                  <a:lnTo>
                    <a:pt x="27202" y="1"/>
                  </a:lnTo>
                  <a:cubicBezTo>
                    <a:pt x="26951" y="336"/>
                    <a:pt x="26700" y="698"/>
                    <a:pt x="26421" y="1005"/>
                  </a:cubicBezTo>
                  <a:cubicBezTo>
                    <a:pt x="26058" y="1396"/>
                    <a:pt x="25640" y="1870"/>
                    <a:pt x="25166" y="2121"/>
                  </a:cubicBezTo>
                  <a:cubicBezTo>
                    <a:pt x="25333" y="2288"/>
                    <a:pt x="25528" y="2428"/>
                    <a:pt x="25696" y="2540"/>
                  </a:cubicBezTo>
                  <a:cubicBezTo>
                    <a:pt x="26282" y="1786"/>
                    <a:pt x="26812" y="866"/>
                    <a:pt x="27202" y="1"/>
                  </a:cubicBezTo>
                  <a:close/>
                  <a:moveTo>
                    <a:pt x="19363" y="4883"/>
                  </a:moveTo>
                  <a:cubicBezTo>
                    <a:pt x="19195" y="4939"/>
                    <a:pt x="19056" y="4995"/>
                    <a:pt x="18888" y="5051"/>
                  </a:cubicBezTo>
                  <a:cubicBezTo>
                    <a:pt x="18191" y="5274"/>
                    <a:pt x="17438" y="5357"/>
                    <a:pt x="16684" y="5357"/>
                  </a:cubicBezTo>
                  <a:cubicBezTo>
                    <a:pt x="16098" y="5357"/>
                    <a:pt x="15485" y="5302"/>
                    <a:pt x="14927" y="5246"/>
                  </a:cubicBezTo>
                  <a:lnTo>
                    <a:pt x="14927" y="5246"/>
                  </a:lnTo>
                  <a:cubicBezTo>
                    <a:pt x="14982" y="5441"/>
                    <a:pt x="15066" y="5608"/>
                    <a:pt x="15150" y="5776"/>
                  </a:cubicBezTo>
                  <a:cubicBezTo>
                    <a:pt x="15903" y="5804"/>
                    <a:pt x="16656" y="5832"/>
                    <a:pt x="17438" y="5832"/>
                  </a:cubicBezTo>
                  <a:cubicBezTo>
                    <a:pt x="17856" y="5832"/>
                    <a:pt x="18274" y="5832"/>
                    <a:pt x="18693" y="5804"/>
                  </a:cubicBezTo>
                  <a:cubicBezTo>
                    <a:pt x="19446" y="5776"/>
                    <a:pt x="20200" y="5692"/>
                    <a:pt x="20925" y="5525"/>
                  </a:cubicBezTo>
                  <a:cubicBezTo>
                    <a:pt x="20339" y="5413"/>
                    <a:pt x="19809" y="5218"/>
                    <a:pt x="19363" y="4883"/>
                  </a:cubicBezTo>
                  <a:close/>
                  <a:moveTo>
                    <a:pt x="3069" y="2316"/>
                  </a:moveTo>
                  <a:cubicBezTo>
                    <a:pt x="2400" y="2316"/>
                    <a:pt x="2093" y="3014"/>
                    <a:pt x="1926" y="3488"/>
                  </a:cubicBezTo>
                  <a:cubicBezTo>
                    <a:pt x="1702" y="4186"/>
                    <a:pt x="1675" y="5106"/>
                    <a:pt x="1368" y="5776"/>
                  </a:cubicBezTo>
                  <a:cubicBezTo>
                    <a:pt x="1005" y="6585"/>
                    <a:pt x="559" y="7394"/>
                    <a:pt x="1" y="8064"/>
                  </a:cubicBezTo>
                  <a:cubicBezTo>
                    <a:pt x="419" y="7645"/>
                    <a:pt x="810" y="7143"/>
                    <a:pt x="1117" y="6613"/>
                  </a:cubicBezTo>
                  <a:cubicBezTo>
                    <a:pt x="1117" y="6585"/>
                    <a:pt x="1117" y="6585"/>
                    <a:pt x="1117" y="6585"/>
                  </a:cubicBezTo>
                  <a:lnTo>
                    <a:pt x="1144" y="6585"/>
                  </a:lnTo>
                  <a:cubicBezTo>
                    <a:pt x="1144" y="6557"/>
                    <a:pt x="1144" y="6557"/>
                    <a:pt x="1144" y="6557"/>
                  </a:cubicBezTo>
                  <a:cubicBezTo>
                    <a:pt x="1730" y="5497"/>
                    <a:pt x="1842" y="4269"/>
                    <a:pt x="3209" y="4269"/>
                  </a:cubicBezTo>
                  <a:lnTo>
                    <a:pt x="3376" y="4269"/>
                  </a:lnTo>
                  <a:cubicBezTo>
                    <a:pt x="4464" y="4325"/>
                    <a:pt x="5720" y="4716"/>
                    <a:pt x="6836" y="4939"/>
                  </a:cubicBezTo>
                  <a:cubicBezTo>
                    <a:pt x="8091" y="5162"/>
                    <a:pt x="9486" y="5385"/>
                    <a:pt x="10770" y="5469"/>
                  </a:cubicBezTo>
                  <a:cubicBezTo>
                    <a:pt x="11495" y="5525"/>
                    <a:pt x="12248" y="5581"/>
                    <a:pt x="12974" y="5636"/>
                  </a:cubicBezTo>
                  <a:cubicBezTo>
                    <a:pt x="12890" y="5441"/>
                    <a:pt x="12834" y="5246"/>
                    <a:pt x="12778" y="5078"/>
                  </a:cubicBezTo>
                  <a:cubicBezTo>
                    <a:pt x="7394" y="4660"/>
                    <a:pt x="6138" y="4241"/>
                    <a:pt x="4297" y="2958"/>
                  </a:cubicBezTo>
                  <a:cubicBezTo>
                    <a:pt x="4018" y="2763"/>
                    <a:pt x="3683" y="2456"/>
                    <a:pt x="3321" y="2372"/>
                  </a:cubicBezTo>
                  <a:cubicBezTo>
                    <a:pt x="3237" y="2344"/>
                    <a:pt x="3153" y="2316"/>
                    <a:pt x="3069" y="2316"/>
                  </a:cubicBezTo>
                  <a:close/>
                </a:path>
              </a:pathLst>
            </a:custGeom>
            <a:solidFill>
              <a:srgbClr val="A56B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865;p35">
              <a:extLst>
                <a:ext uri="{FF2B5EF4-FFF2-40B4-BE49-F238E27FC236}">
                  <a16:creationId xmlns:a16="http://schemas.microsoft.com/office/drawing/2014/main" id="{B7005DB5-CFFD-42B3-8FF0-974F8DED98C2}"/>
                </a:ext>
              </a:extLst>
            </p:cNvPr>
            <p:cNvSpPr/>
            <p:nvPr/>
          </p:nvSpPr>
          <p:spPr>
            <a:xfrm>
              <a:off x="1465185" y="2853880"/>
              <a:ext cx="20473" cy="27991"/>
            </a:xfrm>
            <a:custGeom>
              <a:avLst/>
              <a:gdLst/>
              <a:ahLst/>
              <a:cxnLst/>
              <a:rect l="l" t="t" r="r" b="b"/>
              <a:pathLst>
                <a:path w="531" h="726" extrusionOk="0">
                  <a:moveTo>
                    <a:pt x="1" y="726"/>
                  </a:moveTo>
                  <a:cubicBezTo>
                    <a:pt x="1" y="726"/>
                    <a:pt x="1" y="726"/>
                    <a:pt x="1" y="726"/>
                  </a:cubicBezTo>
                  <a:cubicBezTo>
                    <a:pt x="1" y="726"/>
                    <a:pt x="1" y="726"/>
                    <a:pt x="1" y="726"/>
                  </a:cubicBezTo>
                  <a:close/>
                  <a:moveTo>
                    <a:pt x="1" y="726"/>
                  </a:moveTo>
                  <a:cubicBezTo>
                    <a:pt x="1" y="726"/>
                    <a:pt x="1" y="726"/>
                    <a:pt x="1" y="726"/>
                  </a:cubicBezTo>
                  <a:cubicBezTo>
                    <a:pt x="1" y="726"/>
                    <a:pt x="1" y="726"/>
                    <a:pt x="1" y="726"/>
                  </a:cubicBezTo>
                  <a:close/>
                  <a:moveTo>
                    <a:pt x="1" y="726"/>
                  </a:moveTo>
                  <a:cubicBezTo>
                    <a:pt x="224" y="503"/>
                    <a:pt x="391" y="280"/>
                    <a:pt x="503" y="28"/>
                  </a:cubicBezTo>
                  <a:cubicBezTo>
                    <a:pt x="391" y="280"/>
                    <a:pt x="224" y="503"/>
                    <a:pt x="1" y="726"/>
                  </a:cubicBezTo>
                  <a:close/>
                  <a:moveTo>
                    <a:pt x="503" y="28"/>
                  </a:moveTo>
                  <a:cubicBezTo>
                    <a:pt x="503" y="28"/>
                    <a:pt x="503" y="1"/>
                    <a:pt x="503" y="1"/>
                  </a:cubicBezTo>
                  <a:cubicBezTo>
                    <a:pt x="503" y="1"/>
                    <a:pt x="503" y="28"/>
                    <a:pt x="503" y="28"/>
                  </a:cubicBezTo>
                  <a:close/>
                  <a:moveTo>
                    <a:pt x="531" y="1"/>
                  </a:moveTo>
                  <a:lnTo>
                    <a:pt x="531" y="1"/>
                  </a:lnTo>
                  <a:lnTo>
                    <a:pt x="531" y="1"/>
                  </a:lnTo>
                  <a:close/>
                </a:path>
              </a:pathLst>
            </a:custGeom>
            <a:solidFill>
              <a:srgbClr val="9E8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866;p35">
              <a:extLst>
                <a:ext uri="{FF2B5EF4-FFF2-40B4-BE49-F238E27FC236}">
                  <a16:creationId xmlns:a16="http://schemas.microsoft.com/office/drawing/2014/main" id="{6488A559-A44B-37AB-3B62-BADD55C73776}"/>
                </a:ext>
              </a:extLst>
            </p:cNvPr>
            <p:cNvSpPr/>
            <p:nvPr/>
          </p:nvSpPr>
          <p:spPr>
            <a:xfrm>
              <a:off x="1743791" y="2930259"/>
              <a:ext cx="1118" cy="39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28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925C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867;p35">
              <a:extLst>
                <a:ext uri="{FF2B5EF4-FFF2-40B4-BE49-F238E27FC236}">
                  <a16:creationId xmlns:a16="http://schemas.microsoft.com/office/drawing/2014/main" id="{0EDF45A8-9209-0A11-2EE2-EBF547ABD1AB}"/>
                </a:ext>
              </a:extLst>
            </p:cNvPr>
            <p:cNvSpPr/>
            <p:nvPr/>
          </p:nvSpPr>
          <p:spPr>
            <a:xfrm>
              <a:off x="1198416" y="2837763"/>
              <a:ext cx="520647" cy="640052"/>
            </a:xfrm>
            <a:custGeom>
              <a:avLst/>
              <a:gdLst/>
              <a:ahLst/>
              <a:cxnLst/>
              <a:rect l="l" t="t" r="r" b="b"/>
              <a:pathLst>
                <a:path w="13504" h="16601" extrusionOk="0">
                  <a:moveTo>
                    <a:pt x="13504" y="2762"/>
                  </a:moveTo>
                  <a:lnTo>
                    <a:pt x="13504" y="2762"/>
                  </a:lnTo>
                  <a:cubicBezTo>
                    <a:pt x="12621" y="3230"/>
                    <a:pt x="11693" y="3622"/>
                    <a:pt x="10754" y="3967"/>
                  </a:cubicBezTo>
                  <a:lnTo>
                    <a:pt x="10754" y="3967"/>
                  </a:lnTo>
                  <a:cubicBezTo>
                    <a:pt x="11694" y="3627"/>
                    <a:pt x="12635" y="3230"/>
                    <a:pt x="13504" y="2762"/>
                  </a:cubicBezTo>
                  <a:close/>
                  <a:moveTo>
                    <a:pt x="7561" y="0"/>
                  </a:moveTo>
                  <a:cubicBezTo>
                    <a:pt x="7533" y="140"/>
                    <a:pt x="7506" y="279"/>
                    <a:pt x="7450" y="419"/>
                  </a:cubicBezTo>
                  <a:lnTo>
                    <a:pt x="7422" y="419"/>
                  </a:lnTo>
                  <a:cubicBezTo>
                    <a:pt x="7422" y="419"/>
                    <a:pt x="7422" y="446"/>
                    <a:pt x="7422" y="446"/>
                  </a:cubicBezTo>
                  <a:cubicBezTo>
                    <a:pt x="7310" y="698"/>
                    <a:pt x="7143" y="921"/>
                    <a:pt x="6920" y="1144"/>
                  </a:cubicBezTo>
                  <a:cubicBezTo>
                    <a:pt x="6557" y="1507"/>
                    <a:pt x="6138" y="1814"/>
                    <a:pt x="5692" y="2092"/>
                  </a:cubicBezTo>
                  <a:cubicBezTo>
                    <a:pt x="5274" y="2344"/>
                    <a:pt x="4827" y="2595"/>
                    <a:pt x="4353" y="2762"/>
                  </a:cubicBezTo>
                  <a:cubicBezTo>
                    <a:pt x="3767" y="2929"/>
                    <a:pt x="3014" y="2734"/>
                    <a:pt x="2539" y="3236"/>
                  </a:cubicBezTo>
                  <a:cubicBezTo>
                    <a:pt x="1926" y="3934"/>
                    <a:pt x="2177" y="6026"/>
                    <a:pt x="2037" y="6919"/>
                  </a:cubicBezTo>
                  <a:cubicBezTo>
                    <a:pt x="1842" y="8147"/>
                    <a:pt x="2233" y="11383"/>
                    <a:pt x="1145" y="12917"/>
                  </a:cubicBezTo>
                  <a:cubicBezTo>
                    <a:pt x="726" y="13503"/>
                    <a:pt x="447" y="13001"/>
                    <a:pt x="84" y="13615"/>
                  </a:cubicBezTo>
                  <a:cubicBezTo>
                    <a:pt x="29" y="13726"/>
                    <a:pt x="1" y="13838"/>
                    <a:pt x="1" y="14005"/>
                  </a:cubicBezTo>
                  <a:cubicBezTo>
                    <a:pt x="1" y="14787"/>
                    <a:pt x="642" y="16042"/>
                    <a:pt x="1340" y="16461"/>
                  </a:cubicBezTo>
                  <a:cubicBezTo>
                    <a:pt x="1451" y="16516"/>
                    <a:pt x="1591" y="16572"/>
                    <a:pt x="1730" y="16572"/>
                  </a:cubicBezTo>
                  <a:cubicBezTo>
                    <a:pt x="1730" y="16600"/>
                    <a:pt x="1758" y="16600"/>
                    <a:pt x="1758" y="16600"/>
                  </a:cubicBezTo>
                  <a:cubicBezTo>
                    <a:pt x="1842" y="16600"/>
                    <a:pt x="1926" y="16572"/>
                    <a:pt x="2009" y="16544"/>
                  </a:cubicBezTo>
                  <a:cubicBezTo>
                    <a:pt x="2121" y="16488"/>
                    <a:pt x="2233" y="16377"/>
                    <a:pt x="2344" y="16265"/>
                  </a:cubicBezTo>
                  <a:cubicBezTo>
                    <a:pt x="2763" y="15707"/>
                    <a:pt x="3153" y="14591"/>
                    <a:pt x="3265" y="14145"/>
                  </a:cubicBezTo>
                  <a:cubicBezTo>
                    <a:pt x="3628" y="12527"/>
                    <a:pt x="3795" y="11104"/>
                    <a:pt x="3879" y="9821"/>
                  </a:cubicBezTo>
                  <a:cubicBezTo>
                    <a:pt x="3934" y="8788"/>
                    <a:pt x="4158" y="7784"/>
                    <a:pt x="4660" y="6863"/>
                  </a:cubicBezTo>
                  <a:cubicBezTo>
                    <a:pt x="4744" y="6752"/>
                    <a:pt x="4827" y="6612"/>
                    <a:pt x="4883" y="6501"/>
                  </a:cubicBezTo>
                  <a:cubicBezTo>
                    <a:pt x="5580" y="5468"/>
                    <a:pt x="6641" y="5329"/>
                    <a:pt x="7701" y="4966"/>
                  </a:cubicBezTo>
                  <a:cubicBezTo>
                    <a:pt x="8703" y="4661"/>
                    <a:pt x="9735" y="4341"/>
                    <a:pt x="10754" y="3967"/>
                  </a:cubicBezTo>
                  <a:lnTo>
                    <a:pt x="10754" y="3967"/>
                  </a:lnTo>
                  <a:cubicBezTo>
                    <a:pt x="10517" y="4052"/>
                    <a:pt x="10280" y="4134"/>
                    <a:pt x="10044" y="4213"/>
                  </a:cubicBezTo>
                  <a:cubicBezTo>
                    <a:pt x="10826" y="3739"/>
                    <a:pt x="11607" y="3236"/>
                    <a:pt x="12304" y="2706"/>
                  </a:cubicBezTo>
                  <a:lnTo>
                    <a:pt x="12304" y="2706"/>
                  </a:lnTo>
                  <a:cubicBezTo>
                    <a:pt x="11467" y="2818"/>
                    <a:pt x="10602" y="2846"/>
                    <a:pt x="9765" y="2846"/>
                  </a:cubicBezTo>
                  <a:lnTo>
                    <a:pt x="9319" y="2846"/>
                  </a:lnTo>
                  <a:cubicBezTo>
                    <a:pt x="8873" y="2846"/>
                    <a:pt x="8538" y="2818"/>
                    <a:pt x="8231" y="2623"/>
                  </a:cubicBezTo>
                  <a:cubicBezTo>
                    <a:pt x="8008" y="2818"/>
                    <a:pt x="7729" y="3013"/>
                    <a:pt x="7450" y="3208"/>
                  </a:cubicBezTo>
                  <a:cubicBezTo>
                    <a:pt x="7589" y="2818"/>
                    <a:pt x="7729" y="2455"/>
                    <a:pt x="7840" y="2148"/>
                  </a:cubicBezTo>
                  <a:cubicBezTo>
                    <a:pt x="7812" y="2092"/>
                    <a:pt x="7785" y="2037"/>
                    <a:pt x="7757" y="1981"/>
                  </a:cubicBezTo>
                  <a:cubicBezTo>
                    <a:pt x="7729" y="1897"/>
                    <a:pt x="7673" y="1786"/>
                    <a:pt x="7673" y="1674"/>
                  </a:cubicBezTo>
                  <a:cubicBezTo>
                    <a:pt x="7031" y="2371"/>
                    <a:pt x="6138" y="2985"/>
                    <a:pt x="5553" y="3348"/>
                  </a:cubicBezTo>
                  <a:cubicBezTo>
                    <a:pt x="4995" y="3683"/>
                    <a:pt x="3962" y="4073"/>
                    <a:pt x="3544" y="4548"/>
                  </a:cubicBezTo>
                  <a:cubicBezTo>
                    <a:pt x="3097" y="5022"/>
                    <a:pt x="2902" y="6501"/>
                    <a:pt x="2818" y="7170"/>
                  </a:cubicBezTo>
                  <a:cubicBezTo>
                    <a:pt x="2567" y="6473"/>
                    <a:pt x="2484" y="4297"/>
                    <a:pt x="2818" y="3822"/>
                  </a:cubicBezTo>
                  <a:cubicBezTo>
                    <a:pt x="3153" y="3320"/>
                    <a:pt x="4381" y="3292"/>
                    <a:pt x="4939" y="3013"/>
                  </a:cubicBezTo>
                  <a:cubicBezTo>
                    <a:pt x="5692" y="2623"/>
                    <a:pt x="6808" y="1925"/>
                    <a:pt x="7589" y="1200"/>
                  </a:cubicBezTo>
                  <a:cubicBezTo>
                    <a:pt x="7589" y="809"/>
                    <a:pt x="7617" y="363"/>
                    <a:pt x="7561" y="0"/>
                  </a:cubicBezTo>
                  <a:close/>
                </a:path>
              </a:pathLst>
            </a:custGeom>
            <a:solidFill>
              <a:srgbClr val="B074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868;p35">
              <a:extLst>
                <a:ext uri="{FF2B5EF4-FFF2-40B4-BE49-F238E27FC236}">
                  <a16:creationId xmlns:a16="http://schemas.microsoft.com/office/drawing/2014/main" id="{14953506-641C-8856-EE4A-7923A1BC1190}"/>
                </a:ext>
              </a:extLst>
            </p:cNvPr>
            <p:cNvSpPr/>
            <p:nvPr/>
          </p:nvSpPr>
          <p:spPr>
            <a:xfrm>
              <a:off x="1585673" y="2927021"/>
              <a:ext cx="162471" cy="73177"/>
            </a:xfrm>
            <a:custGeom>
              <a:avLst/>
              <a:gdLst/>
              <a:ahLst/>
              <a:cxnLst/>
              <a:rect l="l" t="t" r="r" b="b"/>
              <a:pathLst>
                <a:path w="4214" h="1898" extrusionOk="0">
                  <a:moveTo>
                    <a:pt x="4213" y="1"/>
                  </a:moveTo>
                  <a:cubicBezTo>
                    <a:pt x="3739" y="112"/>
                    <a:pt x="3237" y="224"/>
                    <a:pt x="2762" y="308"/>
                  </a:cubicBezTo>
                  <a:cubicBezTo>
                    <a:pt x="2595" y="335"/>
                    <a:pt x="2428" y="363"/>
                    <a:pt x="2260" y="391"/>
                  </a:cubicBezTo>
                  <a:cubicBezTo>
                    <a:pt x="1563" y="921"/>
                    <a:pt x="782" y="1424"/>
                    <a:pt x="0" y="1898"/>
                  </a:cubicBezTo>
                  <a:cubicBezTo>
                    <a:pt x="1172" y="1507"/>
                    <a:pt x="2372" y="1033"/>
                    <a:pt x="3460" y="447"/>
                  </a:cubicBezTo>
                  <a:lnTo>
                    <a:pt x="3488" y="447"/>
                  </a:lnTo>
                  <a:cubicBezTo>
                    <a:pt x="3683" y="335"/>
                    <a:pt x="3878" y="224"/>
                    <a:pt x="4102" y="84"/>
                  </a:cubicBezTo>
                  <a:lnTo>
                    <a:pt x="4129" y="84"/>
                  </a:lnTo>
                  <a:cubicBezTo>
                    <a:pt x="4157" y="56"/>
                    <a:pt x="4185" y="29"/>
                    <a:pt x="4213" y="1"/>
                  </a:cubicBezTo>
                  <a:close/>
                </a:path>
              </a:pathLst>
            </a:custGeom>
            <a:solidFill>
              <a:srgbClr val="A56B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869;p35">
              <a:extLst>
                <a:ext uri="{FF2B5EF4-FFF2-40B4-BE49-F238E27FC236}">
                  <a16:creationId xmlns:a16="http://schemas.microsoft.com/office/drawing/2014/main" id="{3686C26A-B8FB-6913-79A2-A90FD2AB5344}"/>
                </a:ext>
              </a:extLst>
            </p:cNvPr>
            <p:cNvSpPr/>
            <p:nvPr/>
          </p:nvSpPr>
          <p:spPr>
            <a:xfrm>
              <a:off x="1186810" y="3081939"/>
              <a:ext cx="175155" cy="395729"/>
            </a:xfrm>
            <a:custGeom>
              <a:avLst/>
              <a:gdLst/>
              <a:ahLst/>
              <a:cxnLst/>
              <a:rect l="l" t="t" r="r" b="b"/>
              <a:pathLst>
                <a:path w="4543" h="10264" extrusionOk="0">
                  <a:moveTo>
                    <a:pt x="2701" y="0"/>
                  </a:moveTo>
                  <a:cubicBezTo>
                    <a:pt x="2589" y="56"/>
                    <a:pt x="2478" y="140"/>
                    <a:pt x="2366" y="195"/>
                  </a:cubicBezTo>
                  <a:cubicBezTo>
                    <a:pt x="2366" y="335"/>
                    <a:pt x="2338" y="474"/>
                    <a:pt x="2338" y="586"/>
                  </a:cubicBezTo>
                  <a:cubicBezTo>
                    <a:pt x="2143" y="1814"/>
                    <a:pt x="2534" y="5050"/>
                    <a:pt x="1446" y="6584"/>
                  </a:cubicBezTo>
                  <a:cubicBezTo>
                    <a:pt x="1027" y="7170"/>
                    <a:pt x="748" y="6668"/>
                    <a:pt x="385" y="7282"/>
                  </a:cubicBezTo>
                  <a:cubicBezTo>
                    <a:pt x="0" y="8052"/>
                    <a:pt x="1104" y="10263"/>
                    <a:pt x="2065" y="10263"/>
                  </a:cubicBezTo>
                  <a:cubicBezTo>
                    <a:pt x="2148" y="10263"/>
                    <a:pt x="2230" y="10247"/>
                    <a:pt x="2310" y="10211"/>
                  </a:cubicBezTo>
                  <a:cubicBezTo>
                    <a:pt x="2868" y="9960"/>
                    <a:pt x="3454" y="8398"/>
                    <a:pt x="3566" y="7812"/>
                  </a:cubicBezTo>
                  <a:cubicBezTo>
                    <a:pt x="3929" y="6194"/>
                    <a:pt x="4096" y="4771"/>
                    <a:pt x="4180" y="3488"/>
                  </a:cubicBezTo>
                  <a:cubicBezTo>
                    <a:pt x="4208" y="2790"/>
                    <a:pt x="4319" y="2120"/>
                    <a:pt x="4542" y="1507"/>
                  </a:cubicBezTo>
                  <a:lnTo>
                    <a:pt x="4542" y="1507"/>
                  </a:lnTo>
                  <a:cubicBezTo>
                    <a:pt x="4375" y="1535"/>
                    <a:pt x="4208" y="1563"/>
                    <a:pt x="4040" y="1590"/>
                  </a:cubicBezTo>
                  <a:cubicBezTo>
                    <a:pt x="3984" y="1590"/>
                    <a:pt x="3929" y="1507"/>
                    <a:pt x="3929" y="1451"/>
                  </a:cubicBezTo>
                  <a:lnTo>
                    <a:pt x="3929" y="726"/>
                  </a:lnTo>
                  <a:cubicBezTo>
                    <a:pt x="3677" y="977"/>
                    <a:pt x="3426" y="1228"/>
                    <a:pt x="3203" y="1507"/>
                  </a:cubicBezTo>
                  <a:cubicBezTo>
                    <a:pt x="3174" y="1556"/>
                    <a:pt x="3131" y="1577"/>
                    <a:pt x="3088" y="1577"/>
                  </a:cubicBezTo>
                  <a:cubicBezTo>
                    <a:pt x="3010" y="1577"/>
                    <a:pt x="2934" y="1504"/>
                    <a:pt x="2952" y="1395"/>
                  </a:cubicBezTo>
                  <a:cubicBezTo>
                    <a:pt x="3008" y="893"/>
                    <a:pt x="2785" y="474"/>
                    <a:pt x="2701" y="0"/>
                  </a:cubicBezTo>
                  <a:close/>
                </a:path>
              </a:pathLst>
            </a:custGeom>
            <a:solidFill>
              <a:srgbClr val="F2C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870;p35">
              <a:extLst>
                <a:ext uri="{FF2B5EF4-FFF2-40B4-BE49-F238E27FC236}">
                  <a16:creationId xmlns:a16="http://schemas.microsoft.com/office/drawing/2014/main" id="{59586DF5-3A81-46EA-3FF2-63BF7642BECF}"/>
                </a:ext>
              </a:extLst>
            </p:cNvPr>
            <p:cNvSpPr/>
            <p:nvPr/>
          </p:nvSpPr>
          <p:spPr>
            <a:xfrm>
              <a:off x="1186810" y="3140004"/>
              <a:ext cx="175155" cy="337665"/>
            </a:xfrm>
            <a:custGeom>
              <a:avLst/>
              <a:gdLst/>
              <a:ahLst/>
              <a:cxnLst/>
              <a:rect l="l" t="t" r="r" b="b"/>
              <a:pathLst>
                <a:path w="4543" h="8758" extrusionOk="0">
                  <a:moveTo>
                    <a:pt x="4542" y="1"/>
                  </a:moveTo>
                  <a:cubicBezTo>
                    <a:pt x="4403" y="29"/>
                    <a:pt x="4263" y="57"/>
                    <a:pt x="4124" y="57"/>
                  </a:cubicBezTo>
                  <a:cubicBezTo>
                    <a:pt x="4096" y="1200"/>
                    <a:pt x="3929" y="2344"/>
                    <a:pt x="3677" y="3432"/>
                  </a:cubicBezTo>
                  <a:cubicBezTo>
                    <a:pt x="3454" y="4465"/>
                    <a:pt x="3092" y="5943"/>
                    <a:pt x="2115" y="6585"/>
                  </a:cubicBezTo>
                  <a:cubicBezTo>
                    <a:pt x="1995" y="6745"/>
                    <a:pt x="1847" y="6876"/>
                    <a:pt x="1690" y="6876"/>
                  </a:cubicBezTo>
                  <a:cubicBezTo>
                    <a:pt x="1628" y="6876"/>
                    <a:pt x="1565" y="6856"/>
                    <a:pt x="1501" y="6808"/>
                  </a:cubicBezTo>
                  <a:lnTo>
                    <a:pt x="1446" y="6780"/>
                  </a:lnTo>
                  <a:cubicBezTo>
                    <a:pt x="999" y="6417"/>
                    <a:pt x="943" y="5943"/>
                    <a:pt x="943" y="5413"/>
                  </a:cubicBezTo>
                  <a:cubicBezTo>
                    <a:pt x="776" y="5441"/>
                    <a:pt x="581" y="5441"/>
                    <a:pt x="385" y="5776"/>
                  </a:cubicBezTo>
                  <a:cubicBezTo>
                    <a:pt x="0" y="6546"/>
                    <a:pt x="1104" y="8757"/>
                    <a:pt x="2065" y="8757"/>
                  </a:cubicBezTo>
                  <a:cubicBezTo>
                    <a:pt x="2148" y="8757"/>
                    <a:pt x="2230" y="8741"/>
                    <a:pt x="2310" y="8705"/>
                  </a:cubicBezTo>
                  <a:cubicBezTo>
                    <a:pt x="2868" y="8454"/>
                    <a:pt x="3454" y="6892"/>
                    <a:pt x="3566" y="6306"/>
                  </a:cubicBezTo>
                  <a:cubicBezTo>
                    <a:pt x="3929" y="4688"/>
                    <a:pt x="4096" y="3265"/>
                    <a:pt x="4180" y="1982"/>
                  </a:cubicBezTo>
                  <a:cubicBezTo>
                    <a:pt x="4208" y="1284"/>
                    <a:pt x="4319" y="614"/>
                    <a:pt x="4542" y="1"/>
                  </a:cubicBezTo>
                  <a:close/>
                </a:path>
              </a:pathLst>
            </a:custGeom>
            <a:solidFill>
              <a:srgbClr val="E2AB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871;p35">
              <a:extLst>
                <a:ext uri="{FF2B5EF4-FFF2-40B4-BE49-F238E27FC236}">
                  <a16:creationId xmlns:a16="http://schemas.microsoft.com/office/drawing/2014/main" id="{F3218994-60D3-8B65-ABB3-ABE899923AEE}"/>
                </a:ext>
              </a:extLst>
            </p:cNvPr>
            <p:cNvSpPr/>
            <p:nvPr/>
          </p:nvSpPr>
          <p:spPr>
            <a:xfrm>
              <a:off x="2470959" y="2534212"/>
              <a:ext cx="465783" cy="517794"/>
            </a:xfrm>
            <a:custGeom>
              <a:avLst/>
              <a:gdLst/>
              <a:ahLst/>
              <a:cxnLst/>
              <a:rect l="l" t="t" r="r" b="b"/>
              <a:pathLst>
                <a:path w="12081" h="13430" extrusionOk="0">
                  <a:moveTo>
                    <a:pt x="2120" y="0"/>
                  </a:moveTo>
                  <a:cubicBezTo>
                    <a:pt x="1388" y="0"/>
                    <a:pt x="734" y="198"/>
                    <a:pt x="502" y="926"/>
                  </a:cubicBezTo>
                  <a:cubicBezTo>
                    <a:pt x="363" y="1819"/>
                    <a:pt x="0" y="4441"/>
                    <a:pt x="698" y="5753"/>
                  </a:cubicBezTo>
                  <a:cubicBezTo>
                    <a:pt x="1451" y="7120"/>
                    <a:pt x="3153" y="7231"/>
                    <a:pt x="4604" y="7287"/>
                  </a:cubicBezTo>
                  <a:cubicBezTo>
                    <a:pt x="4662" y="7293"/>
                    <a:pt x="4726" y="7295"/>
                    <a:pt x="4794" y="7295"/>
                  </a:cubicBezTo>
                  <a:cubicBezTo>
                    <a:pt x="5082" y="7295"/>
                    <a:pt x="5447" y="7254"/>
                    <a:pt x="5831" y="7231"/>
                  </a:cubicBezTo>
                  <a:cubicBezTo>
                    <a:pt x="6241" y="7200"/>
                    <a:pt x="6684" y="7169"/>
                    <a:pt x="7104" y="7169"/>
                  </a:cubicBezTo>
                  <a:cubicBezTo>
                    <a:pt x="8199" y="7169"/>
                    <a:pt x="9145" y="7380"/>
                    <a:pt x="8984" y="8347"/>
                  </a:cubicBezTo>
                  <a:cubicBezTo>
                    <a:pt x="8844" y="9268"/>
                    <a:pt x="6529" y="10802"/>
                    <a:pt x="5747" y="10942"/>
                  </a:cubicBezTo>
                  <a:cubicBezTo>
                    <a:pt x="5501" y="10675"/>
                    <a:pt x="5240" y="10564"/>
                    <a:pt x="4982" y="10564"/>
                  </a:cubicBezTo>
                  <a:cubicBezTo>
                    <a:pt x="3810" y="10564"/>
                    <a:pt x="2686" y="12861"/>
                    <a:pt x="3097" y="13341"/>
                  </a:cubicBezTo>
                  <a:cubicBezTo>
                    <a:pt x="3149" y="13404"/>
                    <a:pt x="3237" y="13430"/>
                    <a:pt x="3348" y="13430"/>
                  </a:cubicBezTo>
                  <a:cubicBezTo>
                    <a:pt x="3830" y="13430"/>
                    <a:pt x="4754" y="12951"/>
                    <a:pt x="5162" y="12951"/>
                  </a:cubicBezTo>
                  <a:cubicBezTo>
                    <a:pt x="5441" y="12951"/>
                    <a:pt x="5636" y="13062"/>
                    <a:pt x="5803" y="13174"/>
                  </a:cubicBezTo>
                  <a:cubicBezTo>
                    <a:pt x="6003" y="13274"/>
                    <a:pt x="6180" y="13374"/>
                    <a:pt x="6375" y="13374"/>
                  </a:cubicBezTo>
                  <a:cubicBezTo>
                    <a:pt x="6398" y="13374"/>
                    <a:pt x="6421" y="13372"/>
                    <a:pt x="6445" y="13369"/>
                  </a:cubicBezTo>
                  <a:cubicBezTo>
                    <a:pt x="7394" y="13230"/>
                    <a:pt x="7533" y="12532"/>
                    <a:pt x="8370" y="11695"/>
                  </a:cubicBezTo>
                  <a:cubicBezTo>
                    <a:pt x="9067" y="10998"/>
                    <a:pt x="10072" y="9826"/>
                    <a:pt x="10769" y="9156"/>
                  </a:cubicBezTo>
                  <a:cubicBezTo>
                    <a:pt x="11913" y="8040"/>
                    <a:pt x="12081" y="7315"/>
                    <a:pt x="10909" y="6311"/>
                  </a:cubicBezTo>
                  <a:cubicBezTo>
                    <a:pt x="9207" y="4888"/>
                    <a:pt x="7366" y="4441"/>
                    <a:pt x="6026" y="2544"/>
                  </a:cubicBezTo>
                  <a:cubicBezTo>
                    <a:pt x="5106" y="1205"/>
                    <a:pt x="5301" y="452"/>
                    <a:pt x="3627" y="173"/>
                  </a:cubicBezTo>
                  <a:cubicBezTo>
                    <a:pt x="3162" y="93"/>
                    <a:pt x="2622" y="0"/>
                    <a:pt x="2120" y="0"/>
                  </a:cubicBezTo>
                  <a:close/>
                </a:path>
              </a:pathLst>
            </a:custGeom>
            <a:solidFill>
              <a:srgbClr val="D192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872;p35">
              <a:extLst>
                <a:ext uri="{FF2B5EF4-FFF2-40B4-BE49-F238E27FC236}">
                  <a16:creationId xmlns:a16="http://schemas.microsoft.com/office/drawing/2014/main" id="{D3AE9397-50FF-5C3A-2C7B-940933AD7D00}"/>
                </a:ext>
              </a:extLst>
            </p:cNvPr>
            <p:cNvSpPr/>
            <p:nvPr/>
          </p:nvSpPr>
          <p:spPr>
            <a:xfrm>
              <a:off x="2745246" y="2810851"/>
              <a:ext cx="51664" cy="7557"/>
            </a:xfrm>
            <a:custGeom>
              <a:avLst/>
              <a:gdLst/>
              <a:ahLst/>
              <a:cxnLst/>
              <a:rect l="l" t="t" r="r" b="b"/>
              <a:pathLst>
                <a:path w="1340" h="196" extrusionOk="0">
                  <a:moveTo>
                    <a:pt x="1" y="1"/>
                  </a:moveTo>
                  <a:cubicBezTo>
                    <a:pt x="419" y="1"/>
                    <a:pt x="810" y="28"/>
                    <a:pt x="1117" y="112"/>
                  </a:cubicBezTo>
                  <a:cubicBezTo>
                    <a:pt x="1200" y="140"/>
                    <a:pt x="1284" y="168"/>
                    <a:pt x="1340" y="196"/>
                  </a:cubicBezTo>
                  <a:cubicBezTo>
                    <a:pt x="1005" y="28"/>
                    <a:pt x="531" y="1"/>
                    <a:pt x="1" y="1"/>
                  </a:cubicBezTo>
                  <a:close/>
                </a:path>
              </a:pathLst>
            </a:custGeom>
            <a:solidFill>
              <a:srgbClr val="9E83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873;p35">
              <a:extLst>
                <a:ext uri="{FF2B5EF4-FFF2-40B4-BE49-F238E27FC236}">
                  <a16:creationId xmlns:a16="http://schemas.microsoft.com/office/drawing/2014/main" id="{41CCD4AD-C34D-1094-83E6-F400D7D36CCA}"/>
                </a:ext>
              </a:extLst>
            </p:cNvPr>
            <p:cNvSpPr/>
            <p:nvPr/>
          </p:nvSpPr>
          <p:spPr>
            <a:xfrm>
              <a:off x="2796873" y="2818370"/>
              <a:ext cx="3277" cy="1118"/>
            </a:xfrm>
            <a:custGeom>
              <a:avLst/>
              <a:gdLst/>
              <a:ahLst/>
              <a:cxnLst/>
              <a:rect l="l" t="t" r="r" b="b"/>
              <a:pathLst>
                <a:path w="85" h="29" extrusionOk="0">
                  <a:moveTo>
                    <a:pt x="84" y="29"/>
                  </a:moveTo>
                  <a:cubicBezTo>
                    <a:pt x="57" y="29"/>
                    <a:pt x="29" y="1"/>
                    <a:pt x="1" y="1"/>
                  </a:cubicBezTo>
                  <a:lnTo>
                    <a:pt x="1" y="1"/>
                  </a:lnTo>
                  <a:cubicBezTo>
                    <a:pt x="29" y="1"/>
                    <a:pt x="57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lose/>
                </a:path>
              </a:pathLst>
            </a:custGeom>
            <a:solidFill>
              <a:srgbClr val="925C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874;p35">
              <a:extLst>
                <a:ext uri="{FF2B5EF4-FFF2-40B4-BE49-F238E27FC236}">
                  <a16:creationId xmlns:a16="http://schemas.microsoft.com/office/drawing/2014/main" id="{53825D4A-0467-A4EE-D443-D283D1044C88}"/>
                </a:ext>
              </a:extLst>
            </p:cNvPr>
            <p:cNvSpPr/>
            <p:nvPr/>
          </p:nvSpPr>
          <p:spPr>
            <a:xfrm>
              <a:off x="2496753" y="2753827"/>
              <a:ext cx="1118" cy="1118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9" y="29"/>
                  </a:moveTo>
                  <a:cubicBezTo>
                    <a:pt x="29" y="29"/>
                    <a:pt x="29" y="29"/>
                    <a:pt x="29" y="29"/>
                  </a:cubicBezTo>
                  <a:cubicBezTo>
                    <a:pt x="29" y="29"/>
                    <a:pt x="29" y="29"/>
                    <a:pt x="29" y="29"/>
                  </a:cubicBezTo>
                  <a:close/>
                  <a:moveTo>
                    <a:pt x="29" y="29"/>
                  </a:moveTo>
                  <a:lnTo>
                    <a:pt x="29" y="29"/>
                  </a:lnTo>
                  <a:lnTo>
                    <a:pt x="29" y="29"/>
                  </a:lnTo>
                  <a:close/>
                  <a:moveTo>
                    <a:pt x="29" y="29"/>
                  </a:moveTo>
                  <a:cubicBezTo>
                    <a:pt x="29" y="29"/>
                    <a:pt x="29" y="29"/>
                    <a:pt x="29" y="29"/>
                  </a:cubicBezTo>
                  <a:cubicBezTo>
                    <a:pt x="29" y="29"/>
                    <a:pt x="29" y="29"/>
                    <a:pt x="29" y="29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56B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875;p35">
              <a:extLst>
                <a:ext uri="{FF2B5EF4-FFF2-40B4-BE49-F238E27FC236}">
                  <a16:creationId xmlns:a16="http://schemas.microsoft.com/office/drawing/2014/main" id="{5A9C2F11-754D-4AFC-7E03-921A2E5876FB}"/>
                </a:ext>
              </a:extLst>
            </p:cNvPr>
            <p:cNvSpPr/>
            <p:nvPr/>
          </p:nvSpPr>
          <p:spPr>
            <a:xfrm>
              <a:off x="2480636" y="2633378"/>
              <a:ext cx="310908" cy="181825"/>
            </a:xfrm>
            <a:custGeom>
              <a:avLst/>
              <a:gdLst/>
              <a:ahLst/>
              <a:cxnLst/>
              <a:rect l="l" t="t" r="r" b="b"/>
              <a:pathLst>
                <a:path w="8064" h="4716" extrusionOk="0">
                  <a:moveTo>
                    <a:pt x="84" y="0"/>
                  </a:moveTo>
                  <a:lnTo>
                    <a:pt x="84" y="0"/>
                  </a:lnTo>
                  <a:cubicBezTo>
                    <a:pt x="0" y="1060"/>
                    <a:pt x="28" y="2316"/>
                    <a:pt x="419" y="3125"/>
                  </a:cubicBezTo>
                  <a:cubicBezTo>
                    <a:pt x="419" y="3125"/>
                    <a:pt x="447" y="3125"/>
                    <a:pt x="447" y="3153"/>
                  </a:cubicBezTo>
                  <a:cubicBezTo>
                    <a:pt x="447" y="3153"/>
                    <a:pt x="447" y="3153"/>
                    <a:pt x="447" y="3181"/>
                  </a:cubicBezTo>
                  <a:cubicBezTo>
                    <a:pt x="614" y="3460"/>
                    <a:pt x="809" y="3711"/>
                    <a:pt x="1061" y="3906"/>
                  </a:cubicBezTo>
                  <a:cubicBezTo>
                    <a:pt x="1507" y="4241"/>
                    <a:pt x="2037" y="4436"/>
                    <a:pt x="2623" y="4548"/>
                  </a:cubicBezTo>
                  <a:cubicBezTo>
                    <a:pt x="3181" y="4659"/>
                    <a:pt x="3795" y="4687"/>
                    <a:pt x="4353" y="4715"/>
                  </a:cubicBezTo>
                  <a:lnTo>
                    <a:pt x="4966" y="4715"/>
                  </a:lnTo>
                  <a:cubicBezTo>
                    <a:pt x="5162" y="4687"/>
                    <a:pt x="5385" y="4687"/>
                    <a:pt x="5580" y="4659"/>
                  </a:cubicBezTo>
                  <a:cubicBezTo>
                    <a:pt x="5999" y="4631"/>
                    <a:pt x="6445" y="4604"/>
                    <a:pt x="6864" y="4604"/>
                  </a:cubicBezTo>
                  <a:cubicBezTo>
                    <a:pt x="7282" y="4604"/>
                    <a:pt x="7673" y="4631"/>
                    <a:pt x="7980" y="4715"/>
                  </a:cubicBezTo>
                  <a:cubicBezTo>
                    <a:pt x="8035" y="4659"/>
                    <a:pt x="8063" y="4631"/>
                    <a:pt x="8063" y="4576"/>
                  </a:cubicBezTo>
                  <a:cubicBezTo>
                    <a:pt x="6780" y="4325"/>
                    <a:pt x="5524" y="4325"/>
                    <a:pt x="4213" y="4213"/>
                  </a:cubicBezTo>
                  <a:cubicBezTo>
                    <a:pt x="3265" y="4157"/>
                    <a:pt x="2093" y="4046"/>
                    <a:pt x="1395" y="3292"/>
                  </a:cubicBezTo>
                  <a:cubicBezTo>
                    <a:pt x="614" y="2455"/>
                    <a:pt x="196" y="1228"/>
                    <a:pt x="84" y="0"/>
                  </a:cubicBezTo>
                  <a:close/>
                </a:path>
              </a:pathLst>
            </a:custGeom>
            <a:solidFill>
              <a:srgbClr val="B074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876;p35">
              <a:extLst>
                <a:ext uri="{FF2B5EF4-FFF2-40B4-BE49-F238E27FC236}">
                  <a16:creationId xmlns:a16="http://schemas.microsoft.com/office/drawing/2014/main" id="{432C26D0-5BC7-362A-8485-552466EC7353}"/>
                </a:ext>
              </a:extLst>
            </p:cNvPr>
            <p:cNvSpPr/>
            <p:nvPr/>
          </p:nvSpPr>
          <p:spPr>
            <a:xfrm>
              <a:off x="2643073" y="2550559"/>
              <a:ext cx="205460" cy="195782"/>
            </a:xfrm>
            <a:custGeom>
              <a:avLst/>
              <a:gdLst/>
              <a:ahLst/>
              <a:cxnLst/>
              <a:rect l="l" t="t" r="r" b="b"/>
              <a:pathLst>
                <a:path w="5329" h="5078" extrusionOk="0">
                  <a:moveTo>
                    <a:pt x="0" y="0"/>
                  </a:moveTo>
                  <a:lnTo>
                    <a:pt x="0" y="0"/>
                  </a:lnTo>
                  <a:cubicBezTo>
                    <a:pt x="809" y="697"/>
                    <a:pt x="837" y="1813"/>
                    <a:pt x="1451" y="2734"/>
                  </a:cubicBezTo>
                  <a:cubicBezTo>
                    <a:pt x="2065" y="3683"/>
                    <a:pt x="3069" y="4241"/>
                    <a:pt x="4101" y="4715"/>
                  </a:cubicBezTo>
                  <a:cubicBezTo>
                    <a:pt x="4492" y="4854"/>
                    <a:pt x="4910" y="4966"/>
                    <a:pt x="5329" y="5078"/>
                  </a:cubicBezTo>
                  <a:cubicBezTo>
                    <a:pt x="3990" y="4213"/>
                    <a:pt x="2623" y="3599"/>
                    <a:pt x="1562" y="2120"/>
                  </a:cubicBezTo>
                  <a:cubicBezTo>
                    <a:pt x="837" y="1088"/>
                    <a:pt x="809" y="391"/>
                    <a:pt x="0" y="0"/>
                  </a:cubicBezTo>
                  <a:close/>
                </a:path>
              </a:pathLst>
            </a:custGeom>
            <a:solidFill>
              <a:srgbClr val="E2A4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877;p35">
              <a:extLst>
                <a:ext uri="{FF2B5EF4-FFF2-40B4-BE49-F238E27FC236}">
                  <a16:creationId xmlns:a16="http://schemas.microsoft.com/office/drawing/2014/main" id="{DF312658-5D69-6325-42B4-4C7C627AE873}"/>
                </a:ext>
              </a:extLst>
            </p:cNvPr>
            <p:cNvSpPr/>
            <p:nvPr/>
          </p:nvSpPr>
          <p:spPr>
            <a:xfrm>
              <a:off x="2800112" y="2730192"/>
              <a:ext cx="41986" cy="125882"/>
            </a:xfrm>
            <a:custGeom>
              <a:avLst/>
              <a:gdLst/>
              <a:ahLst/>
              <a:cxnLst/>
              <a:rect l="l" t="t" r="r" b="b"/>
              <a:pathLst>
                <a:path w="1089" h="3265" extrusionOk="0">
                  <a:moveTo>
                    <a:pt x="447" y="3264"/>
                  </a:moveTo>
                  <a:cubicBezTo>
                    <a:pt x="447" y="3264"/>
                    <a:pt x="447" y="3264"/>
                    <a:pt x="447" y="3264"/>
                  </a:cubicBezTo>
                  <a:cubicBezTo>
                    <a:pt x="447" y="3264"/>
                    <a:pt x="447" y="3264"/>
                    <a:pt x="447" y="3264"/>
                  </a:cubicBezTo>
                  <a:close/>
                  <a:moveTo>
                    <a:pt x="447" y="3264"/>
                  </a:moveTo>
                  <a:cubicBezTo>
                    <a:pt x="447" y="3264"/>
                    <a:pt x="447" y="3264"/>
                    <a:pt x="447" y="3264"/>
                  </a:cubicBezTo>
                  <a:cubicBezTo>
                    <a:pt x="447" y="3264"/>
                    <a:pt x="447" y="3264"/>
                    <a:pt x="447" y="3264"/>
                  </a:cubicBezTo>
                  <a:close/>
                  <a:moveTo>
                    <a:pt x="447" y="3264"/>
                  </a:moveTo>
                  <a:cubicBezTo>
                    <a:pt x="447" y="3264"/>
                    <a:pt x="447" y="3264"/>
                    <a:pt x="447" y="3264"/>
                  </a:cubicBezTo>
                  <a:cubicBezTo>
                    <a:pt x="447" y="3264"/>
                    <a:pt x="447" y="3264"/>
                    <a:pt x="447" y="3264"/>
                  </a:cubicBezTo>
                  <a:close/>
                  <a:moveTo>
                    <a:pt x="447" y="3236"/>
                  </a:moveTo>
                  <a:lnTo>
                    <a:pt x="447" y="3236"/>
                  </a:lnTo>
                  <a:lnTo>
                    <a:pt x="447" y="3236"/>
                  </a:lnTo>
                  <a:close/>
                  <a:moveTo>
                    <a:pt x="447" y="3236"/>
                  </a:moveTo>
                  <a:lnTo>
                    <a:pt x="447" y="3236"/>
                  </a:lnTo>
                  <a:lnTo>
                    <a:pt x="447" y="3236"/>
                  </a:lnTo>
                  <a:close/>
                  <a:moveTo>
                    <a:pt x="447" y="3236"/>
                  </a:moveTo>
                  <a:lnTo>
                    <a:pt x="447" y="3236"/>
                  </a:lnTo>
                  <a:lnTo>
                    <a:pt x="447" y="3236"/>
                  </a:lnTo>
                  <a:close/>
                  <a:moveTo>
                    <a:pt x="475" y="3209"/>
                  </a:moveTo>
                  <a:lnTo>
                    <a:pt x="475" y="3209"/>
                  </a:lnTo>
                  <a:lnTo>
                    <a:pt x="475" y="3209"/>
                  </a:lnTo>
                  <a:close/>
                  <a:moveTo>
                    <a:pt x="475" y="3209"/>
                  </a:moveTo>
                  <a:lnTo>
                    <a:pt x="475" y="3209"/>
                  </a:lnTo>
                  <a:lnTo>
                    <a:pt x="475" y="3209"/>
                  </a:lnTo>
                  <a:close/>
                  <a:moveTo>
                    <a:pt x="475" y="3181"/>
                  </a:moveTo>
                  <a:cubicBezTo>
                    <a:pt x="475" y="3181"/>
                    <a:pt x="475" y="3181"/>
                    <a:pt x="475" y="3181"/>
                  </a:cubicBezTo>
                  <a:cubicBezTo>
                    <a:pt x="475" y="3181"/>
                    <a:pt x="475" y="3181"/>
                    <a:pt x="475" y="3181"/>
                  </a:cubicBezTo>
                  <a:close/>
                  <a:moveTo>
                    <a:pt x="475" y="3181"/>
                  </a:moveTo>
                  <a:lnTo>
                    <a:pt x="475" y="3181"/>
                  </a:lnTo>
                  <a:lnTo>
                    <a:pt x="475" y="3181"/>
                  </a:lnTo>
                  <a:close/>
                  <a:moveTo>
                    <a:pt x="475" y="3181"/>
                  </a:moveTo>
                  <a:cubicBezTo>
                    <a:pt x="475" y="3181"/>
                    <a:pt x="475" y="3181"/>
                    <a:pt x="475" y="3181"/>
                  </a:cubicBezTo>
                  <a:cubicBezTo>
                    <a:pt x="475" y="3181"/>
                    <a:pt x="475" y="3181"/>
                    <a:pt x="475" y="3181"/>
                  </a:cubicBezTo>
                  <a:close/>
                  <a:moveTo>
                    <a:pt x="475" y="3153"/>
                  </a:moveTo>
                  <a:cubicBezTo>
                    <a:pt x="475" y="3153"/>
                    <a:pt x="475" y="3153"/>
                    <a:pt x="475" y="3153"/>
                  </a:cubicBezTo>
                  <a:cubicBezTo>
                    <a:pt x="475" y="3153"/>
                    <a:pt x="475" y="3153"/>
                    <a:pt x="475" y="3153"/>
                  </a:cubicBezTo>
                  <a:close/>
                  <a:moveTo>
                    <a:pt x="475" y="3153"/>
                  </a:moveTo>
                  <a:cubicBezTo>
                    <a:pt x="475" y="3153"/>
                    <a:pt x="475" y="3153"/>
                    <a:pt x="475" y="3153"/>
                  </a:cubicBezTo>
                  <a:cubicBezTo>
                    <a:pt x="475" y="3153"/>
                    <a:pt x="475" y="3153"/>
                    <a:pt x="475" y="3153"/>
                  </a:cubicBezTo>
                  <a:close/>
                  <a:moveTo>
                    <a:pt x="475" y="3153"/>
                  </a:moveTo>
                  <a:cubicBezTo>
                    <a:pt x="475" y="3153"/>
                    <a:pt x="475" y="3153"/>
                    <a:pt x="475" y="3153"/>
                  </a:cubicBezTo>
                  <a:cubicBezTo>
                    <a:pt x="475" y="3153"/>
                    <a:pt x="475" y="3153"/>
                    <a:pt x="475" y="3153"/>
                  </a:cubicBezTo>
                  <a:close/>
                  <a:moveTo>
                    <a:pt x="475" y="3153"/>
                  </a:moveTo>
                  <a:cubicBezTo>
                    <a:pt x="503" y="2734"/>
                    <a:pt x="307" y="2483"/>
                    <a:pt x="0" y="2316"/>
                  </a:cubicBezTo>
                  <a:cubicBezTo>
                    <a:pt x="0" y="2316"/>
                    <a:pt x="0" y="2316"/>
                    <a:pt x="0" y="2316"/>
                  </a:cubicBezTo>
                  <a:cubicBezTo>
                    <a:pt x="307" y="2483"/>
                    <a:pt x="503" y="2734"/>
                    <a:pt x="475" y="3153"/>
                  </a:cubicBezTo>
                  <a:moveTo>
                    <a:pt x="1088" y="307"/>
                  </a:moveTo>
                  <a:cubicBezTo>
                    <a:pt x="921" y="195"/>
                    <a:pt x="754" y="84"/>
                    <a:pt x="586" y="0"/>
                  </a:cubicBezTo>
                  <a:lnTo>
                    <a:pt x="586" y="0"/>
                  </a:lnTo>
                  <a:cubicBezTo>
                    <a:pt x="754" y="84"/>
                    <a:pt x="921" y="195"/>
                    <a:pt x="1088" y="307"/>
                  </a:cubicBezTo>
                  <a:close/>
                </a:path>
              </a:pathLst>
            </a:custGeom>
            <a:solidFill>
              <a:srgbClr val="925C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878;p35">
              <a:extLst>
                <a:ext uri="{FF2B5EF4-FFF2-40B4-BE49-F238E27FC236}">
                  <a16:creationId xmlns:a16="http://schemas.microsoft.com/office/drawing/2014/main" id="{7D46BC9B-BC35-13CD-07B6-FCB81CF87B2D}"/>
                </a:ext>
              </a:extLst>
            </p:cNvPr>
            <p:cNvSpPr/>
            <p:nvPr/>
          </p:nvSpPr>
          <p:spPr>
            <a:xfrm>
              <a:off x="2587128" y="2730192"/>
              <a:ext cx="335621" cy="321626"/>
            </a:xfrm>
            <a:custGeom>
              <a:avLst/>
              <a:gdLst/>
              <a:ahLst/>
              <a:cxnLst/>
              <a:rect l="l" t="t" r="r" b="b"/>
              <a:pathLst>
                <a:path w="8705" h="8342" extrusionOk="0">
                  <a:moveTo>
                    <a:pt x="6110" y="0"/>
                  </a:moveTo>
                  <a:lnTo>
                    <a:pt x="6110" y="0"/>
                  </a:lnTo>
                  <a:cubicBezTo>
                    <a:pt x="6333" y="140"/>
                    <a:pt x="6557" y="279"/>
                    <a:pt x="6780" y="419"/>
                  </a:cubicBezTo>
                  <a:cubicBezTo>
                    <a:pt x="6501" y="335"/>
                    <a:pt x="6194" y="251"/>
                    <a:pt x="5915" y="168"/>
                  </a:cubicBezTo>
                  <a:lnTo>
                    <a:pt x="5915" y="168"/>
                  </a:lnTo>
                  <a:cubicBezTo>
                    <a:pt x="5943" y="279"/>
                    <a:pt x="6027" y="447"/>
                    <a:pt x="6166" y="642"/>
                  </a:cubicBezTo>
                  <a:cubicBezTo>
                    <a:pt x="6306" y="809"/>
                    <a:pt x="5497" y="1005"/>
                    <a:pt x="5218" y="1311"/>
                  </a:cubicBezTo>
                  <a:cubicBezTo>
                    <a:pt x="5022" y="1563"/>
                    <a:pt x="5329" y="1841"/>
                    <a:pt x="5301" y="2065"/>
                  </a:cubicBezTo>
                  <a:cubicBezTo>
                    <a:pt x="5385" y="2148"/>
                    <a:pt x="5469" y="2232"/>
                    <a:pt x="5524" y="2316"/>
                  </a:cubicBezTo>
                  <a:cubicBezTo>
                    <a:pt x="5831" y="2483"/>
                    <a:pt x="6027" y="2734"/>
                    <a:pt x="5999" y="3153"/>
                  </a:cubicBezTo>
                  <a:lnTo>
                    <a:pt x="5999" y="3181"/>
                  </a:lnTo>
                  <a:lnTo>
                    <a:pt x="5999" y="3209"/>
                  </a:lnTo>
                  <a:lnTo>
                    <a:pt x="5971" y="3236"/>
                  </a:lnTo>
                  <a:cubicBezTo>
                    <a:pt x="5971" y="3236"/>
                    <a:pt x="5971" y="3264"/>
                    <a:pt x="5971" y="3264"/>
                  </a:cubicBezTo>
                  <a:cubicBezTo>
                    <a:pt x="5831" y="4185"/>
                    <a:pt x="3516" y="5719"/>
                    <a:pt x="2734" y="5859"/>
                  </a:cubicBezTo>
                  <a:cubicBezTo>
                    <a:pt x="2483" y="5608"/>
                    <a:pt x="2232" y="5468"/>
                    <a:pt x="1953" y="5468"/>
                  </a:cubicBezTo>
                  <a:cubicBezTo>
                    <a:pt x="949" y="5468"/>
                    <a:pt x="0" y="7142"/>
                    <a:pt x="0" y="7923"/>
                  </a:cubicBezTo>
                  <a:cubicBezTo>
                    <a:pt x="0" y="8007"/>
                    <a:pt x="0" y="8063"/>
                    <a:pt x="28" y="8091"/>
                  </a:cubicBezTo>
                  <a:cubicBezTo>
                    <a:pt x="28" y="8175"/>
                    <a:pt x="56" y="8202"/>
                    <a:pt x="84" y="8258"/>
                  </a:cubicBezTo>
                  <a:cubicBezTo>
                    <a:pt x="112" y="8258"/>
                    <a:pt x="112" y="8286"/>
                    <a:pt x="140" y="8286"/>
                  </a:cubicBezTo>
                  <a:cubicBezTo>
                    <a:pt x="196" y="8342"/>
                    <a:pt x="279" y="8342"/>
                    <a:pt x="363" y="8342"/>
                  </a:cubicBezTo>
                  <a:cubicBezTo>
                    <a:pt x="837" y="8342"/>
                    <a:pt x="1758" y="7868"/>
                    <a:pt x="2149" y="7868"/>
                  </a:cubicBezTo>
                  <a:lnTo>
                    <a:pt x="2177" y="7868"/>
                  </a:lnTo>
                  <a:cubicBezTo>
                    <a:pt x="2428" y="7868"/>
                    <a:pt x="2623" y="7979"/>
                    <a:pt x="2790" y="8091"/>
                  </a:cubicBezTo>
                  <a:cubicBezTo>
                    <a:pt x="2986" y="8175"/>
                    <a:pt x="3153" y="8286"/>
                    <a:pt x="3348" y="8286"/>
                  </a:cubicBezTo>
                  <a:lnTo>
                    <a:pt x="3432" y="8286"/>
                  </a:lnTo>
                  <a:cubicBezTo>
                    <a:pt x="4381" y="8147"/>
                    <a:pt x="4520" y="7449"/>
                    <a:pt x="5357" y="6612"/>
                  </a:cubicBezTo>
                  <a:cubicBezTo>
                    <a:pt x="5720" y="6250"/>
                    <a:pt x="6166" y="5775"/>
                    <a:pt x="6585" y="5301"/>
                  </a:cubicBezTo>
                  <a:cubicBezTo>
                    <a:pt x="6696" y="5050"/>
                    <a:pt x="6780" y="4799"/>
                    <a:pt x="6864" y="4520"/>
                  </a:cubicBezTo>
                  <a:cubicBezTo>
                    <a:pt x="6919" y="4297"/>
                    <a:pt x="7143" y="3013"/>
                    <a:pt x="7422" y="3013"/>
                  </a:cubicBezTo>
                  <a:lnTo>
                    <a:pt x="7449" y="3013"/>
                  </a:lnTo>
                  <a:cubicBezTo>
                    <a:pt x="7589" y="3069"/>
                    <a:pt x="7756" y="3097"/>
                    <a:pt x="7952" y="3097"/>
                  </a:cubicBezTo>
                  <a:cubicBezTo>
                    <a:pt x="8063" y="3097"/>
                    <a:pt x="8175" y="3069"/>
                    <a:pt x="8286" y="3041"/>
                  </a:cubicBezTo>
                  <a:cubicBezTo>
                    <a:pt x="8426" y="3013"/>
                    <a:pt x="8538" y="2957"/>
                    <a:pt x="8621" y="2902"/>
                  </a:cubicBezTo>
                  <a:lnTo>
                    <a:pt x="8621" y="2902"/>
                  </a:lnTo>
                  <a:cubicBezTo>
                    <a:pt x="8510" y="3264"/>
                    <a:pt x="8203" y="3627"/>
                    <a:pt x="7756" y="4073"/>
                  </a:cubicBezTo>
                  <a:cubicBezTo>
                    <a:pt x="8370" y="3488"/>
                    <a:pt x="8705" y="3013"/>
                    <a:pt x="8705" y="2539"/>
                  </a:cubicBezTo>
                  <a:cubicBezTo>
                    <a:pt x="8705" y="2120"/>
                    <a:pt x="8454" y="1702"/>
                    <a:pt x="7896" y="1228"/>
                  </a:cubicBezTo>
                  <a:cubicBezTo>
                    <a:pt x="7477" y="865"/>
                    <a:pt x="7031" y="586"/>
                    <a:pt x="6612" y="307"/>
                  </a:cubicBezTo>
                  <a:cubicBezTo>
                    <a:pt x="6445" y="195"/>
                    <a:pt x="6278" y="84"/>
                    <a:pt x="6110" y="0"/>
                  </a:cubicBezTo>
                  <a:close/>
                </a:path>
              </a:pathLst>
            </a:custGeom>
            <a:solidFill>
              <a:srgbClr val="B074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879;p35">
              <a:extLst>
                <a:ext uri="{FF2B5EF4-FFF2-40B4-BE49-F238E27FC236}">
                  <a16:creationId xmlns:a16="http://schemas.microsoft.com/office/drawing/2014/main" id="{BB3CFA7E-69C5-038F-C786-27F3FC70EFBE}"/>
                </a:ext>
              </a:extLst>
            </p:cNvPr>
            <p:cNvSpPr/>
            <p:nvPr/>
          </p:nvSpPr>
          <p:spPr>
            <a:xfrm>
              <a:off x="2788275" y="2815170"/>
              <a:ext cx="8636" cy="3239"/>
            </a:xfrm>
            <a:custGeom>
              <a:avLst/>
              <a:gdLst/>
              <a:ahLst/>
              <a:cxnLst/>
              <a:rect l="l" t="t" r="r" b="b"/>
              <a:pathLst>
                <a:path w="224" h="84" extrusionOk="0">
                  <a:moveTo>
                    <a:pt x="224" y="84"/>
                  </a:moveTo>
                  <a:cubicBezTo>
                    <a:pt x="168" y="56"/>
                    <a:pt x="84" y="28"/>
                    <a:pt x="1" y="0"/>
                  </a:cubicBezTo>
                  <a:lnTo>
                    <a:pt x="1" y="0"/>
                  </a:lnTo>
                  <a:cubicBezTo>
                    <a:pt x="84" y="28"/>
                    <a:pt x="168" y="56"/>
                    <a:pt x="224" y="84"/>
                  </a:cubicBezTo>
                  <a:lnTo>
                    <a:pt x="224" y="84"/>
                  </a:lnTo>
                  <a:close/>
                </a:path>
              </a:pathLst>
            </a:custGeom>
            <a:solidFill>
              <a:srgbClr val="9C6F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880;p35">
              <a:extLst>
                <a:ext uri="{FF2B5EF4-FFF2-40B4-BE49-F238E27FC236}">
                  <a16:creationId xmlns:a16="http://schemas.microsoft.com/office/drawing/2014/main" id="{BC5891AE-BEA8-0EFC-108F-7F08AF1DD4BF}"/>
                </a:ext>
              </a:extLst>
            </p:cNvPr>
            <p:cNvSpPr/>
            <p:nvPr/>
          </p:nvSpPr>
          <p:spPr>
            <a:xfrm>
              <a:off x="2796873" y="2818370"/>
              <a:ext cx="3277" cy="1118"/>
            </a:xfrm>
            <a:custGeom>
              <a:avLst/>
              <a:gdLst/>
              <a:ahLst/>
              <a:cxnLst/>
              <a:rect l="l" t="t" r="r" b="b"/>
              <a:pathLst>
                <a:path w="85" h="29" extrusionOk="0">
                  <a:moveTo>
                    <a:pt x="84" y="29"/>
                  </a:moveTo>
                  <a:cubicBezTo>
                    <a:pt x="57" y="29"/>
                    <a:pt x="29" y="1"/>
                    <a:pt x="1" y="1"/>
                  </a:cubicBezTo>
                  <a:lnTo>
                    <a:pt x="1" y="1"/>
                  </a:lnTo>
                  <a:cubicBezTo>
                    <a:pt x="29" y="1"/>
                    <a:pt x="57" y="29"/>
                    <a:pt x="84" y="29"/>
                  </a:cubicBezTo>
                  <a:cubicBezTo>
                    <a:pt x="84" y="29"/>
                    <a:pt x="84" y="29"/>
                    <a:pt x="84" y="29"/>
                  </a:cubicBezTo>
                  <a:close/>
                </a:path>
              </a:pathLst>
            </a:custGeom>
            <a:solidFill>
              <a:srgbClr val="9860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881;p35">
              <a:extLst>
                <a:ext uri="{FF2B5EF4-FFF2-40B4-BE49-F238E27FC236}">
                  <a16:creationId xmlns:a16="http://schemas.microsoft.com/office/drawing/2014/main" id="{EEFF20E9-3A31-BE84-6BE0-53EA29E36B6F}"/>
                </a:ext>
              </a:extLst>
            </p:cNvPr>
            <p:cNvSpPr/>
            <p:nvPr/>
          </p:nvSpPr>
          <p:spPr>
            <a:xfrm>
              <a:off x="2788275" y="2809772"/>
              <a:ext cx="11875" cy="9716"/>
            </a:xfrm>
            <a:custGeom>
              <a:avLst/>
              <a:gdLst/>
              <a:ahLst/>
              <a:cxnLst/>
              <a:rect l="l" t="t" r="r" b="b"/>
              <a:pathLst>
                <a:path w="308" h="252" extrusionOk="0">
                  <a:moveTo>
                    <a:pt x="84" y="1"/>
                  </a:moveTo>
                  <a:cubicBezTo>
                    <a:pt x="84" y="56"/>
                    <a:pt x="56" y="84"/>
                    <a:pt x="1" y="140"/>
                  </a:cubicBezTo>
                  <a:cubicBezTo>
                    <a:pt x="84" y="168"/>
                    <a:pt x="168" y="196"/>
                    <a:pt x="224" y="224"/>
                  </a:cubicBezTo>
                  <a:cubicBezTo>
                    <a:pt x="252" y="224"/>
                    <a:pt x="280" y="252"/>
                    <a:pt x="307" y="252"/>
                  </a:cubicBezTo>
                  <a:cubicBezTo>
                    <a:pt x="252" y="168"/>
                    <a:pt x="168" y="84"/>
                    <a:pt x="84" y="1"/>
                  </a:cubicBezTo>
                  <a:close/>
                </a:path>
              </a:pathLst>
            </a:custGeom>
            <a:solidFill>
              <a:srgbClr val="A36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882;p35">
              <a:extLst>
                <a:ext uri="{FF2B5EF4-FFF2-40B4-BE49-F238E27FC236}">
                  <a16:creationId xmlns:a16="http://schemas.microsoft.com/office/drawing/2014/main" id="{FC08A3B7-D3F1-10F7-BA1A-C08C9A6AAC23}"/>
                </a:ext>
              </a:extLst>
            </p:cNvPr>
            <p:cNvSpPr/>
            <p:nvPr/>
          </p:nvSpPr>
          <p:spPr>
            <a:xfrm>
              <a:off x="2814108" y="2730192"/>
              <a:ext cx="34430" cy="16155"/>
            </a:xfrm>
            <a:custGeom>
              <a:avLst/>
              <a:gdLst/>
              <a:ahLst/>
              <a:cxnLst/>
              <a:rect l="l" t="t" r="r" b="b"/>
              <a:pathLst>
                <a:path w="893" h="419" extrusionOk="0">
                  <a:moveTo>
                    <a:pt x="223" y="0"/>
                  </a:moveTo>
                  <a:cubicBezTo>
                    <a:pt x="56" y="0"/>
                    <a:pt x="0" y="56"/>
                    <a:pt x="28" y="168"/>
                  </a:cubicBezTo>
                  <a:cubicBezTo>
                    <a:pt x="307" y="251"/>
                    <a:pt x="614" y="335"/>
                    <a:pt x="893" y="419"/>
                  </a:cubicBezTo>
                  <a:cubicBezTo>
                    <a:pt x="670" y="279"/>
                    <a:pt x="446" y="140"/>
                    <a:pt x="223" y="0"/>
                  </a:cubicBezTo>
                  <a:close/>
                </a:path>
              </a:pathLst>
            </a:custGeom>
            <a:solidFill>
              <a:srgbClr val="B67B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883;p35">
              <a:extLst>
                <a:ext uri="{FF2B5EF4-FFF2-40B4-BE49-F238E27FC236}">
                  <a16:creationId xmlns:a16="http://schemas.microsoft.com/office/drawing/2014/main" id="{94309910-6687-FE3A-A8D1-EB327A9CCDA3}"/>
                </a:ext>
              </a:extLst>
            </p:cNvPr>
            <p:cNvSpPr/>
            <p:nvPr/>
          </p:nvSpPr>
          <p:spPr>
            <a:xfrm>
              <a:off x="2840981" y="2899067"/>
              <a:ext cx="33389" cy="35509"/>
            </a:xfrm>
            <a:custGeom>
              <a:avLst/>
              <a:gdLst/>
              <a:ahLst/>
              <a:cxnLst/>
              <a:rect l="l" t="t" r="r" b="b"/>
              <a:pathLst>
                <a:path w="866" h="921" extrusionOk="0">
                  <a:moveTo>
                    <a:pt x="1" y="921"/>
                  </a:moveTo>
                  <a:cubicBezTo>
                    <a:pt x="1" y="921"/>
                    <a:pt x="1" y="921"/>
                    <a:pt x="1" y="921"/>
                  </a:cubicBezTo>
                  <a:cubicBezTo>
                    <a:pt x="307" y="614"/>
                    <a:pt x="586" y="279"/>
                    <a:pt x="865" y="0"/>
                  </a:cubicBezTo>
                  <a:cubicBezTo>
                    <a:pt x="586" y="279"/>
                    <a:pt x="307" y="614"/>
                    <a:pt x="1" y="921"/>
                  </a:cubicBezTo>
                  <a:close/>
                </a:path>
              </a:pathLst>
            </a:custGeom>
            <a:solidFill>
              <a:srgbClr val="977B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884;p35">
              <a:extLst>
                <a:ext uri="{FF2B5EF4-FFF2-40B4-BE49-F238E27FC236}">
                  <a16:creationId xmlns:a16="http://schemas.microsoft.com/office/drawing/2014/main" id="{814DA892-029E-C313-72F0-BCE91C27B686}"/>
                </a:ext>
              </a:extLst>
            </p:cNvPr>
            <p:cNvSpPr/>
            <p:nvPr/>
          </p:nvSpPr>
          <p:spPr>
            <a:xfrm>
              <a:off x="2840981" y="2842043"/>
              <a:ext cx="78575" cy="92532"/>
            </a:xfrm>
            <a:custGeom>
              <a:avLst/>
              <a:gdLst/>
              <a:ahLst/>
              <a:cxnLst/>
              <a:rect l="l" t="t" r="r" b="b"/>
              <a:pathLst>
                <a:path w="2038" h="2400" extrusionOk="0">
                  <a:moveTo>
                    <a:pt x="2037" y="1"/>
                  </a:moveTo>
                  <a:cubicBezTo>
                    <a:pt x="1954" y="56"/>
                    <a:pt x="1842" y="112"/>
                    <a:pt x="1702" y="140"/>
                  </a:cubicBezTo>
                  <a:cubicBezTo>
                    <a:pt x="1591" y="168"/>
                    <a:pt x="1479" y="196"/>
                    <a:pt x="1368" y="196"/>
                  </a:cubicBezTo>
                  <a:cubicBezTo>
                    <a:pt x="1172" y="196"/>
                    <a:pt x="1005" y="168"/>
                    <a:pt x="865" y="112"/>
                  </a:cubicBezTo>
                  <a:lnTo>
                    <a:pt x="838" y="112"/>
                  </a:lnTo>
                  <a:cubicBezTo>
                    <a:pt x="559" y="112"/>
                    <a:pt x="335" y="1396"/>
                    <a:pt x="280" y="1619"/>
                  </a:cubicBezTo>
                  <a:cubicBezTo>
                    <a:pt x="196" y="1898"/>
                    <a:pt x="112" y="2149"/>
                    <a:pt x="1" y="2400"/>
                  </a:cubicBezTo>
                  <a:cubicBezTo>
                    <a:pt x="307" y="2093"/>
                    <a:pt x="586" y="1758"/>
                    <a:pt x="865" y="1479"/>
                  </a:cubicBezTo>
                  <a:cubicBezTo>
                    <a:pt x="977" y="1368"/>
                    <a:pt x="1089" y="1256"/>
                    <a:pt x="1172" y="1172"/>
                  </a:cubicBezTo>
                  <a:cubicBezTo>
                    <a:pt x="1619" y="726"/>
                    <a:pt x="1926" y="363"/>
                    <a:pt x="2037" y="1"/>
                  </a:cubicBezTo>
                  <a:close/>
                </a:path>
              </a:pathLst>
            </a:custGeom>
            <a:solidFill>
              <a:srgbClr val="A36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885;p35">
              <a:extLst>
                <a:ext uri="{FF2B5EF4-FFF2-40B4-BE49-F238E27FC236}">
                  <a16:creationId xmlns:a16="http://schemas.microsoft.com/office/drawing/2014/main" id="{1EB54EC4-F7AE-4F0C-6D90-2EDFFA1B0DBA}"/>
                </a:ext>
              </a:extLst>
            </p:cNvPr>
            <p:cNvSpPr/>
            <p:nvPr/>
          </p:nvSpPr>
          <p:spPr>
            <a:xfrm>
              <a:off x="2574482" y="2872155"/>
              <a:ext cx="283726" cy="179859"/>
            </a:xfrm>
            <a:custGeom>
              <a:avLst/>
              <a:gdLst/>
              <a:ahLst/>
              <a:cxnLst/>
              <a:rect l="l" t="t" r="r" b="b"/>
              <a:pathLst>
                <a:path w="7359" h="4665" extrusionOk="0">
                  <a:moveTo>
                    <a:pt x="6355" y="1"/>
                  </a:moveTo>
                  <a:cubicBezTo>
                    <a:pt x="6243" y="29"/>
                    <a:pt x="6159" y="57"/>
                    <a:pt x="6076" y="85"/>
                  </a:cubicBezTo>
                  <a:cubicBezTo>
                    <a:pt x="5434" y="977"/>
                    <a:pt x="3704" y="2065"/>
                    <a:pt x="3062" y="2177"/>
                  </a:cubicBezTo>
                  <a:cubicBezTo>
                    <a:pt x="2816" y="1910"/>
                    <a:pt x="2555" y="1799"/>
                    <a:pt x="2297" y="1799"/>
                  </a:cubicBezTo>
                  <a:cubicBezTo>
                    <a:pt x="1125" y="1799"/>
                    <a:pt x="1" y="4096"/>
                    <a:pt x="412" y="4576"/>
                  </a:cubicBezTo>
                  <a:cubicBezTo>
                    <a:pt x="464" y="4639"/>
                    <a:pt x="552" y="4665"/>
                    <a:pt x="663" y="4665"/>
                  </a:cubicBezTo>
                  <a:cubicBezTo>
                    <a:pt x="1145" y="4665"/>
                    <a:pt x="2069" y="4186"/>
                    <a:pt x="2477" y="4186"/>
                  </a:cubicBezTo>
                  <a:cubicBezTo>
                    <a:pt x="3004" y="4186"/>
                    <a:pt x="3257" y="4609"/>
                    <a:pt x="3683" y="4609"/>
                  </a:cubicBezTo>
                  <a:cubicBezTo>
                    <a:pt x="3708" y="4609"/>
                    <a:pt x="3734" y="4607"/>
                    <a:pt x="3760" y="4604"/>
                  </a:cubicBezTo>
                  <a:cubicBezTo>
                    <a:pt x="4709" y="4465"/>
                    <a:pt x="4848" y="3767"/>
                    <a:pt x="5685" y="2930"/>
                  </a:cubicBezTo>
                  <a:cubicBezTo>
                    <a:pt x="6159" y="2456"/>
                    <a:pt x="6801" y="1758"/>
                    <a:pt x="7359" y="1145"/>
                  </a:cubicBezTo>
                  <a:cubicBezTo>
                    <a:pt x="7303" y="1145"/>
                    <a:pt x="7247" y="1117"/>
                    <a:pt x="7164" y="1117"/>
                  </a:cubicBezTo>
                  <a:cubicBezTo>
                    <a:pt x="6996" y="1061"/>
                    <a:pt x="6829" y="1033"/>
                    <a:pt x="6689" y="894"/>
                  </a:cubicBezTo>
                  <a:cubicBezTo>
                    <a:pt x="6550" y="726"/>
                    <a:pt x="6522" y="503"/>
                    <a:pt x="6494" y="308"/>
                  </a:cubicBezTo>
                  <a:cubicBezTo>
                    <a:pt x="6494" y="168"/>
                    <a:pt x="6466" y="85"/>
                    <a:pt x="6438" y="29"/>
                  </a:cubicBezTo>
                  <a:lnTo>
                    <a:pt x="6355" y="1"/>
                  </a:lnTo>
                  <a:close/>
                </a:path>
              </a:pathLst>
            </a:custGeom>
            <a:solidFill>
              <a:srgbClr val="F2C3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886;p35">
              <a:extLst>
                <a:ext uri="{FF2B5EF4-FFF2-40B4-BE49-F238E27FC236}">
                  <a16:creationId xmlns:a16="http://schemas.microsoft.com/office/drawing/2014/main" id="{6482A089-BC70-128A-C095-5C00BB95C1BC}"/>
                </a:ext>
              </a:extLst>
            </p:cNvPr>
            <p:cNvSpPr/>
            <p:nvPr/>
          </p:nvSpPr>
          <p:spPr>
            <a:xfrm>
              <a:off x="2573903" y="2906586"/>
              <a:ext cx="284305" cy="145429"/>
            </a:xfrm>
            <a:custGeom>
              <a:avLst/>
              <a:gdLst/>
              <a:ahLst/>
              <a:cxnLst/>
              <a:rect l="l" t="t" r="r" b="b"/>
              <a:pathLst>
                <a:path w="7374" h="3772" extrusionOk="0">
                  <a:moveTo>
                    <a:pt x="6732" y="1"/>
                  </a:moveTo>
                  <a:cubicBezTo>
                    <a:pt x="6509" y="893"/>
                    <a:pt x="5784" y="1647"/>
                    <a:pt x="5058" y="2149"/>
                  </a:cubicBezTo>
                  <a:cubicBezTo>
                    <a:pt x="4435" y="2597"/>
                    <a:pt x="3811" y="2760"/>
                    <a:pt x="3130" y="2760"/>
                  </a:cubicBezTo>
                  <a:cubicBezTo>
                    <a:pt x="2836" y="2760"/>
                    <a:pt x="2532" y="2729"/>
                    <a:pt x="2213" y="2679"/>
                  </a:cubicBezTo>
                  <a:cubicBezTo>
                    <a:pt x="2101" y="2679"/>
                    <a:pt x="2045" y="2567"/>
                    <a:pt x="2045" y="2484"/>
                  </a:cubicBezTo>
                  <a:cubicBezTo>
                    <a:pt x="2017" y="1954"/>
                    <a:pt x="2213" y="1675"/>
                    <a:pt x="2631" y="1368"/>
                  </a:cubicBezTo>
                  <a:cubicBezTo>
                    <a:pt x="2743" y="1312"/>
                    <a:pt x="2854" y="1228"/>
                    <a:pt x="2938" y="1144"/>
                  </a:cubicBezTo>
                  <a:cubicBezTo>
                    <a:pt x="2732" y="976"/>
                    <a:pt x="2520" y="904"/>
                    <a:pt x="2310" y="904"/>
                  </a:cubicBezTo>
                  <a:cubicBezTo>
                    <a:pt x="1124" y="904"/>
                    <a:pt x="1" y="3209"/>
                    <a:pt x="427" y="3683"/>
                  </a:cubicBezTo>
                  <a:cubicBezTo>
                    <a:pt x="479" y="3746"/>
                    <a:pt x="567" y="3772"/>
                    <a:pt x="678" y="3772"/>
                  </a:cubicBezTo>
                  <a:cubicBezTo>
                    <a:pt x="1160" y="3772"/>
                    <a:pt x="2084" y="3293"/>
                    <a:pt x="2492" y="3293"/>
                  </a:cubicBezTo>
                  <a:cubicBezTo>
                    <a:pt x="3019" y="3293"/>
                    <a:pt x="3272" y="3716"/>
                    <a:pt x="3698" y="3716"/>
                  </a:cubicBezTo>
                  <a:cubicBezTo>
                    <a:pt x="3723" y="3716"/>
                    <a:pt x="3749" y="3714"/>
                    <a:pt x="3775" y="3711"/>
                  </a:cubicBezTo>
                  <a:cubicBezTo>
                    <a:pt x="4724" y="3572"/>
                    <a:pt x="4863" y="2874"/>
                    <a:pt x="5700" y="2037"/>
                  </a:cubicBezTo>
                  <a:cubicBezTo>
                    <a:pt x="6174" y="1563"/>
                    <a:pt x="6816" y="865"/>
                    <a:pt x="7374" y="252"/>
                  </a:cubicBezTo>
                  <a:cubicBezTo>
                    <a:pt x="7318" y="252"/>
                    <a:pt x="7262" y="224"/>
                    <a:pt x="7179" y="224"/>
                  </a:cubicBezTo>
                  <a:cubicBezTo>
                    <a:pt x="7011" y="168"/>
                    <a:pt x="6872" y="140"/>
                    <a:pt x="6732" y="1"/>
                  </a:cubicBezTo>
                  <a:close/>
                </a:path>
              </a:pathLst>
            </a:custGeom>
            <a:solidFill>
              <a:srgbClr val="E2AB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887;p35">
              <a:extLst>
                <a:ext uri="{FF2B5EF4-FFF2-40B4-BE49-F238E27FC236}">
                  <a16:creationId xmlns:a16="http://schemas.microsoft.com/office/drawing/2014/main" id="{52C8A8DE-B3E8-880C-F511-D0C068E5965E}"/>
                </a:ext>
              </a:extLst>
            </p:cNvPr>
            <p:cNvSpPr/>
            <p:nvPr/>
          </p:nvSpPr>
          <p:spPr>
            <a:xfrm>
              <a:off x="1717959" y="2326356"/>
              <a:ext cx="878861" cy="279023"/>
            </a:xfrm>
            <a:custGeom>
              <a:avLst/>
              <a:gdLst/>
              <a:ahLst/>
              <a:cxnLst/>
              <a:rect l="l" t="t" r="r" b="b"/>
              <a:pathLst>
                <a:path w="22795" h="7237" extrusionOk="0">
                  <a:moveTo>
                    <a:pt x="17706" y="0"/>
                  </a:moveTo>
                  <a:cubicBezTo>
                    <a:pt x="16497" y="0"/>
                    <a:pt x="15480" y="602"/>
                    <a:pt x="14592" y="933"/>
                  </a:cubicBezTo>
                  <a:cubicBezTo>
                    <a:pt x="12807" y="1602"/>
                    <a:pt x="10240" y="2077"/>
                    <a:pt x="8343" y="2160"/>
                  </a:cubicBezTo>
                  <a:cubicBezTo>
                    <a:pt x="8313" y="2163"/>
                    <a:pt x="8279" y="2165"/>
                    <a:pt x="8242" y="2165"/>
                  </a:cubicBezTo>
                  <a:cubicBezTo>
                    <a:pt x="7931" y="2165"/>
                    <a:pt x="7367" y="2068"/>
                    <a:pt x="6669" y="1993"/>
                  </a:cubicBezTo>
                  <a:cubicBezTo>
                    <a:pt x="5928" y="1887"/>
                    <a:pt x="5030" y="1781"/>
                    <a:pt x="4132" y="1781"/>
                  </a:cubicBezTo>
                  <a:cubicBezTo>
                    <a:pt x="3610" y="1781"/>
                    <a:pt x="3088" y="1817"/>
                    <a:pt x="2596" y="1909"/>
                  </a:cubicBezTo>
                  <a:cubicBezTo>
                    <a:pt x="1368" y="1965"/>
                    <a:pt x="1" y="2356"/>
                    <a:pt x="1005" y="3388"/>
                  </a:cubicBezTo>
                  <a:cubicBezTo>
                    <a:pt x="1675" y="4057"/>
                    <a:pt x="5720" y="6680"/>
                    <a:pt x="6808" y="6847"/>
                  </a:cubicBezTo>
                  <a:cubicBezTo>
                    <a:pt x="7457" y="6951"/>
                    <a:pt x="8075" y="6984"/>
                    <a:pt x="8686" y="6984"/>
                  </a:cubicBezTo>
                  <a:cubicBezTo>
                    <a:pt x="9231" y="6984"/>
                    <a:pt x="9771" y="6957"/>
                    <a:pt x="10324" y="6931"/>
                  </a:cubicBezTo>
                  <a:cubicBezTo>
                    <a:pt x="10887" y="6899"/>
                    <a:pt x="11451" y="6867"/>
                    <a:pt x="12042" y="6867"/>
                  </a:cubicBezTo>
                  <a:cubicBezTo>
                    <a:pt x="12474" y="6867"/>
                    <a:pt x="12921" y="6884"/>
                    <a:pt x="13392" y="6931"/>
                  </a:cubicBezTo>
                  <a:cubicBezTo>
                    <a:pt x="14476" y="7037"/>
                    <a:pt x="15848" y="7236"/>
                    <a:pt x="17210" y="7236"/>
                  </a:cubicBezTo>
                  <a:cubicBezTo>
                    <a:pt x="18725" y="7236"/>
                    <a:pt x="20229" y="6990"/>
                    <a:pt x="21316" y="6094"/>
                  </a:cubicBezTo>
                  <a:cubicBezTo>
                    <a:pt x="22794" y="4894"/>
                    <a:pt x="21846" y="2551"/>
                    <a:pt x="20116" y="849"/>
                  </a:cubicBezTo>
                  <a:cubicBezTo>
                    <a:pt x="19234" y="219"/>
                    <a:pt x="18436" y="0"/>
                    <a:pt x="17706" y="0"/>
                  </a:cubicBezTo>
                  <a:close/>
                </a:path>
              </a:pathLst>
            </a:custGeom>
            <a:solidFill>
              <a:srgbClr val="D89E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888;p35">
              <a:extLst>
                <a:ext uri="{FF2B5EF4-FFF2-40B4-BE49-F238E27FC236}">
                  <a16:creationId xmlns:a16="http://schemas.microsoft.com/office/drawing/2014/main" id="{ACE6E40B-193B-6F04-B0F2-82563B6F2127}"/>
                </a:ext>
              </a:extLst>
            </p:cNvPr>
            <p:cNvSpPr/>
            <p:nvPr/>
          </p:nvSpPr>
          <p:spPr>
            <a:xfrm>
              <a:off x="1884714" y="2363871"/>
              <a:ext cx="705788" cy="194356"/>
            </a:xfrm>
            <a:custGeom>
              <a:avLst/>
              <a:gdLst/>
              <a:ahLst/>
              <a:cxnLst/>
              <a:rect l="l" t="t" r="r" b="b"/>
              <a:pathLst>
                <a:path w="18306" h="5041" extrusionOk="0">
                  <a:moveTo>
                    <a:pt x="13997" y="0"/>
                  </a:moveTo>
                  <a:cubicBezTo>
                    <a:pt x="12822" y="0"/>
                    <a:pt x="11724" y="912"/>
                    <a:pt x="10741" y="1383"/>
                  </a:cubicBezTo>
                  <a:cubicBezTo>
                    <a:pt x="9390" y="1983"/>
                    <a:pt x="7748" y="2404"/>
                    <a:pt x="6276" y="2404"/>
                  </a:cubicBezTo>
                  <a:cubicBezTo>
                    <a:pt x="6107" y="2404"/>
                    <a:pt x="5940" y="2398"/>
                    <a:pt x="5775" y="2387"/>
                  </a:cubicBezTo>
                  <a:cubicBezTo>
                    <a:pt x="5187" y="2352"/>
                    <a:pt x="3868" y="2135"/>
                    <a:pt x="2772" y="2135"/>
                  </a:cubicBezTo>
                  <a:cubicBezTo>
                    <a:pt x="2101" y="2135"/>
                    <a:pt x="1514" y="2216"/>
                    <a:pt x="1228" y="2471"/>
                  </a:cubicBezTo>
                  <a:cubicBezTo>
                    <a:pt x="0" y="3559"/>
                    <a:pt x="2651" y="4619"/>
                    <a:pt x="3543" y="4814"/>
                  </a:cubicBezTo>
                  <a:cubicBezTo>
                    <a:pt x="4004" y="4911"/>
                    <a:pt x="5544" y="5041"/>
                    <a:pt x="7390" y="5041"/>
                  </a:cubicBezTo>
                  <a:cubicBezTo>
                    <a:pt x="11924" y="5041"/>
                    <a:pt x="18305" y="4259"/>
                    <a:pt x="15094" y="294"/>
                  </a:cubicBezTo>
                  <a:cubicBezTo>
                    <a:pt x="14721" y="86"/>
                    <a:pt x="14355" y="0"/>
                    <a:pt x="13997" y="0"/>
                  </a:cubicBezTo>
                  <a:close/>
                </a:path>
              </a:pathLst>
            </a:custGeom>
            <a:solidFill>
              <a:srgbClr val="E2A4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889;p35">
              <a:extLst>
                <a:ext uri="{FF2B5EF4-FFF2-40B4-BE49-F238E27FC236}">
                  <a16:creationId xmlns:a16="http://schemas.microsoft.com/office/drawing/2014/main" id="{DCF04C57-1EFA-0B70-7C0D-1EA51E53CE8F}"/>
                </a:ext>
              </a:extLst>
            </p:cNvPr>
            <p:cNvSpPr/>
            <p:nvPr/>
          </p:nvSpPr>
          <p:spPr>
            <a:xfrm>
              <a:off x="1558761" y="2438592"/>
              <a:ext cx="222038" cy="452019"/>
            </a:xfrm>
            <a:custGeom>
              <a:avLst/>
              <a:gdLst/>
              <a:ahLst/>
              <a:cxnLst/>
              <a:rect l="l" t="t" r="r" b="b"/>
              <a:pathLst>
                <a:path w="5759" h="11724" extrusionOk="0">
                  <a:moveTo>
                    <a:pt x="2888" y="1"/>
                  </a:moveTo>
                  <a:cubicBezTo>
                    <a:pt x="2698" y="1"/>
                    <a:pt x="2498" y="54"/>
                    <a:pt x="2289" y="170"/>
                  </a:cubicBezTo>
                  <a:lnTo>
                    <a:pt x="2121" y="170"/>
                  </a:lnTo>
                  <a:cubicBezTo>
                    <a:pt x="1" y="393"/>
                    <a:pt x="1" y="3713"/>
                    <a:pt x="447" y="5220"/>
                  </a:cubicBezTo>
                  <a:cubicBezTo>
                    <a:pt x="1033" y="7200"/>
                    <a:pt x="2121" y="9265"/>
                    <a:pt x="475" y="11162"/>
                  </a:cubicBezTo>
                  <a:cubicBezTo>
                    <a:pt x="864" y="11556"/>
                    <a:pt x="1266" y="11724"/>
                    <a:pt x="1665" y="11724"/>
                  </a:cubicBezTo>
                  <a:cubicBezTo>
                    <a:pt x="3557" y="11724"/>
                    <a:pt x="5396" y="7960"/>
                    <a:pt x="5581" y="6670"/>
                  </a:cubicBezTo>
                  <a:cubicBezTo>
                    <a:pt x="5758" y="5402"/>
                    <a:pt x="4805" y="1"/>
                    <a:pt x="2888" y="1"/>
                  </a:cubicBezTo>
                  <a:close/>
                </a:path>
              </a:pathLst>
            </a:custGeom>
            <a:solidFill>
              <a:srgbClr val="D89E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890;p35">
              <a:extLst>
                <a:ext uri="{FF2B5EF4-FFF2-40B4-BE49-F238E27FC236}">
                  <a16:creationId xmlns:a16="http://schemas.microsoft.com/office/drawing/2014/main" id="{AC39B311-66BA-8CE1-80A5-EF444D2ADB5E}"/>
                </a:ext>
              </a:extLst>
            </p:cNvPr>
            <p:cNvSpPr/>
            <p:nvPr/>
          </p:nvSpPr>
          <p:spPr>
            <a:xfrm>
              <a:off x="1601789" y="2471018"/>
              <a:ext cx="172534" cy="350619"/>
            </a:xfrm>
            <a:custGeom>
              <a:avLst/>
              <a:gdLst/>
              <a:ahLst/>
              <a:cxnLst/>
              <a:rect l="l" t="t" r="r" b="b"/>
              <a:pathLst>
                <a:path w="4475" h="9094" extrusionOk="0">
                  <a:moveTo>
                    <a:pt x="1487" y="0"/>
                  </a:moveTo>
                  <a:cubicBezTo>
                    <a:pt x="1317" y="0"/>
                    <a:pt x="1138" y="26"/>
                    <a:pt x="949" y="82"/>
                  </a:cubicBezTo>
                  <a:cubicBezTo>
                    <a:pt x="1" y="1393"/>
                    <a:pt x="1452" y="2956"/>
                    <a:pt x="1926" y="4323"/>
                  </a:cubicBezTo>
                  <a:cubicBezTo>
                    <a:pt x="2484" y="6053"/>
                    <a:pt x="2735" y="7420"/>
                    <a:pt x="2261" y="9094"/>
                  </a:cubicBezTo>
                  <a:cubicBezTo>
                    <a:pt x="4474" y="7671"/>
                    <a:pt x="4373" y="0"/>
                    <a:pt x="1487" y="0"/>
                  </a:cubicBezTo>
                  <a:close/>
                </a:path>
              </a:pathLst>
            </a:custGeom>
            <a:solidFill>
              <a:srgbClr val="E2A4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891;p35">
              <a:extLst>
                <a:ext uri="{FF2B5EF4-FFF2-40B4-BE49-F238E27FC236}">
                  <a16:creationId xmlns:a16="http://schemas.microsoft.com/office/drawing/2014/main" id="{3BDE0B5D-CE4A-F167-5925-F009A8497ABC}"/>
                </a:ext>
              </a:extLst>
            </p:cNvPr>
            <p:cNvSpPr/>
            <p:nvPr/>
          </p:nvSpPr>
          <p:spPr>
            <a:xfrm>
              <a:off x="2488155" y="2241918"/>
              <a:ext cx="339939" cy="366735"/>
            </a:xfrm>
            <a:custGeom>
              <a:avLst/>
              <a:gdLst/>
              <a:ahLst/>
              <a:cxnLst/>
              <a:rect l="l" t="t" r="r" b="b"/>
              <a:pathLst>
                <a:path w="8817" h="9512" extrusionOk="0">
                  <a:moveTo>
                    <a:pt x="1176" y="0"/>
                  </a:moveTo>
                  <a:cubicBezTo>
                    <a:pt x="650" y="0"/>
                    <a:pt x="1" y="183"/>
                    <a:pt x="363" y="863"/>
                  </a:cubicBezTo>
                  <a:cubicBezTo>
                    <a:pt x="559" y="1253"/>
                    <a:pt x="1730" y="1477"/>
                    <a:pt x="2149" y="1644"/>
                  </a:cubicBezTo>
                  <a:cubicBezTo>
                    <a:pt x="3683" y="2314"/>
                    <a:pt x="4967" y="3318"/>
                    <a:pt x="5804" y="4825"/>
                  </a:cubicBezTo>
                  <a:cubicBezTo>
                    <a:pt x="6250" y="5634"/>
                    <a:pt x="6417" y="6192"/>
                    <a:pt x="6473" y="7112"/>
                  </a:cubicBezTo>
                  <a:cubicBezTo>
                    <a:pt x="6501" y="7726"/>
                    <a:pt x="5971" y="9316"/>
                    <a:pt x="6278" y="9512"/>
                  </a:cubicBezTo>
                  <a:cubicBezTo>
                    <a:pt x="8817" y="6526"/>
                    <a:pt x="7506" y="3011"/>
                    <a:pt x="4911" y="1477"/>
                  </a:cubicBezTo>
                  <a:cubicBezTo>
                    <a:pt x="3907" y="891"/>
                    <a:pt x="2595" y="165"/>
                    <a:pt x="1507" y="26"/>
                  </a:cubicBezTo>
                  <a:cubicBezTo>
                    <a:pt x="1413" y="10"/>
                    <a:pt x="1298" y="0"/>
                    <a:pt x="1176" y="0"/>
                  </a:cubicBezTo>
                  <a:close/>
                </a:path>
              </a:pathLst>
            </a:custGeom>
            <a:solidFill>
              <a:srgbClr val="D89E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892;p35">
              <a:extLst>
                <a:ext uri="{FF2B5EF4-FFF2-40B4-BE49-F238E27FC236}">
                  <a16:creationId xmlns:a16="http://schemas.microsoft.com/office/drawing/2014/main" id="{5024BA80-C37C-ADA5-DF4E-371734B2AA7E}"/>
                </a:ext>
              </a:extLst>
            </p:cNvPr>
            <p:cNvSpPr/>
            <p:nvPr/>
          </p:nvSpPr>
          <p:spPr>
            <a:xfrm>
              <a:off x="1294151" y="2844202"/>
              <a:ext cx="230250" cy="270039"/>
            </a:xfrm>
            <a:custGeom>
              <a:avLst/>
              <a:gdLst/>
              <a:ahLst/>
              <a:cxnLst/>
              <a:rect l="l" t="t" r="r" b="b"/>
              <a:pathLst>
                <a:path w="5972" h="7004" extrusionOk="0">
                  <a:moveTo>
                    <a:pt x="5971" y="0"/>
                  </a:moveTo>
                  <a:lnTo>
                    <a:pt x="5971" y="0"/>
                  </a:lnTo>
                  <a:cubicBezTo>
                    <a:pt x="5469" y="1033"/>
                    <a:pt x="3600" y="2260"/>
                    <a:pt x="2456" y="2846"/>
                  </a:cubicBezTo>
                  <a:cubicBezTo>
                    <a:pt x="1898" y="3125"/>
                    <a:pt x="670" y="3153"/>
                    <a:pt x="335" y="3655"/>
                  </a:cubicBezTo>
                  <a:cubicBezTo>
                    <a:pt x="1" y="4130"/>
                    <a:pt x="84" y="6306"/>
                    <a:pt x="335" y="7003"/>
                  </a:cubicBezTo>
                  <a:cubicBezTo>
                    <a:pt x="419" y="6334"/>
                    <a:pt x="614" y="4855"/>
                    <a:pt x="1061" y="4381"/>
                  </a:cubicBezTo>
                  <a:cubicBezTo>
                    <a:pt x="1479" y="3906"/>
                    <a:pt x="2512" y="3516"/>
                    <a:pt x="3070" y="3181"/>
                  </a:cubicBezTo>
                  <a:cubicBezTo>
                    <a:pt x="4074" y="2567"/>
                    <a:pt x="5859" y="1284"/>
                    <a:pt x="5971" y="0"/>
                  </a:cubicBezTo>
                  <a:close/>
                </a:path>
              </a:pathLst>
            </a:custGeom>
            <a:solidFill>
              <a:srgbClr val="9E62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893;p35">
              <a:extLst>
                <a:ext uri="{FF2B5EF4-FFF2-40B4-BE49-F238E27FC236}">
                  <a16:creationId xmlns:a16="http://schemas.microsoft.com/office/drawing/2014/main" id="{A607252C-2927-259F-C75A-63FF9D09F8FB}"/>
                </a:ext>
              </a:extLst>
            </p:cNvPr>
            <p:cNvSpPr/>
            <p:nvPr/>
          </p:nvSpPr>
          <p:spPr>
            <a:xfrm>
              <a:off x="1464106" y="2545161"/>
              <a:ext cx="123762" cy="393724"/>
            </a:xfrm>
            <a:custGeom>
              <a:avLst/>
              <a:gdLst/>
              <a:ahLst/>
              <a:cxnLst/>
              <a:rect l="l" t="t" r="r" b="b"/>
              <a:pathLst>
                <a:path w="3210" h="10212" extrusionOk="0">
                  <a:moveTo>
                    <a:pt x="587" y="1"/>
                  </a:moveTo>
                  <a:lnTo>
                    <a:pt x="587" y="1"/>
                  </a:lnTo>
                  <a:cubicBezTo>
                    <a:pt x="1" y="1563"/>
                    <a:pt x="29" y="3851"/>
                    <a:pt x="754" y="5720"/>
                  </a:cubicBezTo>
                  <a:cubicBezTo>
                    <a:pt x="1173" y="6724"/>
                    <a:pt x="1312" y="7450"/>
                    <a:pt x="1284" y="8203"/>
                  </a:cubicBezTo>
                  <a:cubicBezTo>
                    <a:pt x="1396" y="8035"/>
                    <a:pt x="1507" y="7896"/>
                    <a:pt x="1563" y="7756"/>
                  </a:cubicBezTo>
                  <a:lnTo>
                    <a:pt x="1563" y="7756"/>
                  </a:lnTo>
                  <a:cubicBezTo>
                    <a:pt x="1535" y="8063"/>
                    <a:pt x="1424" y="8370"/>
                    <a:pt x="1228" y="8677"/>
                  </a:cubicBezTo>
                  <a:cubicBezTo>
                    <a:pt x="1173" y="9012"/>
                    <a:pt x="1061" y="9347"/>
                    <a:pt x="949" y="9737"/>
                  </a:cubicBezTo>
                  <a:cubicBezTo>
                    <a:pt x="1061" y="9933"/>
                    <a:pt x="1200" y="10100"/>
                    <a:pt x="1340" y="10212"/>
                  </a:cubicBezTo>
                  <a:cubicBezTo>
                    <a:pt x="2819" y="8956"/>
                    <a:pt x="3209" y="7422"/>
                    <a:pt x="2874" y="6417"/>
                  </a:cubicBezTo>
                  <a:cubicBezTo>
                    <a:pt x="2261" y="4576"/>
                    <a:pt x="726" y="2623"/>
                    <a:pt x="587" y="1"/>
                  </a:cubicBezTo>
                  <a:close/>
                </a:path>
              </a:pathLst>
            </a:custGeom>
            <a:solidFill>
              <a:srgbClr val="B074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894;p35">
              <a:extLst>
                <a:ext uri="{FF2B5EF4-FFF2-40B4-BE49-F238E27FC236}">
                  <a16:creationId xmlns:a16="http://schemas.microsoft.com/office/drawing/2014/main" id="{D25AD8CC-D6B8-6A43-AD88-7027EDFC3F91}"/>
                </a:ext>
              </a:extLst>
            </p:cNvPr>
            <p:cNvSpPr/>
            <p:nvPr/>
          </p:nvSpPr>
          <p:spPr>
            <a:xfrm>
              <a:off x="1485620" y="2920582"/>
              <a:ext cx="30150" cy="40907"/>
            </a:xfrm>
            <a:custGeom>
              <a:avLst/>
              <a:gdLst/>
              <a:ahLst/>
              <a:cxnLst/>
              <a:rect l="l" t="t" r="r" b="b"/>
              <a:pathLst>
                <a:path w="782" h="1061" extrusionOk="0">
                  <a:moveTo>
                    <a:pt x="391" y="0"/>
                  </a:moveTo>
                  <a:cubicBezTo>
                    <a:pt x="280" y="307"/>
                    <a:pt x="140" y="670"/>
                    <a:pt x="1" y="1060"/>
                  </a:cubicBezTo>
                  <a:cubicBezTo>
                    <a:pt x="280" y="865"/>
                    <a:pt x="559" y="670"/>
                    <a:pt x="782" y="475"/>
                  </a:cubicBezTo>
                  <a:cubicBezTo>
                    <a:pt x="642" y="363"/>
                    <a:pt x="503" y="196"/>
                    <a:pt x="391" y="0"/>
                  </a:cubicBezTo>
                  <a:close/>
                </a:path>
              </a:pathLst>
            </a:custGeom>
            <a:solidFill>
              <a:srgbClr val="A369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895;p35">
              <a:extLst>
                <a:ext uri="{FF2B5EF4-FFF2-40B4-BE49-F238E27FC236}">
                  <a16:creationId xmlns:a16="http://schemas.microsoft.com/office/drawing/2014/main" id="{30B8BC55-144F-84E2-3C3F-6ACC9BD31168}"/>
                </a:ext>
              </a:extLst>
            </p:cNvPr>
            <p:cNvSpPr/>
            <p:nvPr/>
          </p:nvSpPr>
          <p:spPr>
            <a:xfrm>
              <a:off x="1511453" y="2844202"/>
              <a:ext cx="12954" cy="35548"/>
            </a:xfrm>
            <a:custGeom>
              <a:avLst/>
              <a:gdLst/>
              <a:ahLst/>
              <a:cxnLst/>
              <a:rect l="l" t="t" r="r" b="b"/>
              <a:pathLst>
                <a:path w="336" h="922" extrusionOk="0">
                  <a:moveTo>
                    <a:pt x="335" y="0"/>
                  </a:moveTo>
                  <a:lnTo>
                    <a:pt x="335" y="0"/>
                  </a:lnTo>
                  <a:cubicBezTo>
                    <a:pt x="279" y="140"/>
                    <a:pt x="168" y="279"/>
                    <a:pt x="56" y="447"/>
                  </a:cubicBezTo>
                  <a:cubicBezTo>
                    <a:pt x="56" y="614"/>
                    <a:pt x="28" y="754"/>
                    <a:pt x="0" y="921"/>
                  </a:cubicBezTo>
                  <a:cubicBezTo>
                    <a:pt x="196" y="614"/>
                    <a:pt x="307" y="307"/>
                    <a:pt x="335" y="0"/>
                  </a:cubicBezTo>
                  <a:close/>
                </a:path>
              </a:pathLst>
            </a:custGeom>
            <a:solidFill>
              <a:srgbClr val="9C62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896;p35">
              <a:extLst>
                <a:ext uri="{FF2B5EF4-FFF2-40B4-BE49-F238E27FC236}">
                  <a16:creationId xmlns:a16="http://schemas.microsoft.com/office/drawing/2014/main" id="{A8C7AE36-189E-04A0-607B-D2ADCFBE2CC2}"/>
                </a:ext>
              </a:extLst>
            </p:cNvPr>
            <p:cNvSpPr/>
            <p:nvPr/>
          </p:nvSpPr>
          <p:spPr>
            <a:xfrm>
              <a:off x="2690381" y="2611863"/>
              <a:ext cx="12954" cy="20473"/>
            </a:xfrm>
            <a:custGeom>
              <a:avLst/>
              <a:gdLst/>
              <a:ahLst/>
              <a:cxnLst/>
              <a:rect l="l" t="t" r="r" b="b"/>
              <a:pathLst>
                <a:path w="336" h="531" extrusionOk="0">
                  <a:moveTo>
                    <a:pt x="1" y="0"/>
                  </a:moveTo>
                  <a:lnTo>
                    <a:pt x="1" y="0"/>
                  </a:lnTo>
                  <a:cubicBezTo>
                    <a:pt x="56" y="84"/>
                    <a:pt x="84" y="140"/>
                    <a:pt x="140" y="223"/>
                  </a:cubicBezTo>
                  <a:cubicBezTo>
                    <a:pt x="196" y="335"/>
                    <a:pt x="280" y="419"/>
                    <a:pt x="335" y="530"/>
                  </a:cubicBezTo>
                  <a:cubicBezTo>
                    <a:pt x="252" y="335"/>
                    <a:pt x="140" y="140"/>
                    <a:pt x="1" y="0"/>
                  </a:cubicBezTo>
                  <a:close/>
                </a:path>
              </a:pathLst>
            </a:custGeom>
            <a:solidFill>
              <a:srgbClr val="B67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897;p35">
              <a:extLst>
                <a:ext uri="{FF2B5EF4-FFF2-40B4-BE49-F238E27FC236}">
                  <a16:creationId xmlns:a16="http://schemas.microsoft.com/office/drawing/2014/main" id="{5C3C1F7A-CB46-4EF1-0884-167BFE5F94D0}"/>
                </a:ext>
              </a:extLst>
            </p:cNvPr>
            <p:cNvSpPr/>
            <p:nvPr/>
          </p:nvSpPr>
          <p:spPr>
            <a:xfrm>
              <a:off x="2547338" y="2582792"/>
              <a:ext cx="148475" cy="37707"/>
            </a:xfrm>
            <a:custGeom>
              <a:avLst/>
              <a:gdLst/>
              <a:ahLst/>
              <a:cxnLst/>
              <a:rect l="l" t="t" r="r" b="b"/>
              <a:pathLst>
                <a:path w="3851" h="978" extrusionOk="0">
                  <a:moveTo>
                    <a:pt x="1786" y="1"/>
                  </a:moveTo>
                  <a:cubicBezTo>
                    <a:pt x="1004" y="1"/>
                    <a:pt x="279" y="252"/>
                    <a:pt x="0" y="587"/>
                  </a:cubicBezTo>
                  <a:cubicBezTo>
                    <a:pt x="195" y="531"/>
                    <a:pt x="530" y="503"/>
                    <a:pt x="949" y="503"/>
                  </a:cubicBezTo>
                  <a:cubicBezTo>
                    <a:pt x="1730" y="503"/>
                    <a:pt x="2790" y="615"/>
                    <a:pt x="3460" y="894"/>
                  </a:cubicBezTo>
                  <a:cubicBezTo>
                    <a:pt x="3376" y="726"/>
                    <a:pt x="3320" y="531"/>
                    <a:pt x="3264" y="364"/>
                  </a:cubicBezTo>
                  <a:cubicBezTo>
                    <a:pt x="2818" y="113"/>
                    <a:pt x="2316" y="1"/>
                    <a:pt x="1786" y="1"/>
                  </a:cubicBezTo>
                  <a:close/>
                  <a:moveTo>
                    <a:pt x="3711" y="754"/>
                  </a:moveTo>
                  <a:lnTo>
                    <a:pt x="3711" y="754"/>
                  </a:lnTo>
                  <a:cubicBezTo>
                    <a:pt x="3766" y="838"/>
                    <a:pt x="3794" y="894"/>
                    <a:pt x="3850" y="977"/>
                  </a:cubicBezTo>
                  <a:cubicBezTo>
                    <a:pt x="3794" y="894"/>
                    <a:pt x="3766" y="810"/>
                    <a:pt x="3711" y="754"/>
                  </a:cubicBezTo>
                  <a:close/>
                </a:path>
              </a:pathLst>
            </a:custGeom>
            <a:solidFill>
              <a:srgbClr val="B67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898;p35">
              <a:extLst>
                <a:ext uri="{FF2B5EF4-FFF2-40B4-BE49-F238E27FC236}">
                  <a16:creationId xmlns:a16="http://schemas.microsoft.com/office/drawing/2014/main" id="{9009B2B8-D0D7-D8CF-1AEC-1DB882A2F67A}"/>
                </a:ext>
              </a:extLst>
            </p:cNvPr>
            <p:cNvSpPr/>
            <p:nvPr/>
          </p:nvSpPr>
          <p:spPr>
            <a:xfrm>
              <a:off x="2673185" y="2596788"/>
              <a:ext cx="30150" cy="35548"/>
            </a:xfrm>
            <a:custGeom>
              <a:avLst/>
              <a:gdLst/>
              <a:ahLst/>
              <a:cxnLst/>
              <a:rect l="l" t="t" r="r" b="b"/>
              <a:pathLst>
                <a:path w="782" h="922" extrusionOk="0">
                  <a:moveTo>
                    <a:pt x="0" y="1"/>
                  </a:moveTo>
                  <a:lnTo>
                    <a:pt x="0" y="1"/>
                  </a:lnTo>
                  <a:cubicBezTo>
                    <a:pt x="56" y="168"/>
                    <a:pt x="112" y="363"/>
                    <a:pt x="196" y="531"/>
                  </a:cubicBezTo>
                  <a:cubicBezTo>
                    <a:pt x="475" y="642"/>
                    <a:pt x="670" y="754"/>
                    <a:pt x="781" y="921"/>
                  </a:cubicBezTo>
                  <a:cubicBezTo>
                    <a:pt x="726" y="810"/>
                    <a:pt x="642" y="726"/>
                    <a:pt x="586" y="614"/>
                  </a:cubicBezTo>
                  <a:cubicBezTo>
                    <a:pt x="530" y="531"/>
                    <a:pt x="502" y="447"/>
                    <a:pt x="447" y="391"/>
                  </a:cubicBezTo>
                  <a:cubicBezTo>
                    <a:pt x="307" y="224"/>
                    <a:pt x="168" y="112"/>
                    <a:pt x="0" y="1"/>
                  </a:cubicBezTo>
                  <a:close/>
                </a:path>
              </a:pathLst>
            </a:custGeom>
            <a:solidFill>
              <a:srgbClr val="BC8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899;p35">
              <a:extLst>
                <a:ext uri="{FF2B5EF4-FFF2-40B4-BE49-F238E27FC236}">
                  <a16:creationId xmlns:a16="http://schemas.microsoft.com/office/drawing/2014/main" id="{BE7BFC54-CFDA-EEC5-AF55-704367944730}"/>
                </a:ext>
              </a:extLst>
            </p:cNvPr>
            <p:cNvSpPr/>
            <p:nvPr/>
          </p:nvSpPr>
          <p:spPr>
            <a:xfrm>
              <a:off x="2649512" y="2126597"/>
              <a:ext cx="493774" cy="147511"/>
            </a:xfrm>
            <a:custGeom>
              <a:avLst/>
              <a:gdLst/>
              <a:ahLst/>
              <a:cxnLst/>
              <a:rect l="l" t="t" r="r" b="b"/>
              <a:pathLst>
                <a:path w="12807" h="3826" extrusionOk="0">
                  <a:moveTo>
                    <a:pt x="10790" y="0"/>
                  </a:moveTo>
                  <a:cubicBezTo>
                    <a:pt x="9801" y="0"/>
                    <a:pt x="8807" y="100"/>
                    <a:pt x="7812" y="199"/>
                  </a:cubicBezTo>
                  <a:cubicBezTo>
                    <a:pt x="7198" y="311"/>
                    <a:pt x="6501" y="450"/>
                    <a:pt x="5804" y="590"/>
                  </a:cubicBezTo>
                  <a:cubicBezTo>
                    <a:pt x="3767" y="1008"/>
                    <a:pt x="1898" y="1873"/>
                    <a:pt x="1" y="2487"/>
                  </a:cubicBezTo>
                  <a:cubicBezTo>
                    <a:pt x="1" y="2487"/>
                    <a:pt x="1340" y="2989"/>
                    <a:pt x="2093" y="3826"/>
                  </a:cubicBezTo>
                  <a:cubicBezTo>
                    <a:pt x="2121" y="3631"/>
                    <a:pt x="5441" y="1901"/>
                    <a:pt x="6250" y="1650"/>
                  </a:cubicBezTo>
                  <a:cubicBezTo>
                    <a:pt x="7840" y="1148"/>
                    <a:pt x="10825" y="450"/>
                    <a:pt x="12806" y="171"/>
                  </a:cubicBezTo>
                  <a:cubicBezTo>
                    <a:pt x="12138" y="47"/>
                    <a:pt x="11465" y="0"/>
                    <a:pt x="10790" y="0"/>
                  </a:cubicBezTo>
                  <a:close/>
                </a:path>
              </a:pathLst>
            </a:custGeom>
            <a:solidFill>
              <a:srgbClr val="C68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900;p35">
              <a:extLst>
                <a:ext uri="{FF2B5EF4-FFF2-40B4-BE49-F238E27FC236}">
                  <a16:creationId xmlns:a16="http://schemas.microsoft.com/office/drawing/2014/main" id="{648AE3D4-C72C-CD4D-02E1-7BACAD6CC4AF}"/>
                </a:ext>
              </a:extLst>
            </p:cNvPr>
            <p:cNvSpPr/>
            <p:nvPr/>
          </p:nvSpPr>
          <p:spPr>
            <a:xfrm>
              <a:off x="2772159" y="2792576"/>
              <a:ext cx="39" cy="3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8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901;p35">
              <a:extLst>
                <a:ext uri="{FF2B5EF4-FFF2-40B4-BE49-F238E27FC236}">
                  <a16:creationId xmlns:a16="http://schemas.microsoft.com/office/drawing/2014/main" id="{F47E01B6-EA83-DC45-3780-F0133BCD69F7}"/>
                </a:ext>
              </a:extLst>
            </p:cNvPr>
            <p:cNvSpPr/>
            <p:nvPr/>
          </p:nvSpPr>
          <p:spPr>
            <a:xfrm>
              <a:off x="2502150" y="2639817"/>
              <a:ext cx="270039" cy="153565"/>
            </a:xfrm>
            <a:custGeom>
              <a:avLst/>
              <a:gdLst/>
              <a:ahLst/>
              <a:cxnLst/>
              <a:rect l="l" t="t" r="r" b="b"/>
              <a:pathLst>
                <a:path w="7004" h="3983" extrusionOk="0">
                  <a:moveTo>
                    <a:pt x="168" y="1"/>
                  </a:moveTo>
                  <a:lnTo>
                    <a:pt x="168" y="1"/>
                  </a:lnTo>
                  <a:cubicBezTo>
                    <a:pt x="0" y="475"/>
                    <a:pt x="279" y="1200"/>
                    <a:pt x="447" y="1647"/>
                  </a:cubicBezTo>
                  <a:cubicBezTo>
                    <a:pt x="642" y="2149"/>
                    <a:pt x="977" y="2651"/>
                    <a:pt x="1423" y="2986"/>
                  </a:cubicBezTo>
                  <a:cubicBezTo>
                    <a:pt x="2690" y="3855"/>
                    <a:pt x="4724" y="3982"/>
                    <a:pt x="5957" y="3982"/>
                  </a:cubicBezTo>
                  <a:cubicBezTo>
                    <a:pt x="6464" y="3982"/>
                    <a:pt x="6836" y="3961"/>
                    <a:pt x="6962" y="3961"/>
                  </a:cubicBezTo>
                  <a:cubicBezTo>
                    <a:pt x="6982" y="3961"/>
                    <a:pt x="6996" y="3961"/>
                    <a:pt x="7003" y="3962"/>
                  </a:cubicBezTo>
                  <a:cubicBezTo>
                    <a:pt x="6529" y="3265"/>
                    <a:pt x="3962" y="3070"/>
                    <a:pt x="3348" y="2818"/>
                  </a:cubicBezTo>
                  <a:cubicBezTo>
                    <a:pt x="2009" y="2288"/>
                    <a:pt x="865" y="1954"/>
                    <a:pt x="363" y="531"/>
                  </a:cubicBezTo>
                  <a:cubicBezTo>
                    <a:pt x="307" y="335"/>
                    <a:pt x="224" y="168"/>
                    <a:pt x="168" y="1"/>
                  </a:cubicBezTo>
                  <a:close/>
                </a:path>
              </a:pathLst>
            </a:custGeom>
            <a:solidFill>
              <a:srgbClr val="C68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902;p35">
              <a:extLst>
                <a:ext uri="{FF2B5EF4-FFF2-40B4-BE49-F238E27FC236}">
                  <a16:creationId xmlns:a16="http://schemas.microsoft.com/office/drawing/2014/main" id="{5AC65E70-8195-8C1E-4DB1-B35DDBF07904}"/>
                </a:ext>
              </a:extLst>
            </p:cNvPr>
            <p:cNvSpPr/>
            <p:nvPr/>
          </p:nvSpPr>
          <p:spPr>
            <a:xfrm>
              <a:off x="2251498" y="2732313"/>
              <a:ext cx="108687" cy="90411"/>
            </a:xfrm>
            <a:custGeom>
              <a:avLst/>
              <a:gdLst/>
              <a:ahLst/>
              <a:cxnLst/>
              <a:rect l="l" t="t" r="r" b="b"/>
              <a:pathLst>
                <a:path w="2819" h="2345" extrusionOk="0">
                  <a:moveTo>
                    <a:pt x="1" y="1"/>
                  </a:moveTo>
                  <a:lnTo>
                    <a:pt x="1" y="1"/>
                  </a:lnTo>
                  <a:cubicBezTo>
                    <a:pt x="140" y="726"/>
                    <a:pt x="364" y="1480"/>
                    <a:pt x="670" y="2233"/>
                  </a:cubicBezTo>
                  <a:cubicBezTo>
                    <a:pt x="1005" y="2307"/>
                    <a:pt x="1600" y="2344"/>
                    <a:pt x="2125" y="2344"/>
                  </a:cubicBezTo>
                  <a:cubicBezTo>
                    <a:pt x="2388" y="2344"/>
                    <a:pt x="2633" y="2335"/>
                    <a:pt x="2819" y="2317"/>
                  </a:cubicBezTo>
                  <a:cubicBezTo>
                    <a:pt x="2484" y="1619"/>
                    <a:pt x="2205" y="866"/>
                    <a:pt x="1982" y="113"/>
                  </a:cubicBezTo>
                  <a:cubicBezTo>
                    <a:pt x="1824" y="119"/>
                    <a:pt x="1666" y="123"/>
                    <a:pt x="1508" y="123"/>
                  </a:cubicBezTo>
                  <a:cubicBezTo>
                    <a:pt x="998" y="123"/>
                    <a:pt x="491" y="86"/>
                    <a:pt x="1" y="1"/>
                  </a:cubicBezTo>
                  <a:close/>
                </a:path>
              </a:pathLst>
            </a:custGeom>
            <a:solidFill>
              <a:srgbClr val="6D35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903;p35">
              <a:extLst>
                <a:ext uri="{FF2B5EF4-FFF2-40B4-BE49-F238E27FC236}">
                  <a16:creationId xmlns:a16="http://schemas.microsoft.com/office/drawing/2014/main" id="{B107BD4E-63DF-83F0-2DFF-0A27E9AF9FC1}"/>
                </a:ext>
              </a:extLst>
            </p:cNvPr>
            <p:cNvSpPr/>
            <p:nvPr/>
          </p:nvSpPr>
          <p:spPr>
            <a:xfrm>
              <a:off x="2015920" y="2183737"/>
              <a:ext cx="519606" cy="383507"/>
            </a:xfrm>
            <a:custGeom>
              <a:avLst/>
              <a:gdLst/>
              <a:ahLst/>
              <a:cxnLst/>
              <a:rect l="l" t="t" r="r" b="b"/>
              <a:pathLst>
                <a:path w="13477" h="9947" extrusionOk="0">
                  <a:moveTo>
                    <a:pt x="11523" y="0"/>
                  </a:moveTo>
                  <a:cubicBezTo>
                    <a:pt x="9050" y="748"/>
                    <a:pt x="6553" y="1637"/>
                    <a:pt x="3680" y="1637"/>
                  </a:cubicBezTo>
                  <a:cubicBezTo>
                    <a:pt x="3442" y="1637"/>
                    <a:pt x="3202" y="1631"/>
                    <a:pt x="2958" y="1619"/>
                  </a:cubicBezTo>
                  <a:cubicBezTo>
                    <a:pt x="2640" y="1600"/>
                    <a:pt x="1920" y="1443"/>
                    <a:pt x="1370" y="1443"/>
                  </a:cubicBezTo>
                  <a:cubicBezTo>
                    <a:pt x="1101" y="1443"/>
                    <a:pt x="874" y="1481"/>
                    <a:pt x="754" y="1591"/>
                  </a:cubicBezTo>
                  <a:cubicBezTo>
                    <a:pt x="447" y="1870"/>
                    <a:pt x="447" y="3376"/>
                    <a:pt x="392" y="3767"/>
                  </a:cubicBezTo>
                  <a:cubicBezTo>
                    <a:pt x="196" y="5134"/>
                    <a:pt x="1" y="6864"/>
                    <a:pt x="671" y="8119"/>
                  </a:cubicBezTo>
                  <a:cubicBezTo>
                    <a:pt x="1415" y="9535"/>
                    <a:pt x="3776" y="9947"/>
                    <a:pt x="5911" y="9947"/>
                  </a:cubicBezTo>
                  <a:cubicBezTo>
                    <a:pt x="7059" y="9947"/>
                    <a:pt x="8142" y="9828"/>
                    <a:pt x="8873" y="9681"/>
                  </a:cubicBezTo>
                  <a:cubicBezTo>
                    <a:pt x="11998" y="9123"/>
                    <a:pt x="13476" y="6752"/>
                    <a:pt x="12918" y="3711"/>
                  </a:cubicBezTo>
                  <a:cubicBezTo>
                    <a:pt x="12779" y="3069"/>
                    <a:pt x="11970" y="0"/>
                    <a:pt x="11523" y="0"/>
                  </a:cubicBezTo>
                  <a:close/>
                </a:path>
              </a:pathLst>
            </a:custGeom>
            <a:solidFill>
              <a:srgbClr val="8E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904;p35">
              <a:extLst>
                <a:ext uri="{FF2B5EF4-FFF2-40B4-BE49-F238E27FC236}">
                  <a16:creationId xmlns:a16="http://schemas.microsoft.com/office/drawing/2014/main" id="{DAB50504-2FEE-24DB-1AA4-F3446D676C7F}"/>
                </a:ext>
              </a:extLst>
            </p:cNvPr>
            <p:cNvSpPr/>
            <p:nvPr/>
          </p:nvSpPr>
          <p:spPr>
            <a:xfrm>
              <a:off x="2079422" y="2191255"/>
              <a:ext cx="359294" cy="197633"/>
            </a:xfrm>
            <a:custGeom>
              <a:avLst/>
              <a:gdLst/>
              <a:ahLst/>
              <a:cxnLst/>
              <a:rect l="l" t="t" r="r" b="b"/>
              <a:pathLst>
                <a:path w="9319" h="5126" extrusionOk="0">
                  <a:moveTo>
                    <a:pt x="9290" y="1"/>
                  </a:moveTo>
                  <a:lnTo>
                    <a:pt x="9290" y="1"/>
                  </a:lnTo>
                  <a:cubicBezTo>
                    <a:pt x="6998" y="696"/>
                    <a:pt x="4657" y="1439"/>
                    <a:pt x="1984" y="1439"/>
                  </a:cubicBezTo>
                  <a:cubicBezTo>
                    <a:pt x="1762" y="1439"/>
                    <a:pt x="1538" y="1434"/>
                    <a:pt x="1311" y="1424"/>
                  </a:cubicBezTo>
                  <a:cubicBezTo>
                    <a:pt x="1032" y="1396"/>
                    <a:pt x="502" y="1312"/>
                    <a:pt x="0" y="1256"/>
                  </a:cubicBezTo>
                  <a:lnTo>
                    <a:pt x="0" y="1256"/>
                  </a:lnTo>
                  <a:cubicBezTo>
                    <a:pt x="251" y="2261"/>
                    <a:pt x="223" y="3349"/>
                    <a:pt x="1228" y="3907"/>
                  </a:cubicBezTo>
                  <a:cubicBezTo>
                    <a:pt x="2273" y="4507"/>
                    <a:pt x="3868" y="5125"/>
                    <a:pt x="5235" y="5125"/>
                  </a:cubicBezTo>
                  <a:cubicBezTo>
                    <a:pt x="5583" y="5125"/>
                    <a:pt x="5916" y="5085"/>
                    <a:pt x="6222" y="4995"/>
                  </a:cubicBezTo>
                  <a:cubicBezTo>
                    <a:pt x="7728" y="4548"/>
                    <a:pt x="8426" y="3432"/>
                    <a:pt x="8900" y="2009"/>
                  </a:cubicBezTo>
                  <a:cubicBezTo>
                    <a:pt x="9067" y="1479"/>
                    <a:pt x="9318" y="698"/>
                    <a:pt x="9290" y="1"/>
                  </a:cubicBezTo>
                  <a:close/>
                </a:path>
              </a:pathLst>
            </a:custGeom>
            <a:solidFill>
              <a:srgbClr val="7C40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905;p35">
              <a:extLst>
                <a:ext uri="{FF2B5EF4-FFF2-40B4-BE49-F238E27FC236}">
                  <a16:creationId xmlns:a16="http://schemas.microsoft.com/office/drawing/2014/main" id="{AEF47D17-4C95-B919-93F6-893E01D24E4B}"/>
                </a:ext>
              </a:extLst>
            </p:cNvPr>
            <p:cNvSpPr/>
            <p:nvPr/>
          </p:nvSpPr>
          <p:spPr>
            <a:xfrm>
              <a:off x="2015920" y="2183737"/>
              <a:ext cx="519606" cy="383507"/>
            </a:xfrm>
            <a:custGeom>
              <a:avLst/>
              <a:gdLst/>
              <a:ahLst/>
              <a:cxnLst/>
              <a:rect l="l" t="t" r="r" b="b"/>
              <a:pathLst>
                <a:path w="13477" h="9947" extrusionOk="0">
                  <a:moveTo>
                    <a:pt x="11523" y="0"/>
                  </a:moveTo>
                  <a:cubicBezTo>
                    <a:pt x="11300" y="84"/>
                    <a:pt x="11077" y="140"/>
                    <a:pt x="10854" y="224"/>
                  </a:cubicBezTo>
                  <a:cubicBezTo>
                    <a:pt x="12835" y="3069"/>
                    <a:pt x="12639" y="8398"/>
                    <a:pt x="8650" y="8984"/>
                  </a:cubicBezTo>
                  <a:cubicBezTo>
                    <a:pt x="7920" y="9091"/>
                    <a:pt x="7050" y="9186"/>
                    <a:pt x="6165" y="9186"/>
                  </a:cubicBezTo>
                  <a:cubicBezTo>
                    <a:pt x="4749" y="9186"/>
                    <a:pt x="3295" y="8943"/>
                    <a:pt x="2317" y="8119"/>
                  </a:cubicBezTo>
                  <a:cubicBezTo>
                    <a:pt x="280" y="6417"/>
                    <a:pt x="1117" y="3265"/>
                    <a:pt x="1452" y="1451"/>
                  </a:cubicBezTo>
                  <a:cubicBezTo>
                    <a:pt x="1145" y="1451"/>
                    <a:pt x="894" y="1479"/>
                    <a:pt x="754" y="1591"/>
                  </a:cubicBezTo>
                  <a:cubicBezTo>
                    <a:pt x="447" y="1870"/>
                    <a:pt x="447" y="3376"/>
                    <a:pt x="392" y="3767"/>
                  </a:cubicBezTo>
                  <a:cubicBezTo>
                    <a:pt x="196" y="5134"/>
                    <a:pt x="1" y="6864"/>
                    <a:pt x="671" y="8119"/>
                  </a:cubicBezTo>
                  <a:cubicBezTo>
                    <a:pt x="1415" y="9535"/>
                    <a:pt x="3776" y="9947"/>
                    <a:pt x="5911" y="9947"/>
                  </a:cubicBezTo>
                  <a:cubicBezTo>
                    <a:pt x="7059" y="9947"/>
                    <a:pt x="8142" y="9828"/>
                    <a:pt x="8873" y="9681"/>
                  </a:cubicBezTo>
                  <a:cubicBezTo>
                    <a:pt x="11998" y="9123"/>
                    <a:pt x="13476" y="6752"/>
                    <a:pt x="12918" y="3711"/>
                  </a:cubicBezTo>
                  <a:cubicBezTo>
                    <a:pt x="12779" y="3069"/>
                    <a:pt x="11970" y="0"/>
                    <a:pt x="11523" y="0"/>
                  </a:cubicBezTo>
                  <a:close/>
                </a:path>
              </a:pathLst>
            </a:custGeom>
            <a:solidFill>
              <a:srgbClr val="AD6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906;p35">
              <a:extLst>
                <a:ext uri="{FF2B5EF4-FFF2-40B4-BE49-F238E27FC236}">
                  <a16:creationId xmlns:a16="http://schemas.microsoft.com/office/drawing/2014/main" id="{2B7D5ED8-CB22-C438-7583-1A8B63A5825A}"/>
                </a:ext>
              </a:extLst>
            </p:cNvPr>
            <p:cNvSpPr/>
            <p:nvPr/>
          </p:nvSpPr>
          <p:spPr>
            <a:xfrm>
              <a:off x="2620479" y="1841668"/>
              <a:ext cx="96850" cy="74257"/>
            </a:xfrm>
            <a:custGeom>
              <a:avLst/>
              <a:gdLst/>
              <a:ahLst/>
              <a:cxnLst/>
              <a:rect l="l" t="t" r="r" b="b"/>
              <a:pathLst>
                <a:path w="2512" h="1926" extrusionOk="0">
                  <a:moveTo>
                    <a:pt x="1200" y="1"/>
                  </a:moveTo>
                  <a:cubicBezTo>
                    <a:pt x="726" y="1"/>
                    <a:pt x="223" y="168"/>
                    <a:pt x="84" y="698"/>
                  </a:cubicBezTo>
                  <a:cubicBezTo>
                    <a:pt x="28" y="893"/>
                    <a:pt x="28" y="1061"/>
                    <a:pt x="0" y="1228"/>
                  </a:cubicBezTo>
                  <a:cubicBezTo>
                    <a:pt x="56" y="1451"/>
                    <a:pt x="112" y="1702"/>
                    <a:pt x="196" y="1926"/>
                  </a:cubicBezTo>
                  <a:lnTo>
                    <a:pt x="223" y="1926"/>
                  </a:lnTo>
                  <a:cubicBezTo>
                    <a:pt x="363" y="1870"/>
                    <a:pt x="447" y="1786"/>
                    <a:pt x="586" y="1730"/>
                  </a:cubicBezTo>
                  <a:cubicBezTo>
                    <a:pt x="893" y="1591"/>
                    <a:pt x="1284" y="1563"/>
                    <a:pt x="1618" y="1507"/>
                  </a:cubicBezTo>
                  <a:cubicBezTo>
                    <a:pt x="2204" y="1368"/>
                    <a:pt x="2511" y="1312"/>
                    <a:pt x="2260" y="670"/>
                  </a:cubicBezTo>
                  <a:cubicBezTo>
                    <a:pt x="2037" y="168"/>
                    <a:pt x="1730" y="1"/>
                    <a:pt x="1200" y="1"/>
                  </a:cubicBezTo>
                  <a:close/>
                </a:path>
              </a:pathLst>
            </a:custGeom>
            <a:solidFill>
              <a:srgbClr val="230F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907;p35">
              <a:extLst>
                <a:ext uri="{FF2B5EF4-FFF2-40B4-BE49-F238E27FC236}">
                  <a16:creationId xmlns:a16="http://schemas.microsoft.com/office/drawing/2014/main" id="{7B24B14A-BB7F-0A69-D5A4-98EBD2C2B53D}"/>
                </a:ext>
              </a:extLst>
            </p:cNvPr>
            <p:cNvSpPr/>
            <p:nvPr/>
          </p:nvSpPr>
          <p:spPr>
            <a:xfrm>
              <a:off x="2572053" y="1861485"/>
              <a:ext cx="277557" cy="185835"/>
            </a:xfrm>
            <a:custGeom>
              <a:avLst/>
              <a:gdLst/>
              <a:ahLst/>
              <a:cxnLst/>
              <a:rect l="l" t="t" r="r" b="b"/>
              <a:pathLst>
                <a:path w="7199" h="4820" extrusionOk="0">
                  <a:moveTo>
                    <a:pt x="2681" y="1"/>
                  </a:moveTo>
                  <a:cubicBezTo>
                    <a:pt x="2581" y="1"/>
                    <a:pt x="2473" y="22"/>
                    <a:pt x="2372" y="72"/>
                  </a:cubicBezTo>
                  <a:cubicBezTo>
                    <a:pt x="2010" y="296"/>
                    <a:pt x="1898" y="463"/>
                    <a:pt x="1954" y="742"/>
                  </a:cubicBezTo>
                  <a:cubicBezTo>
                    <a:pt x="1982" y="909"/>
                    <a:pt x="1061" y="798"/>
                    <a:pt x="782" y="1021"/>
                  </a:cubicBezTo>
                  <a:cubicBezTo>
                    <a:pt x="1" y="1551"/>
                    <a:pt x="1703" y="4062"/>
                    <a:pt x="1703" y="4062"/>
                  </a:cubicBezTo>
                  <a:cubicBezTo>
                    <a:pt x="1856" y="3908"/>
                    <a:pt x="2057" y="3637"/>
                    <a:pt x="2327" y="3637"/>
                  </a:cubicBezTo>
                  <a:cubicBezTo>
                    <a:pt x="2351" y="3637"/>
                    <a:pt x="2375" y="3639"/>
                    <a:pt x="2400" y="3643"/>
                  </a:cubicBezTo>
                  <a:cubicBezTo>
                    <a:pt x="2484" y="3643"/>
                    <a:pt x="2679" y="3895"/>
                    <a:pt x="2735" y="3950"/>
                  </a:cubicBezTo>
                  <a:cubicBezTo>
                    <a:pt x="3052" y="4347"/>
                    <a:pt x="3671" y="4820"/>
                    <a:pt x="4067" y="4820"/>
                  </a:cubicBezTo>
                  <a:cubicBezTo>
                    <a:pt x="4089" y="4820"/>
                    <a:pt x="4110" y="4818"/>
                    <a:pt x="4130" y="4815"/>
                  </a:cubicBezTo>
                  <a:cubicBezTo>
                    <a:pt x="4510" y="4761"/>
                    <a:pt x="4494" y="4256"/>
                    <a:pt x="4699" y="4256"/>
                  </a:cubicBezTo>
                  <a:cubicBezTo>
                    <a:pt x="4704" y="4256"/>
                    <a:pt x="4710" y="4257"/>
                    <a:pt x="4716" y="4257"/>
                  </a:cubicBezTo>
                  <a:cubicBezTo>
                    <a:pt x="4736" y="4260"/>
                    <a:pt x="4755" y="4262"/>
                    <a:pt x="4771" y="4262"/>
                  </a:cubicBezTo>
                  <a:cubicBezTo>
                    <a:pt x="4916" y="4262"/>
                    <a:pt x="4930" y="4159"/>
                    <a:pt x="4855" y="4034"/>
                  </a:cubicBezTo>
                  <a:cubicBezTo>
                    <a:pt x="4744" y="3867"/>
                    <a:pt x="4548" y="3727"/>
                    <a:pt x="4660" y="3671"/>
                  </a:cubicBezTo>
                  <a:cubicBezTo>
                    <a:pt x="4676" y="3663"/>
                    <a:pt x="4697" y="3660"/>
                    <a:pt x="4721" y="3660"/>
                  </a:cubicBezTo>
                  <a:cubicBezTo>
                    <a:pt x="4779" y="3660"/>
                    <a:pt x="4852" y="3680"/>
                    <a:pt x="4911" y="3699"/>
                  </a:cubicBezTo>
                  <a:cubicBezTo>
                    <a:pt x="4985" y="3699"/>
                    <a:pt x="5060" y="3712"/>
                    <a:pt x="5118" y="3712"/>
                  </a:cubicBezTo>
                  <a:cubicBezTo>
                    <a:pt x="5147" y="3712"/>
                    <a:pt x="5171" y="3709"/>
                    <a:pt x="5190" y="3699"/>
                  </a:cubicBezTo>
                  <a:cubicBezTo>
                    <a:pt x="5330" y="3560"/>
                    <a:pt x="5134" y="3309"/>
                    <a:pt x="5413" y="3281"/>
                  </a:cubicBezTo>
                  <a:cubicBezTo>
                    <a:pt x="5413" y="3281"/>
                    <a:pt x="5497" y="3309"/>
                    <a:pt x="5609" y="3309"/>
                  </a:cubicBezTo>
                  <a:cubicBezTo>
                    <a:pt x="5692" y="3337"/>
                    <a:pt x="5797" y="3358"/>
                    <a:pt x="5891" y="3358"/>
                  </a:cubicBezTo>
                  <a:cubicBezTo>
                    <a:pt x="5985" y="3358"/>
                    <a:pt x="6069" y="3337"/>
                    <a:pt x="6111" y="3281"/>
                  </a:cubicBezTo>
                  <a:cubicBezTo>
                    <a:pt x="6250" y="3085"/>
                    <a:pt x="5943" y="2946"/>
                    <a:pt x="6055" y="2109"/>
                  </a:cubicBezTo>
                  <a:cubicBezTo>
                    <a:pt x="6139" y="1551"/>
                    <a:pt x="6362" y="1663"/>
                    <a:pt x="6669" y="1300"/>
                  </a:cubicBezTo>
                  <a:cubicBezTo>
                    <a:pt x="7003" y="909"/>
                    <a:pt x="7115" y="658"/>
                    <a:pt x="7199" y="156"/>
                  </a:cubicBezTo>
                  <a:cubicBezTo>
                    <a:pt x="7128" y="153"/>
                    <a:pt x="7056" y="152"/>
                    <a:pt x="6984" y="152"/>
                  </a:cubicBezTo>
                  <a:cubicBezTo>
                    <a:pt x="6354" y="152"/>
                    <a:pt x="5710" y="260"/>
                    <a:pt x="5134" y="435"/>
                  </a:cubicBezTo>
                  <a:cubicBezTo>
                    <a:pt x="4725" y="555"/>
                    <a:pt x="3735" y="759"/>
                    <a:pt x="3166" y="759"/>
                  </a:cubicBezTo>
                  <a:cubicBezTo>
                    <a:pt x="3076" y="759"/>
                    <a:pt x="2995" y="753"/>
                    <a:pt x="2930" y="742"/>
                  </a:cubicBezTo>
                  <a:cubicBezTo>
                    <a:pt x="2930" y="742"/>
                    <a:pt x="3098" y="379"/>
                    <a:pt x="3042" y="156"/>
                  </a:cubicBezTo>
                  <a:cubicBezTo>
                    <a:pt x="3006" y="67"/>
                    <a:pt x="2857" y="1"/>
                    <a:pt x="2681" y="1"/>
                  </a:cubicBezTo>
                  <a:close/>
                </a:path>
              </a:pathLst>
            </a:custGeom>
            <a:solidFill>
              <a:srgbClr val="FFD3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908;p35">
              <a:extLst>
                <a:ext uri="{FF2B5EF4-FFF2-40B4-BE49-F238E27FC236}">
                  <a16:creationId xmlns:a16="http://schemas.microsoft.com/office/drawing/2014/main" id="{BD3682E8-B04E-F3D6-DE35-418594A9301C}"/>
                </a:ext>
              </a:extLst>
            </p:cNvPr>
            <p:cNvSpPr/>
            <p:nvPr/>
          </p:nvSpPr>
          <p:spPr>
            <a:xfrm>
              <a:off x="2572053" y="1861485"/>
              <a:ext cx="277557" cy="185835"/>
            </a:xfrm>
            <a:custGeom>
              <a:avLst/>
              <a:gdLst/>
              <a:ahLst/>
              <a:cxnLst/>
              <a:rect l="l" t="t" r="r" b="b"/>
              <a:pathLst>
                <a:path w="7199" h="4820" extrusionOk="0">
                  <a:moveTo>
                    <a:pt x="2681" y="1"/>
                  </a:moveTo>
                  <a:cubicBezTo>
                    <a:pt x="2581" y="1"/>
                    <a:pt x="2473" y="22"/>
                    <a:pt x="2372" y="72"/>
                  </a:cubicBezTo>
                  <a:cubicBezTo>
                    <a:pt x="2010" y="296"/>
                    <a:pt x="1898" y="463"/>
                    <a:pt x="1954" y="742"/>
                  </a:cubicBezTo>
                  <a:cubicBezTo>
                    <a:pt x="1982" y="909"/>
                    <a:pt x="1061" y="798"/>
                    <a:pt x="782" y="1021"/>
                  </a:cubicBezTo>
                  <a:cubicBezTo>
                    <a:pt x="1" y="1551"/>
                    <a:pt x="1703" y="4062"/>
                    <a:pt x="1703" y="4062"/>
                  </a:cubicBezTo>
                  <a:cubicBezTo>
                    <a:pt x="1856" y="3908"/>
                    <a:pt x="2057" y="3637"/>
                    <a:pt x="2327" y="3637"/>
                  </a:cubicBezTo>
                  <a:cubicBezTo>
                    <a:pt x="2351" y="3637"/>
                    <a:pt x="2375" y="3639"/>
                    <a:pt x="2400" y="3643"/>
                  </a:cubicBezTo>
                  <a:cubicBezTo>
                    <a:pt x="2484" y="3643"/>
                    <a:pt x="2679" y="3895"/>
                    <a:pt x="2735" y="3950"/>
                  </a:cubicBezTo>
                  <a:cubicBezTo>
                    <a:pt x="3052" y="4347"/>
                    <a:pt x="3671" y="4820"/>
                    <a:pt x="4067" y="4820"/>
                  </a:cubicBezTo>
                  <a:cubicBezTo>
                    <a:pt x="4089" y="4820"/>
                    <a:pt x="4110" y="4818"/>
                    <a:pt x="4130" y="4815"/>
                  </a:cubicBezTo>
                  <a:cubicBezTo>
                    <a:pt x="4241" y="4787"/>
                    <a:pt x="4325" y="4759"/>
                    <a:pt x="4381" y="4676"/>
                  </a:cubicBezTo>
                  <a:cubicBezTo>
                    <a:pt x="3795" y="4480"/>
                    <a:pt x="3293" y="4201"/>
                    <a:pt x="2847" y="3699"/>
                  </a:cubicBezTo>
                  <a:cubicBezTo>
                    <a:pt x="2791" y="3616"/>
                    <a:pt x="2735" y="3532"/>
                    <a:pt x="2679" y="3448"/>
                  </a:cubicBezTo>
                  <a:cubicBezTo>
                    <a:pt x="2484" y="3197"/>
                    <a:pt x="2344" y="2946"/>
                    <a:pt x="2233" y="2695"/>
                  </a:cubicBezTo>
                  <a:cubicBezTo>
                    <a:pt x="2053" y="2310"/>
                    <a:pt x="1897" y="933"/>
                    <a:pt x="2482" y="933"/>
                  </a:cubicBezTo>
                  <a:cubicBezTo>
                    <a:pt x="2533" y="933"/>
                    <a:pt x="2589" y="943"/>
                    <a:pt x="2651" y="965"/>
                  </a:cubicBezTo>
                  <a:cubicBezTo>
                    <a:pt x="2673" y="962"/>
                    <a:pt x="2694" y="960"/>
                    <a:pt x="2716" y="960"/>
                  </a:cubicBezTo>
                  <a:cubicBezTo>
                    <a:pt x="2862" y="960"/>
                    <a:pt x="3008" y="1039"/>
                    <a:pt x="3153" y="1160"/>
                  </a:cubicBezTo>
                  <a:cubicBezTo>
                    <a:pt x="3420" y="1407"/>
                    <a:pt x="3611" y="1502"/>
                    <a:pt x="3893" y="1502"/>
                  </a:cubicBezTo>
                  <a:cubicBezTo>
                    <a:pt x="3995" y="1502"/>
                    <a:pt x="4108" y="1490"/>
                    <a:pt x="4241" y="1467"/>
                  </a:cubicBezTo>
                  <a:cubicBezTo>
                    <a:pt x="4376" y="1448"/>
                    <a:pt x="4551" y="1416"/>
                    <a:pt x="4719" y="1416"/>
                  </a:cubicBezTo>
                  <a:cubicBezTo>
                    <a:pt x="4795" y="1416"/>
                    <a:pt x="4870" y="1422"/>
                    <a:pt x="4939" y="1439"/>
                  </a:cubicBezTo>
                  <a:cubicBezTo>
                    <a:pt x="5357" y="1579"/>
                    <a:pt x="5720" y="1830"/>
                    <a:pt x="6055" y="2109"/>
                  </a:cubicBezTo>
                  <a:cubicBezTo>
                    <a:pt x="6139" y="1551"/>
                    <a:pt x="6362" y="1663"/>
                    <a:pt x="6669" y="1300"/>
                  </a:cubicBezTo>
                  <a:cubicBezTo>
                    <a:pt x="7003" y="909"/>
                    <a:pt x="7115" y="658"/>
                    <a:pt x="7199" y="156"/>
                  </a:cubicBezTo>
                  <a:cubicBezTo>
                    <a:pt x="7128" y="153"/>
                    <a:pt x="7056" y="152"/>
                    <a:pt x="6984" y="152"/>
                  </a:cubicBezTo>
                  <a:cubicBezTo>
                    <a:pt x="6354" y="152"/>
                    <a:pt x="5710" y="260"/>
                    <a:pt x="5134" y="435"/>
                  </a:cubicBezTo>
                  <a:cubicBezTo>
                    <a:pt x="4725" y="555"/>
                    <a:pt x="3735" y="759"/>
                    <a:pt x="3166" y="759"/>
                  </a:cubicBezTo>
                  <a:cubicBezTo>
                    <a:pt x="3076" y="759"/>
                    <a:pt x="2995" y="753"/>
                    <a:pt x="2930" y="742"/>
                  </a:cubicBezTo>
                  <a:cubicBezTo>
                    <a:pt x="2930" y="742"/>
                    <a:pt x="3098" y="379"/>
                    <a:pt x="3042" y="156"/>
                  </a:cubicBezTo>
                  <a:cubicBezTo>
                    <a:pt x="3006" y="67"/>
                    <a:pt x="2857" y="1"/>
                    <a:pt x="2681" y="1"/>
                  </a:cubicBezTo>
                  <a:close/>
                </a:path>
              </a:pathLst>
            </a:custGeom>
            <a:solidFill>
              <a:srgbClr val="F9AE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909;p35">
              <a:extLst>
                <a:ext uri="{FF2B5EF4-FFF2-40B4-BE49-F238E27FC236}">
                  <a16:creationId xmlns:a16="http://schemas.microsoft.com/office/drawing/2014/main" id="{419BF5B3-C0F7-0731-0E8A-B6699D44443B}"/>
                </a:ext>
              </a:extLst>
            </p:cNvPr>
            <p:cNvSpPr/>
            <p:nvPr/>
          </p:nvSpPr>
          <p:spPr>
            <a:xfrm>
              <a:off x="2654910" y="1983670"/>
              <a:ext cx="10795" cy="19779"/>
            </a:xfrm>
            <a:custGeom>
              <a:avLst/>
              <a:gdLst/>
              <a:ahLst/>
              <a:cxnLst/>
              <a:rect l="l" t="t" r="r" b="b"/>
              <a:pathLst>
                <a:path w="280" h="513" extrusionOk="0">
                  <a:moveTo>
                    <a:pt x="112" y="0"/>
                  </a:moveTo>
                  <a:cubicBezTo>
                    <a:pt x="56" y="0"/>
                    <a:pt x="0" y="56"/>
                    <a:pt x="0" y="140"/>
                  </a:cubicBezTo>
                  <a:cubicBezTo>
                    <a:pt x="0" y="195"/>
                    <a:pt x="0" y="307"/>
                    <a:pt x="0" y="419"/>
                  </a:cubicBezTo>
                  <a:cubicBezTo>
                    <a:pt x="0" y="481"/>
                    <a:pt x="47" y="513"/>
                    <a:pt x="106" y="513"/>
                  </a:cubicBezTo>
                  <a:cubicBezTo>
                    <a:pt x="126" y="513"/>
                    <a:pt x="146" y="509"/>
                    <a:pt x="167" y="502"/>
                  </a:cubicBezTo>
                  <a:cubicBezTo>
                    <a:pt x="279" y="474"/>
                    <a:pt x="251" y="447"/>
                    <a:pt x="251" y="391"/>
                  </a:cubicBezTo>
                  <a:cubicBezTo>
                    <a:pt x="251" y="307"/>
                    <a:pt x="251" y="223"/>
                    <a:pt x="251" y="140"/>
                  </a:cubicBezTo>
                  <a:cubicBezTo>
                    <a:pt x="251" y="84"/>
                    <a:pt x="195" y="28"/>
                    <a:pt x="140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910;p35">
              <a:extLst>
                <a:ext uri="{FF2B5EF4-FFF2-40B4-BE49-F238E27FC236}">
                  <a16:creationId xmlns:a16="http://schemas.microsoft.com/office/drawing/2014/main" id="{5A703272-FC6B-C75F-F831-101E19B9E6DC}"/>
                </a:ext>
              </a:extLst>
            </p:cNvPr>
            <p:cNvSpPr/>
            <p:nvPr/>
          </p:nvSpPr>
          <p:spPr>
            <a:xfrm>
              <a:off x="2616161" y="1864261"/>
              <a:ext cx="44145" cy="101130"/>
            </a:xfrm>
            <a:custGeom>
              <a:avLst/>
              <a:gdLst/>
              <a:ahLst/>
              <a:cxnLst/>
              <a:rect l="l" t="t" r="r" b="b"/>
              <a:pathLst>
                <a:path w="1145" h="2623" extrusionOk="0">
                  <a:moveTo>
                    <a:pt x="140" y="0"/>
                  </a:moveTo>
                  <a:cubicBezTo>
                    <a:pt x="84" y="0"/>
                    <a:pt x="29" y="56"/>
                    <a:pt x="29" y="140"/>
                  </a:cubicBezTo>
                  <a:cubicBezTo>
                    <a:pt x="1" y="1172"/>
                    <a:pt x="252" y="1870"/>
                    <a:pt x="893" y="2595"/>
                  </a:cubicBezTo>
                  <a:lnTo>
                    <a:pt x="949" y="2623"/>
                  </a:lnTo>
                  <a:lnTo>
                    <a:pt x="1089" y="2595"/>
                  </a:lnTo>
                  <a:cubicBezTo>
                    <a:pt x="1145" y="2539"/>
                    <a:pt x="1145" y="2483"/>
                    <a:pt x="1089" y="2428"/>
                  </a:cubicBezTo>
                  <a:cubicBezTo>
                    <a:pt x="503" y="1758"/>
                    <a:pt x="252" y="1116"/>
                    <a:pt x="280" y="140"/>
                  </a:cubicBezTo>
                  <a:cubicBezTo>
                    <a:pt x="280" y="56"/>
                    <a:pt x="224" y="0"/>
                    <a:pt x="140" y="0"/>
                  </a:cubicBez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911;p35">
              <a:extLst>
                <a:ext uri="{FF2B5EF4-FFF2-40B4-BE49-F238E27FC236}">
                  <a16:creationId xmlns:a16="http://schemas.microsoft.com/office/drawing/2014/main" id="{796A0931-6106-E59D-E3B3-DF6463429D8A}"/>
                </a:ext>
              </a:extLst>
            </p:cNvPr>
            <p:cNvSpPr/>
            <p:nvPr/>
          </p:nvSpPr>
          <p:spPr>
            <a:xfrm>
              <a:off x="2654910" y="1894104"/>
              <a:ext cx="65621" cy="73447"/>
            </a:xfrm>
            <a:custGeom>
              <a:avLst/>
              <a:gdLst/>
              <a:ahLst/>
              <a:cxnLst/>
              <a:rect l="l" t="t" r="r" b="b"/>
              <a:pathLst>
                <a:path w="1702" h="1905" extrusionOk="0">
                  <a:moveTo>
                    <a:pt x="1575" y="0"/>
                  </a:moveTo>
                  <a:cubicBezTo>
                    <a:pt x="1515" y="0"/>
                    <a:pt x="1474" y="46"/>
                    <a:pt x="1451" y="91"/>
                  </a:cubicBezTo>
                  <a:cubicBezTo>
                    <a:pt x="1283" y="593"/>
                    <a:pt x="642" y="1598"/>
                    <a:pt x="140" y="1654"/>
                  </a:cubicBezTo>
                  <a:cubicBezTo>
                    <a:pt x="56" y="1654"/>
                    <a:pt x="0" y="1709"/>
                    <a:pt x="0" y="1793"/>
                  </a:cubicBezTo>
                  <a:cubicBezTo>
                    <a:pt x="28" y="1849"/>
                    <a:pt x="56" y="1877"/>
                    <a:pt x="112" y="1905"/>
                  </a:cubicBezTo>
                  <a:lnTo>
                    <a:pt x="140" y="1905"/>
                  </a:lnTo>
                  <a:cubicBezTo>
                    <a:pt x="865" y="1849"/>
                    <a:pt x="1534" y="593"/>
                    <a:pt x="1702" y="175"/>
                  </a:cubicBezTo>
                  <a:cubicBezTo>
                    <a:pt x="1702" y="119"/>
                    <a:pt x="1674" y="35"/>
                    <a:pt x="1618" y="8"/>
                  </a:cubicBezTo>
                  <a:cubicBezTo>
                    <a:pt x="1603" y="2"/>
                    <a:pt x="1588" y="0"/>
                    <a:pt x="1575" y="0"/>
                  </a:cubicBez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912;p35">
              <a:extLst>
                <a:ext uri="{FF2B5EF4-FFF2-40B4-BE49-F238E27FC236}">
                  <a16:creationId xmlns:a16="http://schemas.microsoft.com/office/drawing/2014/main" id="{0CC13D6E-1BBF-497D-B3F0-7636812B94B8}"/>
                </a:ext>
              </a:extLst>
            </p:cNvPr>
            <p:cNvSpPr/>
            <p:nvPr/>
          </p:nvSpPr>
          <p:spPr>
            <a:xfrm>
              <a:off x="2617240" y="1864261"/>
              <a:ext cx="10795" cy="32309"/>
            </a:xfrm>
            <a:custGeom>
              <a:avLst/>
              <a:gdLst/>
              <a:ahLst/>
              <a:cxnLst/>
              <a:rect l="l" t="t" r="r" b="b"/>
              <a:pathLst>
                <a:path w="280" h="838" extrusionOk="0">
                  <a:moveTo>
                    <a:pt x="112" y="0"/>
                  </a:moveTo>
                  <a:cubicBezTo>
                    <a:pt x="56" y="0"/>
                    <a:pt x="1" y="56"/>
                    <a:pt x="1" y="140"/>
                  </a:cubicBezTo>
                  <a:cubicBezTo>
                    <a:pt x="1" y="391"/>
                    <a:pt x="1" y="614"/>
                    <a:pt x="28" y="837"/>
                  </a:cubicBezTo>
                  <a:cubicBezTo>
                    <a:pt x="112" y="782"/>
                    <a:pt x="196" y="726"/>
                    <a:pt x="280" y="670"/>
                  </a:cubicBezTo>
                  <a:cubicBezTo>
                    <a:pt x="252" y="503"/>
                    <a:pt x="252" y="335"/>
                    <a:pt x="252" y="140"/>
                  </a:cubicBezTo>
                  <a:cubicBezTo>
                    <a:pt x="252" y="56"/>
                    <a:pt x="196" y="0"/>
                    <a:pt x="112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913;p35">
              <a:extLst>
                <a:ext uri="{FF2B5EF4-FFF2-40B4-BE49-F238E27FC236}">
                  <a16:creationId xmlns:a16="http://schemas.microsoft.com/office/drawing/2014/main" id="{592F036E-24F3-5804-007C-458A4EB70D13}"/>
                </a:ext>
              </a:extLst>
            </p:cNvPr>
            <p:cNvSpPr/>
            <p:nvPr/>
          </p:nvSpPr>
          <p:spPr>
            <a:xfrm>
              <a:off x="2640914" y="1939561"/>
              <a:ext cx="19393" cy="25832"/>
            </a:xfrm>
            <a:custGeom>
              <a:avLst/>
              <a:gdLst/>
              <a:ahLst/>
              <a:cxnLst/>
              <a:rect l="l" t="t" r="r" b="b"/>
              <a:pathLst>
                <a:path w="503" h="670" extrusionOk="0">
                  <a:moveTo>
                    <a:pt x="84" y="0"/>
                  </a:moveTo>
                  <a:lnTo>
                    <a:pt x="56" y="84"/>
                  </a:lnTo>
                  <a:cubicBezTo>
                    <a:pt x="28" y="168"/>
                    <a:pt x="0" y="224"/>
                    <a:pt x="0" y="307"/>
                  </a:cubicBezTo>
                  <a:cubicBezTo>
                    <a:pt x="84" y="419"/>
                    <a:pt x="168" y="530"/>
                    <a:pt x="251" y="642"/>
                  </a:cubicBezTo>
                  <a:lnTo>
                    <a:pt x="307" y="670"/>
                  </a:lnTo>
                  <a:lnTo>
                    <a:pt x="447" y="642"/>
                  </a:lnTo>
                  <a:cubicBezTo>
                    <a:pt x="503" y="586"/>
                    <a:pt x="503" y="530"/>
                    <a:pt x="447" y="475"/>
                  </a:cubicBezTo>
                  <a:cubicBezTo>
                    <a:pt x="307" y="307"/>
                    <a:pt x="196" y="168"/>
                    <a:pt x="84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914;p35">
              <a:extLst>
                <a:ext uri="{FF2B5EF4-FFF2-40B4-BE49-F238E27FC236}">
                  <a16:creationId xmlns:a16="http://schemas.microsoft.com/office/drawing/2014/main" id="{35B76FA0-0A0C-D090-16CE-ABCEE5594D3A}"/>
                </a:ext>
              </a:extLst>
            </p:cNvPr>
            <p:cNvSpPr/>
            <p:nvPr/>
          </p:nvSpPr>
          <p:spPr>
            <a:xfrm>
              <a:off x="2627997" y="1919127"/>
              <a:ext cx="9716" cy="22632"/>
            </a:xfrm>
            <a:custGeom>
              <a:avLst/>
              <a:gdLst/>
              <a:ahLst/>
              <a:cxnLst/>
              <a:rect l="l" t="t" r="r" b="b"/>
              <a:pathLst>
                <a:path w="252" h="587" extrusionOk="0">
                  <a:moveTo>
                    <a:pt x="168" y="0"/>
                  </a:moveTo>
                  <a:cubicBezTo>
                    <a:pt x="84" y="84"/>
                    <a:pt x="28" y="168"/>
                    <a:pt x="1" y="251"/>
                  </a:cubicBezTo>
                  <a:cubicBezTo>
                    <a:pt x="28" y="363"/>
                    <a:pt x="112" y="475"/>
                    <a:pt x="168" y="586"/>
                  </a:cubicBezTo>
                  <a:cubicBezTo>
                    <a:pt x="196" y="475"/>
                    <a:pt x="224" y="363"/>
                    <a:pt x="252" y="223"/>
                  </a:cubicBezTo>
                  <a:cubicBezTo>
                    <a:pt x="224" y="168"/>
                    <a:pt x="196" y="84"/>
                    <a:pt x="168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915;p35">
              <a:extLst>
                <a:ext uri="{FF2B5EF4-FFF2-40B4-BE49-F238E27FC236}">
                  <a16:creationId xmlns:a16="http://schemas.microsoft.com/office/drawing/2014/main" id="{31B50DA1-1211-D7AD-0582-60D4E87BBD50}"/>
                </a:ext>
              </a:extLst>
            </p:cNvPr>
            <p:cNvSpPr/>
            <p:nvPr/>
          </p:nvSpPr>
          <p:spPr>
            <a:xfrm>
              <a:off x="2620479" y="1899772"/>
              <a:ext cx="10795" cy="18314"/>
            </a:xfrm>
            <a:custGeom>
              <a:avLst/>
              <a:gdLst/>
              <a:ahLst/>
              <a:cxnLst/>
              <a:rect l="l" t="t" r="r" b="b"/>
              <a:pathLst>
                <a:path w="280" h="475" extrusionOk="0">
                  <a:moveTo>
                    <a:pt x="223" y="0"/>
                  </a:moveTo>
                  <a:cubicBezTo>
                    <a:pt x="140" y="56"/>
                    <a:pt x="56" y="112"/>
                    <a:pt x="0" y="167"/>
                  </a:cubicBezTo>
                  <a:cubicBezTo>
                    <a:pt x="28" y="279"/>
                    <a:pt x="56" y="363"/>
                    <a:pt x="84" y="474"/>
                  </a:cubicBezTo>
                  <a:cubicBezTo>
                    <a:pt x="140" y="391"/>
                    <a:pt x="196" y="307"/>
                    <a:pt x="279" y="251"/>
                  </a:cubicBezTo>
                  <a:cubicBezTo>
                    <a:pt x="251" y="167"/>
                    <a:pt x="223" y="84"/>
                    <a:pt x="223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916;p35">
              <a:extLst>
                <a:ext uri="{FF2B5EF4-FFF2-40B4-BE49-F238E27FC236}">
                  <a16:creationId xmlns:a16="http://schemas.microsoft.com/office/drawing/2014/main" id="{9DD446EF-67C8-1E2B-5A48-7EBF652F8CAA}"/>
                </a:ext>
              </a:extLst>
            </p:cNvPr>
            <p:cNvSpPr/>
            <p:nvPr/>
          </p:nvSpPr>
          <p:spPr>
            <a:xfrm>
              <a:off x="2654910" y="1952478"/>
              <a:ext cx="17234" cy="15075"/>
            </a:xfrm>
            <a:custGeom>
              <a:avLst/>
              <a:gdLst/>
              <a:ahLst/>
              <a:cxnLst/>
              <a:rect l="l" t="t" r="r" b="b"/>
              <a:pathLst>
                <a:path w="447" h="391" extrusionOk="0">
                  <a:moveTo>
                    <a:pt x="446" y="0"/>
                  </a:moveTo>
                  <a:cubicBezTo>
                    <a:pt x="335" y="84"/>
                    <a:pt x="223" y="112"/>
                    <a:pt x="140" y="140"/>
                  </a:cubicBezTo>
                  <a:cubicBezTo>
                    <a:pt x="56" y="140"/>
                    <a:pt x="0" y="195"/>
                    <a:pt x="0" y="279"/>
                  </a:cubicBezTo>
                  <a:cubicBezTo>
                    <a:pt x="28" y="335"/>
                    <a:pt x="56" y="363"/>
                    <a:pt x="112" y="391"/>
                  </a:cubicBezTo>
                  <a:lnTo>
                    <a:pt x="140" y="391"/>
                  </a:lnTo>
                  <a:cubicBezTo>
                    <a:pt x="223" y="391"/>
                    <a:pt x="307" y="363"/>
                    <a:pt x="391" y="307"/>
                  </a:cubicBezTo>
                  <a:cubicBezTo>
                    <a:pt x="419" y="223"/>
                    <a:pt x="446" y="112"/>
                    <a:pt x="446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917;p35">
              <a:extLst>
                <a:ext uri="{FF2B5EF4-FFF2-40B4-BE49-F238E27FC236}">
                  <a16:creationId xmlns:a16="http://schemas.microsoft.com/office/drawing/2014/main" id="{FE2E8680-5B79-CBDD-F818-D858C62956B5}"/>
                </a:ext>
              </a:extLst>
            </p:cNvPr>
            <p:cNvSpPr/>
            <p:nvPr/>
          </p:nvSpPr>
          <p:spPr>
            <a:xfrm>
              <a:off x="2707616" y="1894104"/>
              <a:ext cx="12916" cy="19663"/>
            </a:xfrm>
            <a:custGeom>
              <a:avLst/>
              <a:gdLst/>
              <a:ahLst/>
              <a:cxnLst/>
              <a:rect l="l" t="t" r="r" b="b"/>
              <a:pathLst>
                <a:path w="335" h="510" extrusionOk="0">
                  <a:moveTo>
                    <a:pt x="208" y="0"/>
                  </a:moveTo>
                  <a:cubicBezTo>
                    <a:pt x="148" y="0"/>
                    <a:pt x="107" y="46"/>
                    <a:pt x="84" y="91"/>
                  </a:cubicBezTo>
                  <a:cubicBezTo>
                    <a:pt x="56" y="147"/>
                    <a:pt x="28" y="231"/>
                    <a:pt x="0" y="287"/>
                  </a:cubicBezTo>
                  <a:cubicBezTo>
                    <a:pt x="56" y="342"/>
                    <a:pt x="140" y="426"/>
                    <a:pt x="195" y="510"/>
                  </a:cubicBezTo>
                  <a:cubicBezTo>
                    <a:pt x="251" y="370"/>
                    <a:pt x="279" y="259"/>
                    <a:pt x="335" y="175"/>
                  </a:cubicBezTo>
                  <a:cubicBezTo>
                    <a:pt x="335" y="119"/>
                    <a:pt x="307" y="35"/>
                    <a:pt x="251" y="8"/>
                  </a:cubicBezTo>
                  <a:cubicBezTo>
                    <a:pt x="236" y="2"/>
                    <a:pt x="221" y="0"/>
                    <a:pt x="208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918;p35">
              <a:extLst>
                <a:ext uri="{FF2B5EF4-FFF2-40B4-BE49-F238E27FC236}">
                  <a16:creationId xmlns:a16="http://schemas.microsoft.com/office/drawing/2014/main" id="{4F7BE053-4826-BEDE-8EED-9567E816CEF1}"/>
                </a:ext>
              </a:extLst>
            </p:cNvPr>
            <p:cNvSpPr/>
            <p:nvPr/>
          </p:nvSpPr>
          <p:spPr>
            <a:xfrm>
              <a:off x="2696859" y="1913729"/>
              <a:ext cx="12916" cy="23711"/>
            </a:xfrm>
            <a:custGeom>
              <a:avLst/>
              <a:gdLst/>
              <a:ahLst/>
              <a:cxnLst/>
              <a:rect l="l" t="t" r="r" b="b"/>
              <a:pathLst>
                <a:path w="335" h="615" extrusionOk="0">
                  <a:moveTo>
                    <a:pt x="167" y="1"/>
                  </a:moveTo>
                  <a:cubicBezTo>
                    <a:pt x="112" y="84"/>
                    <a:pt x="56" y="196"/>
                    <a:pt x="0" y="280"/>
                  </a:cubicBezTo>
                  <a:cubicBezTo>
                    <a:pt x="56" y="391"/>
                    <a:pt x="56" y="503"/>
                    <a:pt x="84" y="615"/>
                  </a:cubicBezTo>
                  <a:cubicBezTo>
                    <a:pt x="167" y="475"/>
                    <a:pt x="251" y="336"/>
                    <a:pt x="335" y="224"/>
                  </a:cubicBezTo>
                  <a:cubicBezTo>
                    <a:pt x="279" y="140"/>
                    <a:pt x="223" y="57"/>
                    <a:pt x="167" y="1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919;p35">
              <a:extLst>
                <a:ext uri="{FF2B5EF4-FFF2-40B4-BE49-F238E27FC236}">
                  <a16:creationId xmlns:a16="http://schemas.microsoft.com/office/drawing/2014/main" id="{400B97BF-DC8E-5E2A-59DA-CB2BF1F69B58}"/>
                </a:ext>
              </a:extLst>
            </p:cNvPr>
            <p:cNvSpPr/>
            <p:nvPr/>
          </p:nvSpPr>
          <p:spPr>
            <a:xfrm>
              <a:off x="2680704" y="1933084"/>
              <a:ext cx="10795" cy="25870"/>
            </a:xfrm>
            <a:custGeom>
              <a:avLst/>
              <a:gdLst/>
              <a:ahLst/>
              <a:cxnLst/>
              <a:rect l="l" t="t" r="r" b="b"/>
              <a:pathLst>
                <a:path w="280" h="671" extrusionOk="0">
                  <a:moveTo>
                    <a:pt x="252" y="1"/>
                  </a:moveTo>
                  <a:cubicBezTo>
                    <a:pt x="196" y="113"/>
                    <a:pt x="112" y="196"/>
                    <a:pt x="29" y="280"/>
                  </a:cubicBezTo>
                  <a:lnTo>
                    <a:pt x="56" y="308"/>
                  </a:lnTo>
                  <a:cubicBezTo>
                    <a:pt x="29" y="419"/>
                    <a:pt x="29" y="531"/>
                    <a:pt x="1" y="671"/>
                  </a:cubicBezTo>
                  <a:cubicBezTo>
                    <a:pt x="112" y="587"/>
                    <a:pt x="196" y="475"/>
                    <a:pt x="280" y="364"/>
                  </a:cubicBezTo>
                  <a:cubicBezTo>
                    <a:pt x="280" y="252"/>
                    <a:pt x="280" y="140"/>
                    <a:pt x="252" y="1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920;p35">
              <a:extLst>
                <a:ext uri="{FF2B5EF4-FFF2-40B4-BE49-F238E27FC236}">
                  <a16:creationId xmlns:a16="http://schemas.microsoft.com/office/drawing/2014/main" id="{9F3844C4-9C01-DB0B-906F-8D015586D3C1}"/>
                </a:ext>
              </a:extLst>
            </p:cNvPr>
            <p:cNvSpPr/>
            <p:nvPr/>
          </p:nvSpPr>
          <p:spPr>
            <a:xfrm>
              <a:off x="2646273" y="1948159"/>
              <a:ext cx="17273" cy="25870"/>
            </a:xfrm>
            <a:custGeom>
              <a:avLst/>
              <a:gdLst/>
              <a:ahLst/>
              <a:cxnLst/>
              <a:rect l="l" t="t" r="r" b="b"/>
              <a:pathLst>
                <a:path w="448" h="671" extrusionOk="0">
                  <a:moveTo>
                    <a:pt x="280" y="1"/>
                  </a:moveTo>
                  <a:cubicBezTo>
                    <a:pt x="168" y="28"/>
                    <a:pt x="85" y="112"/>
                    <a:pt x="57" y="224"/>
                  </a:cubicBezTo>
                  <a:cubicBezTo>
                    <a:pt x="1" y="363"/>
                    <a:pt x="29" y="503"/>
                    <a:pt x="112" y="614"/>
                  </a:cubicBezTo>
                  <a:lnTo>
                    <a:pt x="168" y="670"/>
                  </a:lnTo>
                  <a:lnTo>
                    <a:pt x="280" y="642"/>
                  </a:lnTo>
                  <a:cubicBezTo>
                    <a:pt x="336" y="614"/>
                    <a:pt x="364" y="531"/>
                    <a:pt x="308" y="475"/>
                  </a:cubicBezTo>
                  <a:cubicBezTo>
                    <a:pt x="280" y="419"/>
                    <a:pt x="280" y="363"/>
                    <a:pt x="308" y="307"/>
                  </a:cubicBezTo>
                  <a:lnTo>
                    <a:pt x="364" y="252"/>
                  </a:lnTo>
                  <a:cubicBezTo>
                    <a:pt x="419" y="252"/>
                    <a:pt x="447" y="168"/>
                    <a:pt x="447" y="112"/>
                  </a:cubicBezTo>
                  <a:cubicBezTo>
                    <a:pt x="419" y="28"/>
                    <a:pt x="364" y="1"/>
                    <a:pt x="280" y="1"/>
                  </a:cubicBezTo>
                  <a:close/>
                </a:path>
              </a:pathLst>
            </a:custGeom>
            <a:solidFill>
              <a:srgbClr val="4C21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921;p35">
              <a:extLst>
                <a:ext uri="{FF2B5EF4-FFF2-40B4-BE49-F238E27FC236}">
                  <a16:creationId xmlns:a16="http://schemas.microsoft.com/office/drawing/2014/main" id="{4CF8140F-53F1-B9DA-0D48-32776184CBC7}"/>
                </a:ext>
              </a:extLst>
            </p:cNvPr>
            <p:cNvSpPr/>
            <p:nvPr/>
          </p:nvSpPr>
          <p:spPr>
            <a:xfrm>
              <a:off x="2647353" y="1948159"/>
              <a:ext cx="16193" cy="25870"/>
            </a:xfrm>
            <a:custGeom>
              <a:avLst/>
              <a:gdLst/>
              <a:ahLst/>
              <a:cxnLst/>
              <a:rect l="l" t="t" r="r" b="b"/>
              <a:pathLst>
                <a:path w="420" h="671" extrusionOk="0">
                  <a:moveTo>
                    <a:pt x="252" y="1"/>
                  </a:moveTo>
                  <a:lnTo>
                    <a:pt x="224" y="28"/>
                  </a:lnTo>
                  <a:cubicBezTo>
                    <a:pt x="252" y="168"/>
                    <a:pt x="196" y="335"/>
                    <a:pt x="112" y="419"/>
                  </a:cubicBezTo>
                  <a:lnTo>
                    <a:pt x="1" y="447"/>
                  </a:lnTo>
                  <a:cubicBezTo>
                    <a:pt x="29" y="503"/>
                    <a:pt x="57" y="559"/>
                    <a:pt x="84" y="614"/>
                  </a:cubicBezTo>
                  <a:lnTo>
                    <a:pt x="140" y="670"/>
                  </a:lnTo>
                  <a:lnTo>
                    <a:pt x="252" y="642"/>
                  </a:lnTo>
                  <a:cubicBezTo>
                    <a:pt x="308" y="614"/>
                    <a:pt x="336" y="531"/>
                    <a:pt x="280" y="475"/>
                  </a:cubicBezTo>
                  <a:cubicBezTo>
                    <a:pt x="252" y="419"/>
                    <a:pt x="252" y="363"/>
                    <a:pt x="280" y="307"/>
                  </a:cubicBezTo>
                  <a:lnTo>
                    <a:pt x="336" y="252"/>
                  </a:lnTo>
                  <a:cubicBezTo>
                    <a:pt x="391" y="252"/>
                    <a:pt x="419" y="168"/>
                    <a:pt x="419" y="112"/>
                  </a:cubicBezTo>
                  <a:cubicBezTo>
                    <a:pt x="391" y="28"/>
                    <a:pt x="336" y="1"/>
                    <a:pt x="252" y="1"/>
                  </a:cubicBez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922;p35">
              <a:extLst>
                <a:ext uri="{FF2B5EF4-FFF2-40B4-BE49-F238E27FC236}">
                  <a16:creationId xmlns:a16="http://schemas.microsoft.com/office/drawing/2014/main" id="{BFAB236E-A217-5C1A-9FEC-6BB82EC46D3D}"/>
                </a:ext>
              </a:extLst>
            </p:cNvPr>
            <p:cNvSpPr/>
            <p:nvPr/>
          </p:nvSpPr>
          <p:spPr>
            <a:xfrm>
              <a:off x="2655951" y="1950203"/>
              <a:ext cx="16193" cy="25948"/>
            </a:xfrm>
            <a:custGeom>
              <a:avLst/>
              <a:gdLst/>
              <a:ahLst/>
              <a:cxnLst/>
              <a:rect l="l" t="t" r="r" b="b"/>
              <a:pathLst>
                <a:path w="420" h="673" extrusionOk="0">
                  <a:moveTo>
                    <a:pt x="212" y="1"/>
                  </a:moveTo>
                  <a:cubicBezTo>
                    <a:pt x="187" y="1"/>
                    <a:pt x="162" y="10"/>
                    <a:pt x="140" y="31"/>
                  </a:cubicBezTo>
                  <a:cubicBezTo>
                    <a:pt x="57" y="87"/>
                    <a:pt x="1" y="199"/>
                    <a:pt x="1" y="310"/>
                  </a:cubicBezTo>
                  <a:cubicBezTo>
                    <a:pt x="1" y="450"/>
                    <a:pt x="85" y="589"/>
                    <a:pt x="196" y="645"/>
                  </a:cubicBezTo>
                  <a:lnTo>
                    <a:pt x="224" y="673"/>
                  </a:lnTo>
                  <a:cubicBezTo>
                    <a:pt x="280" y="673"/>
                    <a:pt x="336" y="673"/>
                    <a:pt x="364" y="617"/>
                  </a:cubicBezTo>
                  <a:cubicBezTo>
                    <a:pt x="419" y="561"/>
                    <a:pt x="392" y="478"/>
                    <a:pt x="336" y="450"/>
                  </a:cubicBezTo>
                  <a:cubicBezTo>
                    <a:pt x="280" y="422"/>
                    <a:pt x="252" y="366"/>
                    <a:pt x="252" y="310"/>
                  </a:cubicBezTo>
                  <a:lnTo>
                    <a:pt x="280" y="227"/>
                  </a:lnTo>
                  <a:cubicBezTo>
                    <a:pt x="336" y="199"/>
                    <a:pt x="364" y="115"/>
                    <a:pt x="308" y="59"/>
                  </a:cubicBezTo>
                  <a:cubicBezTo>
                    <a:pt x="291" y="25"/>
                    <a:pt x="252" y="1"/>
                    <a:pt x="212" y="1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923;p35">
              <a:extLst>
                <a:ext uri="{FF2B5EF4-FFF2-40B4-BE49-F238E27FC236}">
                  <a16:creationId xmlns:a16="http://schemas.microsoft.com/office/drawing/2014/main" id="{6C4E9E90-EBA9-C246-CA33-E4E38012D0B5}"/>
                </a:ext>
              </a:extLst>
            </p:cNvPr>
            <p:cNvSpPr/>
            <p:nvPr/>
          </p:nvSpPr>
          <p:spPr>
            <a:xfrm>
              <a:off x="2659189" y="1950319"/>
              <a:ext cx="12954" cy="25832"/>
            </a:xfrm>
            <a:custGeom>
              <a:avLst/>
              <a:gdLst/>
              <a:ahLst/>
              <a:cxnLst/>
              <a:rect l="l" t="t" r="r" b="b"/>
              <a:pathLst>
                <a:path w="336" h="670" extrusionOk="0">
                  <a:moveTo>
                    <a:pt x="112" y="0"/>
                  </a:moveTo>
                  <a:cubicBezTo>
                    <a:pt x="168" y="56"/>
                    <a:pt x="140" y="140"/>
                    <a:pt x="112" y="224"/>
                  </a:cubicBezTo>
                  <a:lnTo>
                    <a:pt x="84" y="279"/>
                  </a:lnTo>
                  <a:lnTo>
                    <a:pt x="84" y="391"/>
                  </a:lnTo>
                  <a:cubicBezTo>
                    <a:pt x="84" y="447"/>
                    <a:pt x="56" y="475"/>
                    <a:pt x="1" y="503"/>
                  </a:cubicBezTo>
                  <a:lnTo>
                    <a:pt x="1" y="530"/>
                  </a:lnTo>
                  <a:cubicBezTo>
                    <a:pt x="29" y="586"/>
                    <a:pt x="56" y="614"/>
                    <a:pt x="112" y="642"/>
                  </a:cubicBezTo>
                  <a:lnTo>
                    <a:pt x="140" y="670"/>
                  </a:lnTo>
                  <a:cubicBezTo>
                    <a:pt x="196" y="670"/>
                    <a:pt x="252" y="670"/>
                    <a:pt x="280" y="614"/>
                  </a:cubicBezTo>
                  <a:cubicBezTo>
                    <a:pt x="335" y="558"/>
                    <a:pt x="308" y="475"/>
                    <a:pt x="252" y="447"/>
                  </a:cubicBezTo>
                  <a:cubicBezTo>
                    <a:pt x="196" y="419"/>
                    <a:pt x="168" y="363"/>
                    <a:pt x="168" y="307"/>
                  </a:cubicBezTo>
                  <a:lnTo>
                    <a:pt x="196" y="224"/>
                  </a:lnTo>
                  <a:cubicBezTo>
                    <a:pt x="252" y="196"/>
                    <a:pt x="280" y="112"/>
                    <a:pt x="224" y="56"/>
                  </a:cubicBezTo>
                  <a:cubicBezTo>
                    <a:pt x="196" y="0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924;p35">
              <a:extLst>
                <a:ext uri="{FF2B5EF4-FFF2-40B4-BE49-F238E27FC236}">
                  <a16:creationId xmlns:a16="http://schemas.microsoft.com/office/drawing/2014/main" id="{4408C07B-A385-82A5-D76C-D364B915C1CE}"/>
                </a:ext>
              </a:extLst>
            </p:cNvPr>
            <p:cNvSpPr/>
            <p:nvPr/>
          </p:nvSpPr>
          <p:spPr>
            <a:xfrm>
              <a:off x="2641993" y="1966435"/>
              <a:ext cx="32309" cy="23711"/>
            </a:xfrm>
            <a:custGeom>
              <a:avLst/>
              <a:gdLst/>
              <a:ahLst/>
              <a:cxnLst/>
              <a:rect l="l" t="t" r="r" b="b"/>
              <a:pathLst>
                <a:path w="838" h="615" extrusionOk="0">
                  <a:moveTo>
                    <a:pt x="168" y="1"/>
                  </a:moveTo>
                  <a:lnTo>
                    <a:pt x="168" y="29"/>
                  </a:lnTo>
                  <a:cubicBezTo>
                    <a:pt x="84" y="85"/>
                    <a:pt x="0" y="391"/>
                    <a:pt x="168" y="531"/>
                  </a:cubicBezTo>
                  <a:cubicBezTo>
                    <a:pt x="247" y="591"/>
                    <a:pt x="352" y="615"/>
                    <a:pt x="455" y="615"/>
                  </a:cubicBezTo>
                  <a:cubicBezTo>
                    <a:pt x="640" y="615"/>
                    <a:pt x="819" y="537"/>
                    <a:pt x="837" y="447"/>
                  </a:cubicBezTo>
                  <a:cubicBezTo>
                    <a:pt x="837" y="363"/>
                    <a:pt x="809" y="85"/>
                    <a:pt x="726" y="1"/>
                  </a:cubicBezTo>
                  <a:cubicBezTo>
                    <a:pt x="670" y="85"/>
                    <a:pt x="558" y="126"/>
                    <a:pt x="447" y="126"/>
                  </a:cubicBezTo>
                  <a:cubicBezTo>
                    <a:pt x="335" y="126"/>
                    <a:pt x="223" y="85"/>
                    <a:pt x="168" y="1"/>
                  </a:cubicBezTo>
                  <a:close/>
                </a:path>
              </a:pathLst>
            </a:custGeom>
            <a:solidFill>
              <a:srgbClr val="602B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925;p35">
              <a:extLst>
                <a:ext uri="{FF2B5EF4-FFF2-40B4-BE49-F238E27FC236}">
                  <a16:creationId xmlns:a16="http://schemas.microsoft.com/office/drawing/2014/main" id="{D7110EFA-C35F-95C3-801E-F4D843C3C597}"/>
                </a:ext>
              </a:extLst>
            </p:cNvPr>
            <p:cNvSpPr/>
            <p:nvPr/>
          </p:nvSpPr>
          <p:spPr>
            <a:xfrm>
              <a:off x="2665667" y="1968594"/>
              <a:ext cx="3239" cy="1118"/>
            </a:xfrm>
            <a:custGeom>
              <a:avLst/>
              <a:gdLst/>
              <a:ahLst/>
              <a:cxnLst/>
              <a:rect l="l" t="t" r="r" b="b"/>
              <a:pathLst>
                <a:path w="84" h="29" extrusionOk="0">
                  <a:moveTo>
                    <a:pt x="0" y="2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28" y="29"/>
                    <a:pt x="56" y="1"/>
                    <a:pt x="84" y="1"/>
                  </a:cubicBezTo>
                  <a:lnTo>
                    <a:pt x="84" y="1"/>
                  </a:lnTo>
                  <a:cubicBezTo>
                    <a:pt x="56" y="1"/>
                    <a:pt x="28" y="29"/>
                    <a:pt x="0" y="29"/>
                  </a:cubicBezTo>
                  <a:close/>
                </a:path>
              </a:pathLst>
            </a:custGeom>
            <a:solidFill>
              <a:srgbClr val="4018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926;p35">
              <a:extLst>
                <a:ext uri="{FF2B5EF4-FFF2-40B4-BE49-F238E27FC236}">
                  <a16:creationId xmlns:a16="http://schemas.microsoft.com/office/drawing/2014/main" id="{76E3432F-486F-C42F-B7F6-3ADC92B3A43A}"/>
                </a:ext>
              </a:extLst>
            </p:cNvPr>
            <p:cNvSpPr/>
            <p:nvPr/>
          </p:nvSpPr>
          <p:spPr>
            <a:xfrm>
              <a:off x="2644152" y="1968594"/>
              <a:ext cx="27991" cy="17234"/>
            </a:xfrm>
            <a:custGeom>
              <a:avLst/>
              <a:gdLst/>
              <a:ahLst/>
              <a:cxnLst/>
              <a:rect l="l" t="t" r="r" b="b"/>
              <a:pathLst>
                <a:path w="726" h="447" extrusionOk="0">
                  <a:moveTo>
                    <a:pt x="30" y="365"/>
                  </a:moveTo>
                  <a:cubicBezTo>
                    <a:pt x="38" y="383"/>
                    <a:pt x="47" y="401"/>
                    <a:pt x="56" y="419"/>
                  </a:cubicBezTo>
                  <a:cubicBezTo>
                    <a:pt x="56" y="396"/>
                    <a:pt x="36" y="372"/>
                    <a:pt x="30" y="365"/>
                  </a:cubicBezTo>
                  <a:close/>
                  <a:moveTo>
                    <a:pt x="642" y="1"/>
                  </a:moveTo>
                  <a:cubicBezTo>
                    <a:pt x="614" y="1"/>
                    <a:pt x="586" y="29"/>
                    <a:pt x="558" y="29"/>
                  </a:cubicBezTo>
                  <a:cubicBezTo>
                    <a:pt x="586" y="84"/>
                    <a:pt x="586" y="140"/>
                    <a:pt x="530" y="224"/>
                  </a:cubicBezTo>
                  <a:cubicBezTo>
                    <a:pt x="474" y="280"/>
                    <a:pt x="363" y="335"/>
                    <a:pt x="251" y="335"/>
                  </a:cubicBezTo>
                  <a:cubicBezTo>
                    <a:pt x="167" y="335"/>
                    <a:pt x="84" y="307"/>
                    <a:pt x="0" y="252"/>
                  </a:cubicBezTo>
                  <a:lnTo>
                    <a:pt x="0" y="252"/>
                  </a:lnTo>
                  <a:cubicBezTo>
                    <a:pt x="0" y="290"/>
                    <a:pt x="13" y="327"/>
                    <a:pt x="30" y="365"/>
                  </a:cubicBezTo>
                  <a:lnTo>
                    <a:pt x="30" y="365"/>
                  </a:lnTo>
                  <a:cubicBezTo>
                    <a:pt x="29" y="365"/>
                    <a:pt x="29" y="364"/>
                    <a:pt x="28" y="363"/>
                  </a:cubicBezTo>
                  <a:lnTo>
                    <a:pt x="28" y="363"/>
                  </a:lnTo>
                  <a:cubicBezTo>
                    <a:pt x="28" y="363"/>
                    <a:pt x="29" y="364"/>
                    <a:pt x="30" y="365"/>
                  </a:cubicBezTo>
                  <a:lnTo>
                    <a:pt x="30" y="365"/>
                  </a:lnTo>
                  <a:cubicBezTo>
                    <a:pt x="30" y="365"/>
                    <a:pt x="30" y="365"/>
                    <a:pt x="30" y="365"/>
                  </a:cubicBezTo>
                  <a:lnTo>
                    <a:pt x="30" y="365"/>
                  </a:lnTo>
                  <a:cubicBezTo>
                    <a:pt x="85" y="420"/>
                    <a:pt x="140" y="447"/>
                    <a:pt x="223" y="447"/>
                  </a:cubicBezTo>
                  <a:lnTo>
                    <a:pt x="307" y="447"/>
                  </a:lnTo>
                  <a:cubicBezTo>
                    <a:pt x="363" y="447"/>
                    <a:pt x="419" y="447"/>
                    <a:pt x="474" y="419"/>
                  </a:cubicBezTo>
                  <a:cubicBezTo>
                    <a:pt x="642" y="363"/>
                    <a:pt x="725" y="168"/>
                    <a:pt x="642" y="1"/>
                  </a:cubicBezTo>
                  <a:close/>
                </a:path>
              </a:pathLst>
            </a:custGeom>
            <a:solidFill>
              <a:srgbClr val="542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927;p35">
              <a:extLst>
                <a:ext uri="{FF2B5EF4-FFF2-40B4-BE49-F238E27FC236}">
                  <a16:creationId xmlns:a16="http://schemas.microsoft.com/office/drawing/2014/main" id="{FA8DBBE1-C2C2-5FF8-CD90-9C7180771A2A}"/>
                </a:ext>
              </a:extLst>
            </p:cNvPr>
            <p:cNvSpPr/>
            <p:nvPr/>
          </p:nvSpPr>
          <p:spPr>
            <a:xfrm>
              <a:off x="2648432" y="1985790"/>
              <a:ext cx="6516" cy="4357"/>
            </a:xfrm>
            <a:custGeom>
              <a:avLst/>
              <a:gdLst/>
              <a:ahLst/>
              <a:cxnLst/>
              <a:rect l="l" t="t" r="r" b="b"/>
              <a:pathLst>
                <a:path w="169" h="113" extrusionOk="0">
                  <a:moveTo>
                    <a:pt x="168" y="113"/>
                  </a:moveTo>
                  <a:cubicBezTo>
                    <a:pt x="112" y="85"/>
                    <a:pt x="56" y="57"/>
                    <a:pt x="1" y="29"/>
                  </a:cubicBezTo>
                  <a:cubicBezTo>
                    <a:pt x="1" y="29"/>
                    <a:pt x="1" y="29"/>
                    <a:pt x="1" y="1"/>
                  </a:cubicBezTo>
                  <a:cubicBezTo>
                    <a:pt x="1" y="29"/>
                    <a:pt x="1" y="29"/>
                    <a:pt x="1" y="29"/>
                  </a:cubicBezTo>
                  <a:lnTo>
                    <a:pt x="1" y="29"/>
                  </a:lnTo>
                  <a:cubicBezTo>
                    <a:pt x="56" y="57"/>
                    <a:pt x="112" y="85"/>
                    <a:pt x="168" y="113"/>
                  </a:cubicBezTo>
                  <a:lnTo>
                    <a:pt x="168" y="113"/>
                  </a:lnTo>
                  <a:close/>
                </a:path>
              </a:pathLst>
            </a:custGeom>
            <a:solidFill>
              <a:srgbClr val="AE71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928;p35">
              <a:extLst>
                <a:ext uri="{FF2B5EF4-FFF2-40B4-BE49-F238E27FC236}">
                  <a16:creationId xmlns:a16="http://schemas.microsoft.com/office/drawing/2014/main" id="{F5B28D43-5717-EEB5-1DB3-1B603B6EFC27}"/>
                </a:ext>
              </a:extLst>
            </p:cNvPr>
            <p:cNvSpPr/>
            <p:nvPr/>
          </p:nvSpPr>
          <p:spPr>
            <a:xfrm>
              <a:off x="2647353" y="1985790"/>
              <a:ext cx="39" cy="39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AE71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929;p35">
              <a:extLst>
                <a:ext uri="{FF2B5EF4-FFF2-40B4-BE49-F238E27FC236}">
                  <a16:creationId xmlns:a16="http://schemas.microsoft.com/office/drawing/2014/main" id="{A7DA8146-6017-4060-AA79-EEFBC7D3634A}"/>
                </a:ext>
              </a:extLst>
            </p:cNvPr>
            <p:cNvSpPr/>
            <p:nvPr/>
          </p:nvSpPr>
          <p:spPr>
            <a:xfrm>
              <a:off x="2646273" y="1984749"/>
              <a:ext cx="2198" cy="2159"/>
            </a:xfrm>
            <a:custGeom>
              <a:avLst/>
              <a:gdLst/>
              <a:ahLst/>
              <a:cxnLst/>
              <a:rect l="l" t="t" r="r" b="b"/>
              <a:pathLst>
                <a:path w="57" h="56" extrusionOk="0">
                  <a:moveTo>
                    <a:pt x="1" y="0"/>
                  </a:moveTo>
                  <a:cubicBezTo>
                    <a:pt x="11" y="10"/>
                    <a:pt x="20" y="19"/>
                    <a:pt x="29" y="28"/>
                  </a:cubicBezTo>
                  <a:lnTo>
                    <a:pt x="29" y="28"/>
                  </a:lnTo>
                  <a:cubicBezTo>
                    <a:pt x="29" y="28"/>
                    <a:pt x="29" y="0"/>
                    <a:pt x="1" y="0"/>
                  </a:cubicBezTo>
                  <a:close/>
                  <a:moveTo>
                    <a:pt x="29" y="28"/>
                  </a:moveTo>
                  <a:lnTo>
                    <a:pt x="29" y="28"/>
                  </a:lnTo>
                  <a:cubicBezTo>
                    <a:pt x="45" y="44"/>
                    <a:pt x="57" y="56"/>
                    <a:pt x="57" y="56"/>
                  </a:cubicBezTo>
                  <a:cubicBezTo>
                    <a:pt x="57" y="56"/>
                    <a:pt x="57" y="56"/>
                    <a:pt x="57" y="28"/>
                  </a:cubicBezTo>
                  <a:close/>
                </a:path>
              </a:pathLst>
            </a:custGeom>
            <a:solidFill>
              <a:srgbClr val="542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930;p35">
              <a:extLst>
                <a:ext uri="{FF2B5EF4-FFF2-40B4-BE49-F238E27FC236}">
                  <a16:creationId xmlns:a16="http://schemas.microsoft.com/office/drawing/2014/main" id="{4ED0DC0E-FC57-91A1-01A1-F406F662C3BC}"/>
                </a:ext>
              </a:extLst>
            </p:cNvPr>
            <p:cNvSpPr/>
            <p:nvPr/>
          </p:nvSpPr>
          <p:spPr>
            <a:xfrm>
              <a:off x="2668867" y="1966435"/>
              <a:ext cx="1118" cy="1118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9" y="1"/>
                  </a:moveTo>
                  <a:lnTo>
                    <a:pt x="1" y="29"/>
                  </a:lnTo>
                  <a:cubicBezTo>
                    <a:pt x="29" y="29"/>
                    <a:pt x="29" y="29"/>
                    <a:pt x="29" y="1"/>
                  </a:cubicBezTo>
                  <a:close/>
                </a:path>
              </a:pathLst>
            </a:custGeom>
            <a:solidFill>
              <a:srgbClr val="B187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931;p35">
              <a:extLst>
                <a:ext uri="{FF2B5EF4-FFF2-40B4-BE49-F238E27FC236}">
                  <a16:creationId xmlns:a16="http://schemas.microsoft.com/office/drawing/2014/main" id="{704131DA-19BF-98E9-DEA2-D036D9B31207}"/>
                </a:ext>
              </a:extLst>
            </p:cNvPr>
            <p:cNvSpPr/>
            <p:nvPr/>
          </p:nvSpPr>
          <p:spPr>
            <a:xfrm>
              <a:off x="2668867" y="1967515"/>
              <a:ext cx="39" cy="1118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29"/>
                  </a:moveTo>
                  <a:lnTo>
                    <a:pt x="1" y="29"/>
                  </a:lnTo>
                  <a:lnTo>
                    <a:pt x="1" y="1"/>
                  </a:ln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29"/>
                  </a:cubicBezTo>
                </a:path>
              </a:pathLst>
            </a:custGeom>
            <a:solidFill>
              <a:srgbClr val="4018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932;p35">
              <a:extLst>
                <a:ext uri="{FF2B5EF4-FFF2-40B4-BE49-F238E27FC236}">
                  <a16:creationId xmlns:a16="http://schemas.microsoft.com/office/drawing/2014/main" id="{3CF1A9B5-05C5-780E-E3F0-31239EFC49A5}"/>
                </a:ext>
              </a:extLst>
            </p:cNvPr>
            <p:cNvSpPr/>
            <p:nvPr/>
          </p:nvSpPr>
          <p:spPr>
            <a:xfrm>
              <a:off x="2668867" y="1966435"/>
              <a:ext cx="1118" cy="1118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1" y="29"/>
                  </a:moveTo>
                  <a:lnTo>
                    <a:pt x="1" y="29"/>
                  </a:lnTo>
                  <a:cubicBezTo>
                    <a:pt x="29" y="29"/>
                    <a:pt x="29" y="29"/>
                    <a:pt x="29" y="1"/>
                  </a:cubicBezTo>
                  <a:lnTo>
                    <a:pt x="29" y="1"/>
                  </a:lnTo>
                  <a:cubicBezTo>
                    <a:pt x="29" y="29"/>
                    <a:pt x="29" y="29"/>
                    <a:pt x="1" y="29"/>
                  </a:cubicBezTo>
                  <a:close/>
                </a:path>
              </a:pathLst>
            </a:custGeom>
            <a:solidFill>
              <a:srgbClr val="835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933;p35">
              <a:extLst>
                <a:ext uri="{FF2B5EF4-FFF2-40B4-BE49-F238E27FC236}">
                  <a16:creationId xmlns:a16="http://schemas.microsoft.com/office/drawing/2014/main" id="{F5CEA13C-81F5-0090-9FDA-6F83CF9CEE89}"/>
                </a:ext>
              </a:extLst>
            </p:cNvPr>
            <p:cNvSpPr/>
            <p:nvPr/>
          </p:nvSpPr>
          <p:spPr>
            <a:xfrm>
              <a:off x="2668867" y="1967515"/>
              <a:ext cx="39" cy="1118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29"/>
                  </a:moveTo>
                  <a:lnTo>
                    <a:pt x="1" y="29"/>
                  </a:lnTo>
                  <a:cubicBezTo>
                    <a:pt x="1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1" y="1"/>
                    <a:pt x="1" y="29"/>
                  </a:cubicBezTo>
                </a:path>
              </a:pathLst>
            </a:custGeom>
            <a:solidFill>
              <a:srgbClr val="411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934;p35">
              <a:extLst>
                <a:ext uri="{FF2B5EF4-FFF2-40B4-BE49-F238E27FC236}">
                  <a16:creationId xmlns:a16="http://schemas.microsoft.com/office/drawing/2014/main" id="{4F3BD4F3-A0DF-E837-5972-3A3428229364}"/>
                </a:ext>
              </a:extLst>
            </p:cNvPr>
            <p:cNvSpPr/>
            <p:nvPr/>
          </p:nvSpPr>
          <p:spPr>
            <a:xfrm>
              <a:off x="2645193" y="1966435"/>
              <a:ext cx="29109" cy="23711"/>
            </a:xfrm>
            <a:custGeom>
              <a:avLst/>
              <a:gdLst/>
              <a:ahLst/>
              <a:cxnLst/>
              <a:rect l="l" t="t" r="r" b="b"/>
              <a:pathLst>
                <a:path w="755" h="615" extrusionOk="0">
                  <a:moveTo>
                    <a:pt x="643" y="1"/>
                  </a:moveTo>
                  <a:cubicBezTo>
                    <a:pt x="643" y="29"/>
                    <a:pt x="643" y="29"/>
                    <a:pt x="615" y="29"/>
                  </a:cubicBezTo>
                  <a:cubicBezTo>
                    <a:pt x="615" y="29"/>
                    <a:pt x="615" y="29"/>
                    <a:pt x="615" y="57"/>
                  </a:cubicBezTo>
                  <a:cubicBezTo>
                    <a:pt x="698" y="224"/>
                    <a:pt x="615" y="419"/>
                    <a:pt x="447" y="475"/>
                  </a:cubicBezTo>
                  <a:cubicBezTo>
                    <a:pt x="392" y="503"/>
                    <a:pt x="336" y="503"/>
                    <a:pt x="280" y="503"/>
                  </a:cubicBezTo>
                  <a:lnTo>
                    <a:pt x="196" y="503"/>
                  </a:lnTo>
                  <a:cubicBezTo>
                    <a:pt x="113" y="503"/>
                    <a:pt x="57" y="475"/>
                    <a:pt x="1" y="419"/>
                  </a:cubicBezTo>
                  <a:lnTo>
                    <a:pt x="1" y="419"/>
                  </a:lnTo>
                  <a:cubicBezTo>
                    <a:pt x="1" y="420"/>
                    <a:pt x="29" y="447"/>
                    <a:pt x="29" y="475"/>
                  </a:cubicBezTo>
                  <a:cubicBezTo>
                    <a:pt x="57" y="503"/>
                    <a:pt x="85" y="531"/>
                    <a:pt x="85" y="531"/>
                  </a:cubicBezTo>
                  <a:cubicBezTo>
                    <a:pt x="168" y="587"/>
                    <a:pt x="280" y="615"/>
                    <a:pt x="392" y="615"/>
                  </a:cubicBezTo>
                  <a:cubicBezTo>
                    <a:pt x="559" y="615"/>
                    <a:pt x="726" y="559"/>
                    <a:pt x="754" y="447"/>
                  </a:cubicBezTo>
                  <a:cubicBezTo>
                    <a:pt x="754" y="447"/>
                    <a:pt x="754" y="419"/>
                    <a:pt x="754" y="419"/>
                  </a:cubicBezTo>
                  <a:cubicBezTo>
                    <a:pt x="754" y="280"/>
                    <a:pt x="698" y="57"/>
                    <a:pt x="643" y="1"/>
                  </a:cubicBezTo>
                  <a:close/>
                </a:path>
              </a:pathLst>
            </a:custGeom>
            <a:solidFill>
              <a:srgbClr val="4D20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935;p35">
              <a:extLst>
                <a:ext uri="{FF2B5EF4-FFF2-40B4-BE49-F238E27FC236}">
                  <a16:creationId xmlns:a16="http://schemas.microsoft.com/office/drawing/2014/main" id="{222336C8-4399-DFE9-4B10-6917591EB89F}"/>
                </a:ext>
              </a:extLst>
            </p:cNvPr>
            <p:cNvSpPr/>
            <p:nvPr/>
          </p:nvSpPr>
          <p:spPr>
            <a:xfrm>
              <a:off x="2647353" y="1972488"/>
              <a:ext cx="18352" cy="13147"/>
            </a:xfrm>
            <a:custGeom>
              <a:avLst/>
              <a:gdLst/>
              <a:ahLst/>
              <a:cxnLst/>
              <a:rect l="l" t="t" r="r" b="b"/>
              <a:pathLst>
                <a:path w="476" h="341" extrusionOk="0">
                  <a:moveTo>
                    <a:pt x="209" y="1"/>
                  </a:moveTo>
                  <a:cubicBezTo>
                    <a:pt x="133" y="1"/>
                    <a:pt x="50" y="32"/>
                    <a:pt x="29" y="95"/>
                  </a:cubicBezTo>
                  <a:cubicBezTo>
                    <a:pt x="1" y="206"/>
                    <a:pt x="84" y="290"/>
                    <a:pt x="196" y="318"/>
                  </a:cubicBezTo>
                  <a:cubicBezTo>
                    <a:pt x="227" y="334"/>
                    <a:pt x="258" y="341"/>
                    <a:pt x="288" y="341"/>
                  </a:cubicBezTo>
                  <a:cubicBezTo>
                    <a:pt x="363" y="341"/>
                    <a:pt x="427" y="295"/>
                    <a:pt x="447" y="234"/>
                  </a:cubicBezTo>
                  <a:cubicBezTo>
                    <a:pt x="475" y="151"/>
                    <a:pt x="391" y="39"/>
                    <a:pt x="280" y="11"/>
                  </a:cubicBezTo>
                  <a:cubicBezTo>
                    <a:pt x="259" y="4"/>
                    <a:pt x="234" y="1"/>
                    <a:pt x="209" y="1"/>
                  </a:cubicBezTo>
                  <a:close/>
                </a:path>
              </a:pathLst>
            </a:custGeom>
            <a:solidFill>
              <a:srgbClr val="4DB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936;p35">
              <a:extLst>
                <a:ext uri="{FF2B5EF4-FFF2-40B4-BE49-F238E27FC236}">
                  <a16:creationId xmlns:a16="http://schemas.microsoft.com/office/drawing/2014/main" id="{AEFA82D1-5069-9F32-E595-E1E3EADB59BA}"/>
                </a:ext>
              </a:extLst>
            </p:cNvPr>
            <p:cNvSpPr/>
            <p:nvPr/>
          </p:nvSpPr>
          <p:spPr>
            <a:xfrm>
              <a:off x="2648432" y="1975072"/>
              <a:ext cx="16193" cy="10564"/>
            </a:xfrm>
            <a:custGeom>
              <a:avLst/>
              <a:gdLst/>
              <a:ahLst/>
              <a:cxnLst/>
              <a:rect l="l" t="t" r="r" b="b"/>
              <a:pathLst>
                <a:path w="420" h="274" extrusionOk="0">
                  <a:moveTo>
                    <a:pt x="363" y="0"/>
                  </a:moveTo>
                  <a:cubicBezTo>
                    <a:pt x="375" y="11"/>
                    <a:pt x="384" y="23"/>
                    <a:pt x="391" y="34"/>
                  </a:cubicBezTo>
                  <a:cubicBezTo>
                    <a:pt x="391" y="32"/>
                    <a:pt x="391" y="30"/>
                    <a:pt x="391" y="28"/>
                  </a:cubicBezTo>
                  <a:lnTo>
                    <a:pt x="363" y="0"/>
                  </a:lnTo>
                  <a:close/>
                  <a:moveTo>
                    <a:pt x="391" y="34"/>
                  </a:moveTo>
                  <a:cubicBezTo>
                    <a:pt x="388" y="114"/>
                    <a:pt x="333" y="167"/>
                    <a:pt x="252" y="167"/>
                  </a:cubicBezTo>
                  <a:cubicBezTo>
                    <a:pt x="237" y="172"/>
                    <a:pt x="220" y="175"/>
                    <a:pt x="203" y="175"/>
                  </a:cubicBezTo>
                  <a:cubicBezTo>
                    <a:pt x="122" y="175"/>
                    <a:pt x="24" y="125"/>
                    <a:pt x="1" y="56"/>
                  </a:cubicBezTo>
                  <a:lnTo>
                    <a:pt x="1" y="56"/>
                  </a:lnTo>
                  <a:cubicBezTo>
                    <a:pt x="1" y="139"/>
                    <a:pt x="56" y="223"/>
                    <a:pt x="168" y="251"/>
                  </a:cubicBezTo>
                  <a:cubicBezTo>
                    <a:pt x="199" y="267"/>
                    <a:pt x="230" y="274"/>
                    <a:pt x="260" y="274"/>
                  </a:cubicBezTo>
                  <a:cubicBezTo>
                    <a:pt x="335" y="274"/>
                    <a:pt x="399" y="228"/>
                    <a:pt x="419" y="167"/>
                  </a:cubicBezTo>
                  <a:cubicBezTo>
                    <a:pt x="419" y="123"/>
                    <a:pt x="419" y="79"/>
                    <a:pt x="391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937;p35">
              <a:extLst>
                <a:ext uri="{FF2B5EF4-FFF2-40B4-BE49-F238E27FC236}">
                  <a16:creationId xmlns:a16="http://schemas.microsoft.com/office/drawing/2014/main" id="{9D8CD55B-2292-9ED2-55AB-E07122D8CEB6}"/>
                </a:ext>
              </a:extLst>
            </p:cNvPr>
            <p:cNvSpPr/>
            <p:nvPr/>
          </p:nvSpPr>
          <p:spPr>
            <a:xfrm>
              <a:off x="2608642" y="1747938"/>
              <a:ext cx="269384" cy="164591"/>
            </a:xfrm>
            <a:custGeom>
              <a:avLst/>
              <a:gdLst/>
              <a:ahLst/>
              <a:cxnLst/>
              <a:rect l="l" t="t" r="r" b="b"/>
              <a:pathLst>
                <a:path w="6987" h="4269" extrusionOk="0">
                  <a:moveTo>
                    <a:pt x="3074" y="0"/>
                  </a:moveTo>
                  <a:cubicBezTo>
                    <a:pt x="3026" y="0"/>
                    <a:pt x="2978" y="2"/>
                    <a:pt x="2930" y="4"/>
                  </a:cubicBezTo>
                  <a:cubicBezTo>
                    <a:pt x="2037" y="32"/>
                    <a:pt x="1451" y="367"/>
                    <a:pt x="893" y="1064"/>
                  </a:cubicBezTo>
                  <a:cubicBezTo>
                    <a:pt x="363" y="1734"/>
                    <a:pt x="0" y="2711"/>
                    <a:pt x="196" y="3547"/>
                  </a:cubicBezTo>
                  <a:lnTo>
                    <a:pt x="168" y="3492"/>
                  </a:lnTo>
                  <a:lnTo>
                    <a:pt x="168" y="3492"/>
                  </a:lnTo>
                  <a:cubicBezTo>
                    <a:pt x="196" y="3643"/>
                    <a:pt x="250" y="3698"/>
                    <a:pt x="314" y="3698"/>
                  </a:cubicBezTo>
                  <a:cubicBezTo>
                    <a:pt x="437" y="3698"/>
                    <a:pt x="596" y="3491"/>
                    <a:pt x="670" y="3380"/>
                  </a:cubicBezTo>
                  <a:cubicBezTo>
                    <a:pt x="865" y="3129"/>
                    <a:pt x="865" y="3017"/>
                    <a:pt x="1228" y="3017"/>
                  </a:cubicBezTo>
                  <a:cubicBezTo>
                    <a:pt x="1254" y="3016"/>
                    <a:pt x="1279" y="3016"/>
                    <a:pt x="1304" y="3016"/>
                  </a:cubicBezTo>
                  <a:cubicBezTo>
                    <a:pt x="1958" y="3016"/>
                    <a:pt x="2021" y="3371"/>
                    <a:pt x="2344" y="3882"/>
                  </a:cubicBezTo>
                  <a:cubicBezTo>
                    <a:pt x="2522" y="4174"/>
                    <a:pt x="2786" y="4268"/>
                    <a:pt x="3074" y="4268"/>
                  </a:cubicBezTo>
                  <a:cubicBezTo>
                    <a:pt x="3281" y="4268"/>
                    <a:pt x="3501" y="4220"/>
                    <a:pt x="3711" y="4161"/>
                  </a:cubicBezTo>
                  <a:cubicBezTo>
                    <a:pt x="4058" y="4065"/>
                    <a:pt x="4392" y="4035"/>
                    <a:pt x="4740" y="4035"/>
                  </a:cubicBezTo>
                  <a:cubicBezTo>
                    <a:pt x="4895" y="4035"/>
                    <a:pt x="5054" y="4041"/>
                    <a:pt x="5217" y="4050"/>
                  </a:cubicBezTo>
                  <a:cubicBezTo>
                    <a:pt x="5457" y="4071"/>
                    <a:pt x="5714" y="4195"/>
                    <a:pt x="6028" y="4195"/>
                  </a:cubicBezTo>
                  <a:cubicBezTo>
                    <a:pt x="6116" y="4195"/>
                    <a:pt x="6208" y="4186"/>
                    <a:pt x="6306" y="4161"/>
                  </a:cubicBezTo>
                  <a:cubicBezTo>
                    <a:pt x="6986" y="2200"/>
                    <a:pt x="5035" y="0"/>
                    <a:pt x="3074" y="0"/>
                  </a:cubicBezTo>
                  <a:close/>
                </a:path>
              </a:pathLst>
            </a:custGeom>
            <a:solidFill>
              <a:srgbClr val="7C44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938;p35">
              <a:extLst>
                <a:ext uri="{FF2B5EF4-FFF2-40B4-BE49-F238E27FC236}">
                  <a16:creationId xmlns:a16="http://schemas.microsoft.com/office/drawing/2014/main" id="{7735F0C3-3A00-2106-A36A-F239AF6532ED}"/>
                </a:ext>
              </a:extLst>
            </p:cNvPr>
            <p:cNvSpPr/>
            <p:nvPr/>
          </p:nvSpPr>
          <p:spPr>
            <a:xfrm>
              <a:off x="2688222" y="1879298"/>
              <a:ext cx="6516" cy="10795"/>
            </a:xfrm>
            <a:custGeom>
              <a:avLst/>
              <a:gdLst/>
              <a:ahLst/>
              <a:cxnLst/>
              <a:rect l="l" t="t" r="r" b="b"/>
              <a:pathLst>
                <a:path w="169" h="280" extrusionOk="0">
                  <a:moveTo>
                    <a:pt x="1" y="1"/>
                  </a:moveTo>
                  <a:cubicBezTo>
                    <a:pt x="1" y="29"/>
                    <a:pt x="1" y="29"/>
                    <a:pt x="1" y="29"/>
                  </a:cubicBezTo>
                  <a:cubicBezTo>
                    <a:pt x="57" y="113"/>
                    <a:pt x="85" y="196"/>
                    <a:pt x="140" y="280"/>
                  </a:cubicBezTo>
                  <a:lnTo>
                    <a:pt x="168" y="280"/>
                  </a:lnTo>
                  <a:cubicBezTo>
                    <a:pt x="112" y="196"/>
                    <a:pt x="57" y="85"/>
                    <a:pt x="1" y="1"/>
                  </a:cubicBezTo>
                  <a:close/>
                </a:path>
              </a:pathLst>
            </a:custGeom>
            <a:solidFill>
              <a:srgbClr val="471F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939;p35">
              <a:extLst>
                <a:ext uri="{FF2B5EF4-FFF2-40B4-BE49-F238E27FC236}">
                  <a16:creationId xmlns:a16="http://schemas.microsoft.com/office/drawing/2014/main" id="{350D1956-81C0-6D5A-2D2C-D39C262F88D8}"/>
                </a:ext>
              </a:extLst>
            </p:cNvPr>
            <p:cNvSpPr/>
            <p:nvPr/>
          </p:nvSpPr>
          <p:spPr>
            <a:xfrm>
              <a:off x="2663508" y="1864261"/>
              <a:ext cx="43066" cy="41986"/>
            </a:xfrm>
            <a:custGeom>
              <a:avLst/>
              <a:gdLst/>
              <a:ahLst/>
              <a:cxnLst/>
              <a:rect l="l" t="t" r="r" b="b"/>
              <a:pathLst>
                <a:path w="1117" h="1089" extrusionOk="0">
                  <a:moveTo>
                    <a:pt x="0" y="0"/>
                  </a:moveTo>
                  <a:cubicBezTo>
                    <a:pt x="363" y="28"/>
                    <a:pt x="502" y="196"/>
                    <a:pt x="642" y="419"/>
                  </a:cubicBezTo>
                  <a:cubicBezTo>
                    <a:pt x="642" y="419"/>
                    <a:pt x="642" y="419"/>
                    <a:pt x="642" y="391"/>
                  </a:cubicBezTo>
                  <a:cubicBezTo>
                    <a:pt x="502" y="168"/>
                    <a:pt x="363" y="28"/>
                    <a:pt x="0" y="0"/>
                  </a:cubicBezTo>
                  <a:close/>
                  <a:moveTo>
                    <a:pt x="781" y="670"/>
                  </a:moveTo>
                  <a:cubicBezTo>
                    <a:pt x="837" y="726"/>
                    <a:pt x="865" y="782"/>
                    <a:pt x="893" y="865"/>
                  </a:cubicBezTo>
                  <a:cubicBezTo>
                    <a:pt x="977" y="949"/>
                    <a:pt x="1032" y="1033"/>
                    <a:pt x="1116" y="1088"/>
                  </a:cubicBezTo>
                  <a:cubicBezTo>
                    <a:pt x="1060" y="1033"/>
                    <a:pt x="977" y="949"/>
                    <a:pt x="921" y="865"/>
                  </a:cubicBezTo>
                  <a:cubicBezTo>
                    <a:pt x="865" y="782"/>
                    <a:pt x="837" y="726"/>
                    <a:pt x="809" y="670"/>
                  </a:cubicBezTo>
                  <a:close/>
                </a:path>
              </a:pathLst>
            </a:custGeom>
            <a:solidFill>
              <a:srgbClr val="7540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940;p35">
              <a:extLst>
                <a:ext uri="{FF2B5EF4-FFF2-40B4-BE49-F238E27FC236}">
                  <a16:creationId xmlns:a16="http://schemas.microsoft.com/office/drawing/2014/main" id="{A2187767-7EE0-5CCA-0A6D-99FCEB129CEC}"/>
                </a:ext>
              </a:extLst>
            </p:cNvPr>
            <p:cNvSpPr/>
            <p:nvPr/>
          </p:nvSpPr>
          <p:spPr>
            <a:xfrm>
              <a:off x="2706575" y="1906210"/>
              <a:ext cx="4280" cy="3277"/>
            </a:xfrm>
            <a:custGeom>
              <a:avLst/>
              <a:gdLst/>
              <a:ahLst/>
              <a:cxnLst/>
              <a:rect l="l" t="t" r="r" b="b"/>
              <a:pathLst>
                <a:path w="111" h="85" extrusionOk="0">
                  <a:moveTo>
                    <a:pt x="0" y="1"/>
                  </a:moveTo>
                  <a:cubicBezTo>
                    <a:pt x="55" y="29"/>
                    <a:pt x="83" y="56"/>
                    <a:pt x="111" y="84"/>
                  </a:cubicBezTo>
                  <a:cubicBezTo>
                    <a:pt x="111" y="84"/>
                    <a:pt x="111" y="84"/>
                    <a:pt x="111" y="56"/>
                  </a:cubicBezTo>
                  <a:cubicBezTo>
                    <a:pt x="83" y="56"/>
                    <a:pt x="55" y="29"/>
                    <a:pt x="0" y="1"/>
                  </a:cubicBezTo>
                  <a:close/>
                </a:path>
              </a:pathLst>
            </a:custGeom>
            <a:solidFill>
              <a:srgbClr val="4D20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941;p35">
              <a:extLst>
                <a:ext uri="{FF2B5EF4-FFF2-40B4-BE49-F238E27FC236}">
                  <a16:creationId xmlns:a16="http://schemas.microsoft.com/office/drawing/2014/main" id="{2A178540-AF34-B7A1-2FF6-24FA0E794026}"/>
                </a:ext>
              </a:extLst>
            </p:cNvPr>
            <p:cNvSpPr/>
            <p:nvPr/>
          </p:nvSpPr>
          <p:spPr>
            <a:xfrm>
              <a:off x="2710816" y="1908370"/>
              <a:ext cx="5436" cy="2198"/>
            </a:xfrm>
            <a:custGeom>
              <a:avLst/>
              <a:gdLst/>
              <a:ahLst/>
              <a:cxnLst/>
              <a:rect l="l" t="t" r="r" b="b"/>
              <a:pathLst>
                <a:path w="141" h="57" extrusionOk="0">
                  <a:moveTo>
                    <a:pt x="1" y="0"/>
                  </a:moveTo>
                  <a:cubicBezTo>
                    <a:pt x="1" y="28"/>
                    <a:pt x="1" y="28"/>
                    <a:pt x="1" y="28"/>
                  </a:cubicBezTo>
                  <a:cubicBezTo>
                    <a:pt x="57" y="28"/>
                    <a:pt x="84" y="56"/>
                    <a:pt x="140" y="56"/>
                  </a:cubicBezTo>
                  <a:lnTo>
                    <a:pt x="140" y="56"/>
                  </a:lnTo>
                  <a:cubicBezTo>
                    <a:pt x="84" y="56"/>
                    <a:pt x="57" y="28"/>
                    <a:pt x="1" y="0"/>
                  </a:cubicBezTo>
                  <a:close/>
                </a:path>
              </a:pathLst>
            </a:custGeom>
            <a:solidFill>
              <a:srgbClr val="5527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942;p35">
              <a:extLst>
                <a:ext uri="{FF2B5EF4-FFF2-40B4-BE49-F238E27FC236}">
                  <a16:creationId xmlns:a16="http://schemas.microsoft.com/office/drawing/2014/main" id="{6E1D0DE6-6DF9-3FE0-1868-1E9146494C18}"/>
                </a:ext>
              </a:extLst>
            </p:cNvPr>
            <p:cNvSpPr/>
            <p:nvPr/>
          </p:nvSpPr>
          <p:spPr>
            <a:xfrm>
              <a:off x="2652750" y="1766368"/>
              <a:ext cx="141998" cy="131280"/>
            </a:xfrm>
            <a:custGeom>
              <a:avLst/>
              <a:gdLst/>
              <a:ahLst/>
              <a:cxnLst/>
              <a:rect l="l" t="t" r="r" b="b"/>
              <a:pathLst>
                <a:path w="3683" h="3405" extrusionOk="0">
                  <a:moveTo>
                    <a:pt x="1284" y="1"/>
                  </a:moveTo>
                  <a:cubicBezTo>
                    <a:pt x="1116" y="112"/>
                    <a:pt x="1005" y="224"/>
                    <a:pt x="865" y="307"/>
                  </a:cubicBezTo>
                  <a:cubicBezTo>
                    <a:pt x="558" y="559"/>
                    <a:pt x="196" y="893"/>
                    <a:pt x="84" y="1312"/>
                  </a:cubicBezTo>
                  <a:cubicBezTo>
                    <a:pt x="0" y="1591"/>
                    <a:pt x="56" y="1842"/>
                    <a:pt x="196" y="2065"/>
                  </a:cubicBezTo>
                  <a:cubicBezTo>
                    <a:pt x="363" y="2065"/>
                    <a:pt x="530" y="2093"/>
                    <a:pt x="726" y="2177"/>
                  </a:cubicBezTo>
                  <a:cubicBezTo>
                    <a:pt x="1144" y="2400"/>
                    <a:pt x="1284" y="2930"/>
                    <a:pt x="1702" y="3209"/>
                  </a:cubicBezTo>
                  <a:cubicBezTo>
                    <a:pt x="1869" y="3321"/>
                    <a:pt x="2093" y="3376"/>
                    <a:pt x="2288" y="3404"/>
                  </a:cubicBezTo>
                  <a:lnTo>
                    <a:pt x="2372" y="3404"/>
                  </a:lnTo>
                  <a:cubicBezTo>
                    <a:pt x="2344" y="3376"/>
                    <a:pt x="2344" y="3348"/>
                    <a:pt x="2344" y="3293"/>
                  </a:cubicBezTo>
                  <a:cubicBezTo>
                    <a:pt x="2316" y="3209"/>
                    <a:pt x="2372" y="3181"/>
                    <a:pt x="2511" y="3181"/>
                  </a:cubicBezTo>
                  <a:cubicBezTo>
                    <a:pt x="2679" y="3181"/>
                    <a:pt x="3013" y="3265"/>
                    <a:pt x="3320" y="3321"/>
                  </a:cubicBezTo>
                  <a:cubicBezTo>
                    <a:pt x="3432" y="3348"/>
                    <a:pt x="3543" y="3376"/>
                    <a:pt x="3655" y="3404"/>
                  </a:cubicBezTo>
                  <a:cubicBezTo>
                    <a:pt x="3683" y="2651"/>
                    <a:pt x="3404" y="1814"/>
                    <a:pt x="3237" y="1451"/>
                  </a:cubicBezTo>
                  <a:cubicBezTo>
                    <a:pt x="3041" y="1089"/>
                    <a:pt x="2623" y="475"/>
                    <a:pt x="1674" y="84"/>
                  </a:cubicBezTo>
                  <a:cubicBezTo>
                    <a:pt x="1535" y="56"/>
                    <a:pt x="1395" y="28"/>
                    <a:pt x="1284" y="1"/>
                  </a:cubicBezTo>
                  <a:close/>
                </a:path>
              </a:pathLst>
            </a:custGeom>
            <a:solidFill>
              <a:srgbClr val="5A2A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943;p35">
              <a:extLst>
                <a:ext uri="{FF2B5EF4-FFF2-40B4-BE49-F238E27FC236}">
                  <a16:creationId xmlns:a16="http://schemas.microsoft.com/office/drawing/2014/main" id="{FAC38E47-FC53-434D-1511-3545E5953797}"/>
                </a:ext>
              </a:extLst>
            </p:cNvPr>
            <p:cNvSpPr/>
            <p:nvPr/>
          </p:nvSpPr>
          <p:spPr>
            <a:xfrm>
              <a:off x="2609568" y="1747012"/>
              <a:ext cx="117439" cy="143078"/>
            </a:xfrm>
            <a:custGeom>
              <a:avLst/>
              <a:gdLst/>
              <a:ahLst/>
              <a:cxnLst/>
              <a:rect l="l" t="t" r="r" b="b"/>
              <a:pathLst>
                <a:path w="3046" h="3711" extrusionOk="0">
                  <a:moveTo>
                    <a:pt x="3017" y="0"/>
                  </a:moveTo>
                  <a:cubicBezTo>
                    <a:pt x="2989" y="0"/>
                    <a:pt x="2934" y="0"/>
                    <a:pt x="2906" y="28"/>
                  </a:cubicBezTo>
                  <a:cubicBezTo>
                    <a:pt x="2962" y="0"/>
                    <a:pt x="2989" y="0"/>
                    <a:pt x="3045" y="0"/>
                  </a:cubicBezTo>
                  <a:close/>
                  <a:moveTo>
                    <a:pt x="2906" y="28"/>
                  </a:moveTo>
                  <a:cubicBezTo>
                    <a:pt x="2334" y="46"/>
                    <a:pt x="1888" y="190"/>
                    <a:pt x="1495" y="474"/>
                  </a:cubicBezTo>
                  <a:lnTo>
                    <a:pt x="1495" y="474"/>
                  </a:lnTo>
                  <a:cubicBezTo>
                    <a:pt x="1891" y="193"/>
                    <a:pt x="2341" y="47"/>
                    <a:pt x="2906" y="28"/>
                  </a:cubicBezTo>
                  <a:close/>
                  <a:moveTo>
                    <a:pt x="1495" y="474"/>
                  </a:moveTo>
                  <a:cubicBezTo>
                    <a:pt x="1304" y="610"/>
                    <a:pt x="1125" y="777"/>
                    <a:pt x="953" y="977"/>
                  </a:cubicBezTo>
                  <a:cubicBezTo>
                    <a:pt x="933" y="996"/>
                    <a:pt x="914" y="1030"/>
                    <a:pt x="894" y="1057"/>
                  </a:cubicBezTo>
                  <a:lnTo>
                    <a:pt x="894" y="1057"/>
                  </a:lnTo>
                  <a:cubicBezTo>
                    <a:pt x="1087" y="821"/>
                    <a:pt x="1283" y="627"/>
                    <a:pt x="1495" y="474"/>
                  </a:cubicBezTo>
                  <a:close/>
                  <a:moveTo>
                    <a:pt x="894" y="1057"/>
                  </a:moveTo>
                  <a:cubicBezTo>
                    <a:pt x="886" y="1068"/>
                    <a:pt x="877" y="1078"/>
                    <a:pt x="869" y="1088"/>
                  </a:cubicBezTo>
                  <a:cubicBezTo>
                    <a:pt x="877" y="1080"/>
                    <a:pt x="886" y="1069"/>
                    <a:pt x="894" y="1057"/>
                  </a:cubicBezTo>
                  <a:close/>
                  <a:moveTo>
                    <a:pt x="869" y="1088"/>
                  </a:moveTo>
                  <a:lnTo>
                    <a:pt x="869" y="1088"/>
                  </a:lnTo>
                  <a:cubicBezTo>
                    <a:pt x="644" y="1356"/>
                    <a:pt x="447" y="1680"/>
                    <a:pt x="307" y="2026"/>
                  </a:cubicBezTo>
                  <a:lnTo>
                    <a:pt x="307" y="2026"/>
                  </a:lnTo>
                  <a:cubicBezTo>
                    <a:pt x="453" y="1685"/>
                    <a:pt x="651" y="1363"/>
                    <a:pt x="869" y="1088"/>
                  </a:cubicBezTo>
                  <a:close/>
                  <a:moveTo>
                    <a:pt x="307" y="2026"/>
                  </a:moveTo>
                  <a:cubicBezTo>
                    <a:pt x="99" y="2514"/>
                    <a:pt x="1" y="3039"/>
                    <a:pt x="116" y="3516"/>
                  </a:cubicBezTo>
                  <a:cubicBezTo>
                    <a:pt x="144" y="3627"/>
                    <a:pt x="172" y="3683"/>
                    <a:pt x="227" y="3711"/>
                  </a:cubicBezTo>
                  <a:lnTo>
                    <a:pt x="200" y="3683"/>
                  </a:lnTo>
                  <a:cubicBezTo>
                    <a:pt x="172" y="3655"/>
                    <a:pt x="144" y="3599"/>
                    <a:pt x="144" y="3516"/>
                  </a:cubicBezTo>
                  <a:cubicBezTo>
                    <a:pt x="116" y="3376"/>
                    <a:pt x="88" y="3237"/>
                    <a:pt x="88" y="3069"/>
                  </a:cubicBezTo>
                  <a:cubicBezTo>
                    <a:pt x="88" y="2724"/>
                    <a:pt x="170" y="2365"/>
                    <a:pt x="307" y="2026"/>
                  </a:cubicBezTo>
                  <a:close/>
                </a:path>
              </a:pathLst>
            </a:custGeom>
            <a:solidFill>
              <a:srgbClr val="6A51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944;p35">
              <a:extLst>
                <a:ext uri="{FF2B5EF4-FFF2-40B4-BE49-F238E27FC236}">
                  <a16:creationId xmlns:a16="http://schemas.microsoft.com/office/drawing/2014/main" id="{6FFEF56E-B25A-6485-F85D-DA02D434037D}"/>
                </a:ext>
              </a:extLst>
            </p:cNvPr>
            <p:cNvSpPr/>
            <p:nvPr/>
          </p:nvSpPr>
          <p:spPr>
            <a:xfrm>
              <a:off x="2617240" y="1889014"/>
              <a:ext cx="1118" cy="1080"/>
            </a:xfrm>
            <a:custGeom>
              <a:avLst/>
              <a:gdLst/>
              <a:ahLst/>
              <a:cxnLst/>
              <a:rect l="l" t="t" r="r" b="b"/>
              <a:pathLst>
                <a:path w="29" h="28" extrusionOk="0">
                  <a:moveTo>
                    <a:pt x="1" y="0"/>
                  </a:moveTo>
                  <a:lnTo>
                    <a:pt x="28" y="28"/>
                  </a:lnTo>
                  <a:cubicBezTo>
                    <a:pt x="28" y="28"/>
                    <a:pt x="28" y="0"/>
                    <a:pt x="1" y="0"/>
                  </a:cubicBezTo>
                  <a:close/>
                </a:path>
              </a:pathLst>
            </a:custGeom>
            <a:solidFill>
              <a:srgbClr val="4D20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945;p35">
              <a:extLst>
                <a:ext uri="{FF2B5EF4-FFF2-40B4-BE49-F238E27FC236}">
                  <a16:creationId xmlns:a16="http://schemas.microsoft.com/office/drawing/2014/main" id="{A2B519A1-CDCC-9840-85AA-0B8FC818B974}"/>
                </a:ext>
              </a:extLst>
            </p:cNvPr>
            <p:cNvSpPr/>
            <p:nvPr/>
          </p:nvSpPr>
          <p:spPr>
            <a:xfrm>
              <a:off x="2617240" y="1889014"/>
              <a:ext cx="3277" cy="1080"/>
            </a:xfrm>
            <a:custGeom>
              <a:avLst/>
              <a:gdLst/>
              <a:ahLst/>
              <a:cxnLst/>
              <a:rect l="l" t="t" r="r" b="b"/>
              <a:pathLst>
                <a:path w="85" h="28" extrusionOk="0">
                  <a:moveTo>
                    <a:pt x="1" y="0"/>
                  </a:moveTo>
                  <a:cubicBezTo>
                    <a:pt x="9" y="9"/>
                    <a:pt x="18" y="15"/>
                    <a:pt x="27" y="19"/>
                  </a:cubicBezTo>
                  <a:lnTo>
                    <a:pt x="27" y="19"/>
                  </a:lnTo>
                  <a:cubicBezTo>
                    <a:pt x="24" y="11"/>
                    <a:pt x="18" y="0"/>
                    <a:pt x="1" y="0"/>
                  </a:cubicBezTo>
                  <a:close/>
                  <a:moveTo>
                    <a:pt x="27" y="19"/>
                  </a:moveTo>
                  <a:cubicBezTo>
                    <a:pt x="28" y="24"/>
                    <a:pt x="28" y="28"/>
                    <a:pt x="28" y="28"/>
                  </a:cubicBezTo>
                  <a:lnTo>
                    <a:pt x="84" y="28"/>
                  </a:lnTo>
                  <a:cubicBezTo>
                    <a:pt x="65" y="28"/>
                    <a:pt x="46" y="28"/>
                    <a:pt x="27" y="19"/>
                  </a:cubicBezTo>
                  <a:close/>
                </a:path>
              </a:pathLst>
            </a:custGeom>
            <a:solidFill>
              <a:srgbClr val="5527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946;p35">
              <a:extLst>
                <a:ext uri="{FF2B5EF4-FFF2-40B4-BE49-F238E27FC236}">
                  <a16:creationId xmlns:a16="http://schemas.microsoft.com/office/drawing/2014/main" id="{7C08E10B-72E7-69B9-FC9A-D57221A0B618}"/>
                </a:ext>
              </a:extLst>
            </p:cNvPr>
            <p:cNvSpPr/>
            <p:nvPr/>
          </p:nvSpPr>
          <p:spPr>
            <a:xfrm>
              <a:off x="2659189" y="1747938"/>
              <a:ext cx="218838" cy="161777"/>
            </a:xfrm>
            <a:custGeom>
              <a:avLst/>
              <a:gdLst/>
              <a:ahLst/>
              <a:cxnLst/>
              <a:rect l="l" t="t" r="r" b="b"/>
              <a:pathLst>
                <a:path w="5676" h="4196" extrusionOk="0">
                  <a:moveTo>
                    <a:pt x="1763" y="0"/>
                  </a:moveTo>
                  <a:cubicBezTo>
                    <a:pt x="1715" y="0"/>
                    <a:pt x="1667" y="2"/>
                    <a:pt x="1619" y="4"/>
                  </a:cubicBezTo>
                  <a:cubicBezTo>
                    <a:pt x="949" y="32"/>
                    <a:pt x="447" y="227"/>
                    <a:pt x="1" y="618"/>
                  </a:cubicBezTo>
                  <a:lnTo>
                    <a:pt x="140" y="590"/>
                  </a:lnTo>
                  <a:cubicBezTo>
                    <a:pt x="371" y="507"/>
                    <a:pt x="612" y="468"/>
                    <a:pt x="854" y="468"/>
                  </a:cubicBezTo>
                  <a:cubicBezTo>
                    <a:pt x="1665" y="468"/>
                    <a:pt x="2485" y="907"/>
                    <a:pt x="2958" y="1595"/>
                  </a:cubicBezTo>
                  <a:cubicBezTo>
                    <a:pt x="3488" y="2348"/>
                    <a:pt x="3683" y="3185"/>
                    <a:pt x="3628" y="4050"/>
                  </a:cubicBezTo>
                  <a:lnTo>
                    <a:pt x="3906" y="4050"/>
                  </a:lnTo>
                  <a:cubicBezTo>
                    <a:pt x="4146" y="4071"/>
                    <a:pt x="4403" y="4195"/>
                    <a:pt x="4717" y="4195"/>
                  </a:cubicBezTo>
                  <a:cubicBezTo>
                    <a:pt x="4805" y="4195"/>
                    <a:pt x="4897" y="4186"/>
                    <a:pt x="4995" y="4161"/>
                  </a:cubicBezTo>
                  <a:cubicBezTo>
                    <a:pt x="5675" y="2200"/>
                    <a:pt x="3724" y="0"/>
                    <a:pt x="1763" y="0"/>
                  </a:cubicBezTo>
                  <a:close/>
                </a:path>
              </a:pathLst>
            </a:custGeom>
            <a:solidFill>
              <a:srgbClr val="8E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947;p35">
              <a:extLst>
                <a:ext uri="{FF2B5EF4-FFF2-40B4-BE49-F238E27FC236}">
                  <a16:creationId xmlns:a16="http://schemas.microsoft.com/office/drawing/2014/main" id="{C42758C6-6F7F-B5D6-FDD8-4A514110E9D5}"/>
                </a:ext>
              </a:extLst>
            </p:cNvPr>
            <p:cNvSpPr/>
            <p:nvPr/>
          </p:nvSpPr>
          <p:spPr>
            <a:xfrm>
              <a:off x="2709736" y="1767100"/>
              <a:ext cx="93650" cy="136986"/>
            </a:xfrm>
            <a:custGeom>
              <a:avLst/>
              <a:gdLst/>
              <a:ahLst/>
              <a:cxnLst/>
              <a:rect l="l" t="t" r="r" b="b"/>
              <a:pathLst>
                <a:path w="2429" h="3553" extrusionOk="0">
                  <a:moveTo>
                    <a:pt x="140" y="1"/>
                  </a:moveTo>
                  <a:cubicBezTo>
                    <a:pt x="94" y="1"/>
                    <a:pt x="48" y="4"/>
                    <a:pt x="1" y="9"/>
                  </a:cubicBezTo>
                  <a:cubicBezTo>
                    <a:pt x="1089" y="372"/>
                    <a:pt x="1563" y="1042"/>
                    <a:pt x="1759" y="1432"/>
                  </a:cubicBezTo>
                  <a:cubicBezTo>
                    <a:pt x="1954" y="1823"/>
                    <a:pt x="2261" y="2744"/>
                    <a:pt x="2177" y="3525"/>
                  </a:cubicBezTo>
                  <a:cubicBezTo>
                    <a:pt x="2261" y="3553"/>
                    <a:pt x="2344" y="3553"/>
                    <a:pt x="2428" y="3553"/>
                  </a:cubicBezTo>
                  <a:cubicBezTo>
                    <a:pt x="2400" y="3218"/>
                    <a:pt x="2372" y="2883"/>
                    <a:pt x="2344" y="2548"/>
                  </a:cubicBezTo>
                  <a:cubicBezTo>
                    <a:pt x="2289" y="2102"/>
                    <a:pt x="2121" y="1767"/>
                    <a:pt x="1954" y="1377"/>
                  </a:cubicBezTo>
                  <a:cubicBezTo>
                    <a:pt x="1814" y="958"/>
                    <a:pt x="1535" y="679"/>
                    <a:pt x="1173" y="428"/>
                  </a:cubicBezTo>
                  <a:cubicBezTo>
                    <a:pt x="873" y="203"/>
                    <a:pt x="529" y="1"/>
                    <a:pt x="140" y="1"/>
                  </a:cubicBezTo>
                  <a:close/>
                </a:path>
              </a:pathLst>
            </a:custGeom>
            <a:solidFill>
              <a:srgbClr val="7C44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948;p35">
              <a:extLst>
                <a:ext uri="{FF2B5EF4-FFF2-40B4-BE49-F238E27FC236}">
                  <a16:creationId xmlns:a16="http://schemas.microsoft.com/office/drawing/2014/main" id="{B907BD4C-017E-D80E-C3B1-909DBF71B91C}"/>
                </a:ext>
              </a:extLst>
            </p:cNvPr>
            <p:cNvSpPr/>
            <p:nvPr/>
          </p:nvSpPr>
          <p:spPr>
            <a:xfrm>
              <a:off x="2631236" y="1748092"/>
              <a:ext cx="90373" cy="97930"/>
            </a:xfrm>
            <a:custGeom>
              <a:avLst/>
              <a:gdLst/>
              <a:ahLst/>
              <a:cxnLst/>
              <a:rect l="l" t="t" r="r" b="b"/>
              <a:pathLst>
                <a:path w="2344" h="2540" extrusionOk="0">
                  <a:moveTo>
                    <a:pt x="2344" y="0"/>
                  </a:moveTo>
                  <a:lnTo>
                    <a:pt x="2344" y="0"/>
                  </a:lnTo>
                  <a:cubicBezTo>
                    <a:pt x="1507" y="28"/>
                    <a:pt x="921" y="335"/>
                    <a:pt x="391" y="949"/>
                  </a:cubicBezTo>
                  <a:cubicBezTo>
                    <a:pt x="502" y="837"/>
                    <a:pt x="614" y="726"/>
                    <a:pt x="726" y="614"/>
                  </a:cubicBezTo>
                  <a:cubicBezTo>
                    <a:pt x="1172" y="223"/>
                    <a:pt x="1674" y="28"/>
                    <a:pt x="2344" y="0"/>
                  </a:cubicBezTo>
                  <a:close/>
                  <a:moveTo>
                    <a:pt x="1646" y="475"/>
                  </a:moveTo>
                  <a:cubicBezTo>
                    <a:pt x="1228" y="475"/>
                    <a:pt x="921" y="586"/>
                    <a:pt x="754" y="670"/>
                  </a:cubicBezTo>
                  <a:cubicBezTo>
                    <a:pt x="475" y="1005"/>
                    <a:pt x="223" y="1395"/>
                    <a:pt x="84" y="1814"/>
                  </a:cubicBezTo>
                  <a:cubicBezTo>
                    <a:pt x="28" y="1953"/>
                    <a:pt x="0" y="2065"/>
                    <a:pt x="28" y="2204"/>
                  </a:cubicBezTo>
                  <a:cubicBezTo>
                    <a:pt x="28" y="2288"/>
                    <a:pt x="56" y="2344"/>
                    <a:pt x="84" y="2400"/>
                  </a:cubicBezTo>
                  <a:cubicBezTo>
                    <a:pt x="168" y="2511"/>
                    <a:pt x="307" y="2539"/>
                    <a:pt x="447" y="2539"/>
                  </a:cubicBezTo>
                  <a:lnTo>
                    <a:pt x="754" y="2539"/>
                  </a:lnTo>
                  <a:cubicBezTo>
                    <a:pt x="614" y="2316"/>
                    <a:pt x="558" y="2065"/>
                    <a:pt x="642" y="1786"/>
                  </a:cubicBezTo>
                  <a:cubicBezTo>
                    <a:pt x="754" y="1367"/>
                    <a:pt x="1116" y="1033"/>
                    <a:pt x="1423" y="781"/>
                  </a:cubicBezTo>
                  <a:cubicBezTo>
                    <a:pt x="1563" y="698"/>
                    <a:pt x="1674" y="586"/>
                    <a:pt x="1842" y="475"/>
                  </a:cubicBezTo>
                  <a:close/>
                </a:path>
              </a:pathLst>
            </a:custGeom>
            <a:solidFill>
              <a:srgbClr val="5324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949;p35">
              <a:extLst>
                <a:ext uri="{FF2B5EF4-FFF2-40B4-BE49-F238E27FC236}">
                  <a16:creationId xmlns:a16="http://schemas.microsoft.com/office/drawing/2014/main" id="{EC83EA80-F56E-CBEB-63E2-5EF6F8BA7967}"/>
                </a:ext>
              </a:extLst>
            </p:cNvPr>
            <p:cNvSpPr/>
            <p:nvPr/>
          </p:nvSpPr>
          <p:spPr>
            <a:xfrm>
              <a:off x="2659189" y="1747012"/>
              <a:ext cx="82855" cy="24791"/>
            </a:xfrm>
            <a:custGeom>
              <a:avLst/>
              <a:gdLst/>
              <a:ahLst/>
              <a:cxnLst/>
              <a:rect l="l" t="t" r="r" b="b"/>
              <a:pathLst>
                <a:path w="2149" h="643" extrusionOk="0">
                  <a:moveTo>
                    <a:pt x="168" y="503"/>
                  </a:moveTo>
                  <a:cubicBezTo>
                    <a:pt x="160" y="510"/>
                    <a:pt x="153" y="517"/>
                    <a:pt x="145" y="524"/>
                  </a:cubicBezTo>
                  <a:lnTo>
                    <a:pt x="145" y="524"/>
                  </a:lnTo>
                  <a:cubicBezTo>
                    <a:pt x="149" y="521"/>
                    <a:pt x="154" y="518"/>
                    <a:pt x="158" y="515"/>
                  </a:cubicBezTo>
                  <a:lnTo>
                    <a:pt x="158" y="515"/>
                  </a:lnTo>
                  <a:cubicBezTo>
                    <a:pt x="161" y="511"/>
                    <a:pt x="164" y="507"/>
                    <a:pt x="168" y="503"/>
                  </a:cubicBezTo>
                  <a:close/>
                  <a:moveTo>
                    <a:pt x="145" y="524"/>
                  </a:moveTo>
                  <a:lnTo>
                    <a:pt x="145" y="524"/>
                  </a:lnTo>
                  <a:cubicBezTo>
                    <a:pt x="121" y="542"/>
                    <a:pt x="97" y="561"/>
                    <a:pt x="74" y="580"/>
                  </a:cubicBezTo>
                  <a:lnTo>
                    <a:pt x="74" y="580"/>
                  </a:lnTo>
                  <a:cubicBezTo>
                    <a:pt x="97" y="562"/>
                    <a:pt x="121" y="545"/>
                    <a:pt x="145" y="524"/>
                  </a:cubicBezTo>
                  <a:close/>
                  <a:moveTo>
                    <a:pt x="1758" y="0"/>
                  </a:moveTo>
                  <a:cubicBezTo>
                    <a:pt x="1702" y="0"/>
                    <a:pt x="1675" y="0"/>
                    <a:pt x="1619" y="28"/>
                  </a:cubicBezTo>
                  <a:cubicBezTo>
                    <a:pt x="1026" y="53"/>
                    <a:pt x="565" y="209"/>
                    <a:pt x="158" y="515"/>
                  </a:cubicBezTo>
                  <a:lnTo>
                    <a:pt x="158" y="515"/>
                  </a:lnTo>
                  <a:cubicBezTo>
                    <a:pt x="140" y="539"/>
                    <a:pt x="136" y="562"/>
                    <a:pt x="112" y="586"/>
                  </a:cubicBezTo>
                  <a:cubicBezTo>
                    <a:pt x="391" y="475"/>
                    <a:pt x="698" y="419"/>
                    <a:pt x="1005" y="419"/>
                  </a:cubicBezTo>
                  <a:lnTo>
                    <a:pt x="1228" y="419"/>
                  </a:lnTo>
                  <a:cubicBezTo>
                    <a:pt x="1507" y="251"/>
                    <a:pt x="1842" y="112"/>
                    <a:pt x="2149" y="28"/>
                  </a:cubicBezTo>
                  <a:cubicBezTo>
                    <a:pt x="2009" y="28"/>
                    <a:pt x="1870" y="0"/>
                    <a:pt x="1758" y="0"/>
                  </a:cubicBezTo>
                  <a:close/>
                  <a:moveTo>
                    <a:pt x="74" y="580"/>
                  </a:moveTo>
                  <a:lnTo>
                    <a:pt x="74" y="580"/>
                  </a:lnTo>
                  <a:cubicBezTo>
                    <a:pt x="49" y="599"/>
                    <a:pt x="25" y="618"/>
                    <a:pt x="1" y="642"/>
                  </a:cubicBezTo>
                  <a:cubicBezTo>
                    <a:pt x="25" y="621"/>
                    <a:pt x="49" y="600"/>
                    <a:pt x="74" y="580"/>
                  </a:cubicBezTo>
                  <a:close/>
                </a:path>
              </a:pathLst>
            </a:custGeom>
            <a:solidFill>
              <a:srgbClr val="5E2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950;p35">
              <a:extLst>
                <a:ext uri="{FF2B5EF4-FFF2-40B4-BE49-F238E27FC236}">
                  <a16:creationId xmlns:a16="http://schemas.microsoft.com/office/drawing/2014/main" id="{3FA00C0A-5E6D-F383-6395-0611D94E325B}"/>
                </a:ext>
              </a:extLst>
            </p:cNvPr>
            <p:cNvSpPr/>
            <p:nvPr/>
          </p:nvSpPr>
          <p:spPr>
            <a:xfrm>
              <a:off x="2725891" y="1906210"/>
              <a:ext cx="32309" cy="6477"/>
            </a:xfrm>
            <a:custGeom>
              <a:avLst/>
              <a:gdLst/>
              <a:ahLst/>
              <a:cxnLst/>
              <a:rect l="l" t="t" r="r" b="b"/>
              <a:pathLst>
                <a:path w="838" h="168" extrusionOk="0">
                  <a:moveTo>
                    <a:pt x="28" y="168"/>
                  </a:moveTo>
                  <a:lnTo>
                    <a:pt x="0" y="168"/>
                  </a:lnTo>
                  <a:lnTo>
                    <a:pt x="0" y="168"/>
                  </a:lnTo>
                  <a:lnTo>
                    <a:pt x="28" y="168"/>
                  </a:lnTo>
                  <a:cubicBezTo>
                    <a:pt x="224" y="168"/>
                    <a:pt x="447" y="112"/>
                    <a:pt x="670" y="56"/>
                  </a:cubicBezTo>
                  <a:cubicBezTo>
                    <a:pt x="726" y="28"/>
                    <a:pt x="782" y="0"/>
                    <a:pt x="837" y="0"/>
                  </a:cubicBezTo>
                  <a:lnTo>
                    <a:pt x="837" y="0"/>
                  </a:lnTo>
                  <a:cubicBezTo>
                    <a:pt x="782" y="0"/>
                    <a:pt x="726" y="28"/>
                    <a:pt x="670" y="56"/>
                  </a:cubicBezTo>
                  <a:cubicBezTo>
                    <a:pt x="447" y="112"/>
                    <a:pt x="224" y="168"/>
                    <a:pt x="28" y="168"/>
                  </a:cubicBezTo>
                  <a:close/>
                </a:path>
              </a:pathLst>
            </a:custGeom>
            <a:solidFill>
              <a:srgbClr val="AE71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951;p35">
              <a:extLst>
                <a:ext uri="{FF2B5EF4-FFF2-40B4-BE49-F238E27FC236}">
                  <a16:creationId xmlns:a16="http://schemas.microsoft.com/office/drawing/2014/main" id="{CC754B42-A59C-92D2-25FB-97FD0F82490B}"/>
                </a:ext>
              </a:extLst>
            </p:cNvPr>
            <p:cNvSpPr/>
            <p:nvPr/>
          </p:nvSpPr>
          <p:spPr>
            <a:xfrm>
              <a:off x="2660269" y="1845986"/>
              <a:ext cx="88252" cy="55943"/>
            </a:xfrm>
            <a:custGeom>
              <a:avLst/>
              <a:gdLst/>
              <a:ahLst/>
              <a:cxnLst/>
              <a:rect l="l" t="t" r="r" b="b"/>
              <a:pathLst>
                <a:path w="2289" h="1451" extrusionOk="0">
                  <a:moveTo>
                    <a:pt x="1" y="0"/>
                  </a:moveTo>
                  <a:cubicBezTo>
                    <a:pt x="28" y="84"/>
                    <a:pt x="56" y="140"/>
                    <a:pt x="112" y="195"/>
                  </a:cubicBezTo>
                  <a:cubicBezTo>
                    <a:pt x="252" y="363"/>
                    <a:pt x="447" y="474"/>
                    <a:pt x="614" y="614"/>
                  </a:cubicBezTo>
                  <a:cubicBezTo>
                    <a:pt x="810" y="753"/>
                    <a:pt x="949" y="949"/>
                    <a:pt x="1089" y="1144"/>
                  </a:cubicBezTo>
                  <a:cubicBezTo>
                    <a:pt x="1284" y="1395"/>
                    <a:pt x="1563" y="1451"/>
                    <a:pt x="1842" y="1451"/>
                  </a:cubicBezTo>
                  <a:cubicBezTo>
                    <a:pt x="1953" y="1451"/>
                    <a:pt x="2093" y="1423"/>
                    <a:pt x="2232" y="1423"/>
                  </a:cubicBezTo>
                  <a:lnTo>
                    <a:pt x="2288" y="1423"/>
                  </a:lnTo>
                  <a:cubicBezTo>
                    <a:pt x="2232" y="1395"/>
                    <a:pt x="2205" y="1367"/>
                    <a:pt x="2177" y="1339"/>
                  </a:cubicBezTo>
                  <a:lnTo>
                    <a:pt x="2093" y="1339"/>
                  </a:lnTo>
                  <a:cubicBezTo>
                    <a:pt x="1898" y="1311"/>
                    <a:pt x="1674" y="1256"/>
                    <a:pt x="1507" y="1144"/>
                  </a:cubicBezTo>
                  <a:cubicBezTo>
                    <a:pt x="1089" y="865"/>
                    <a:pt x="949" y="335"/>
                    <a:pt x="531" y="112"/>
                  </a:cubicBezTo>
                  <a:cubicBezTo>
                    <a:pt x="335" y="28"/>
                    <a:pt x="168" y="0"/>
                    <a:pt x="1" y="0"/>
                  </a:cubicBezTo>
                  <a:close/>
                </a:path>
              </a:pathLst>
            </a:custGeom>
            <a:solidFill>
              <a:srgbClr val="5023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952;p35">
              <a:extLst>
                <a:ext uri="{FF2B5EF4-FFF2-40B4-BE49-F238E27FC236}">
                  <a16:creationId xmlns:a16="http://schemas.microsoft.com/office/drawing/2014/main" id="{3BFA799B-F6E0-B451-C669-E00618BA32CD}"/>
                </a:ext>
              </a:extLst>
            </p:cNvPr>
            <p:cNvSpPr/>
            <p:nvPr/>
          </p:nvSpPr>
          <p:spPr>
            <a:xfrm>
              <a:off x="2643073" y="1784643"/>
              <a:ext cx="3239" cy="4357"/>
            </a:xfrm>
            <a:custGeom>
              <a:avLst/>
              <a:gdLst/>
              <a:ahLst/>
              <a:cxnLst/>
              <a:rect l="l" t="t" r="r" b="b"/>
              <a:pathLst>
                <a:path w="84" h="113" extrusionOk="0">
                  <a:moveTo>
                    <a:pt x="0" y="112"/>
                  </a:moveTo>
                  <a:cubicBezTo>
                    <a:pt x="28" y="85"/>
                    <a:pt x="56" y="29"/>
                    <a:pt x="84" y="1"/>
                  </a:cubicBezTo>
                  <a:cubicBezTo>
                    <a:pt x="56" y="29"/>
                    <a:pt x="28" y="85"/>
                    <a:pt x="0" y="112"/>
                  </a:cubicBezTo>
                  <a:close/>
                </a:path>
              </a:pathLst>
            </a:custGeom>
            <a:solidFill>
              <a:srgbClr val="5A3A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953;p35">
              <a:extLst>
                <a:ext uri="{FF2B5EF4-FFF2-40B4-BE49-F238E27FC236}">
                  <a16:creationId xmlns:a16="http://schemas.microsoft.com/office/drawing/2014/main" id="{A17E7030-FD7B-281C-C1B3-A6D0D47A2721}"/>
                </a:ext>
              </a:extLst>
            </p:cNvPr>
            <p:cNvSpPr/>
            <p:nvPr/>
          </p:nvSpPr>
          <p:spPr>
            <a:xfrm>
              <a:off x="2725891" y="1906210"/>
              <a:ext cx="32309" cy="6477"/>
            </a:xfrm>
            <a:custGeom>
              <a:avLst/>
              <a:gdLst/>
              <a:ahLst/>
              <a:cxnLst/>
              <a:rect l="l" t="t" r="r" b="b"/>
              <a:pathLst>
                <a:path w="838" h="168" extrusionOk="0">
                  <a:moveTo>
                    <a:pt x="28" y="168"/>
                  </a:moveTo>
                  <a:lnTo>
                    <a:pt x="0" y="168"/>
                  </a:lnTo>
                  <a:lnTo>
                    <a:pt x="0" y="168"/>
                  </a:lnTo>
                  <a:lnTo>
                    <a:pt x="28" y="168"/>
                  </a:lnTo>
                  <a:cubicBezTo>
                    <a:pt x="224" y="168"/>
                    <a:pt x="447" y="112"/>
                    <a:pt x="670" y="56"/>
                  </a:cubicBezTo>
                  <a:cubicBezTo>
                    <a:pt x="726" y="28"/>
                    <a:pt x="782" y="0"/>
                    <a:pt x="837" y="0"/>
                  </a:cubicBezTo>
                  <a:lnTo>
                    <a:pt x="837" y="0"/>
                  </a:lnTo>
                  <a:cubicBezTo>
                    <a:pt x="782" y="0"/>
                    <a:pt x="726" y="28"/>
                    <a:pt x="670" y="56"/>
                  </a:cubicBezTo>
                  <a:cubicBezTo>
                    <a:pt x="447" y="112"/>
                    <a:pt x="224" y="168"/>
                    <a:pt x="28" y="168"/>
                  </a:cubicBezTo>
                  <a:close/>
                </a:path>
              </a:pathLst>
            </a:custGeom>
            <a:solidFill>
              <a:srgbClr val="6030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954;p35">
              <a:extLst>
                <a:ext uri="{FF2B5EF4-FFF2-40B4-BE49-F238E27FC236}">
                  <a16:creationId xmlns:a16="http://schemas.microsoft.com/office/drawing/2014/main" id="{C3E7AD75-DEB2-D9A1-187E-9542B0E44609}"/>
                </a:ext>
              </a:extLst>
            </p:cNvPr>
            <p:cNvSpPr/>
            <p:nvPr/>
          </p:nvSpPr>
          <p:spPr>
            <a:xfrm>
              <a:off x="2725891" y="1906210"/>
              <a:ext cx="32271" cy="6477"/>
            </a:xfrm>
            <a:custGeom>
              <a:avLst/>
              <a:gdLst/>
              <a:ahLst/>
              <a:cxnLst/>
              <a:rect l="l" t="t" r="r" b="b"/>
              <a:pathLst>
                <a:path w="837" h="168" extrusionOk="0">
                  <a:moveTo>
                    <a:pt x="836" y="0"/>
                  </a:moveTo>
                  <a:lnTo>
                    <a:pt x="836" y="0"/>
                  </a:lnTo>
                  <a:cubicBezTo>
                    <a:pt x="781" y="1"/>
                    <a:pt x="725" y="29"/>
                    <a:pt x="642" y="56"/>
                  </a:cubicBezTo>
                  <a:cubicBezTo>
                    <a:pt x="447" y="112"/>
                    <a:pt x="224" y="168"/>
                    <a:pt x="0" y="168"/>
                  </a:cubicBezTo>
                  <a:lnTo>
                    <a:pt x="28" y="168"/>
                  </a:lnTo>
                  <a:cubicBezTo>
                    <a:pt x="224" y="168"/>
                    <a:pt x="447" y="112"/>
                    <a:pt x="670" y="56"/>
                  </a:cubicBezTo>
                  <a:cubicBezTo>
                    <a:pt x="725" y="29"/>
                    <a:pt x="781" y="1"/>
                    <a:pt x="836" y="0"/>
                  </a:cubicBezTo>
                  <a:close/>
                </a:path>
              </a:pathLst>
            </a:custGeom>
            <a:solidFill>
              <a:srgbClr val="5023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955;p35">
              <a:extLst>
                <a:ext uri="{FF2B5EF4-FFF2-40B4-BE49-F238E27FC236}">
                  <a16:creationId xmlns:a16="http://schemas.microsoft.com/office/drawing/2014/main" id="{FEBBE1DE-E2B9-DD91-80CA-B147AF204CFF}"/>
                </a:ext>
              </a:extLst>
            </p:cNvPr>
            <p:cNvSpPr/>
            <p:nvPr/>
          </p:nvSpPr>
          <p:spPr>
            <a:xfrm>
              <a:off x="2620479" y="1864261"/>
              <a:ext cx="35509" cy="25832"/>
            </a:xfrm>
            <a:custGeom>
              <a:avLst/>
              <a:gdLst/>
              <a:ahLst/>
              <a:cxnLst/>
              <a:rect l="l" t="t" r="r" b="b"/>
              <a:pathLst>
                <a:path w="921" h="670" extrusionOk="0">
                  <a:moveTo>
                    <a:pt x="921" y="0"/>
                  </a:moveTo>
                  <a:lnTo>
                    <a:pt x="921" y="0"/>
                  </a:lnTo>
                  <a:cubicBezTo>
                    <a:pt x="558" y="0"/>
                    <a:pt x="530" y="112"/>
                    <a:pt x="335" y="363"/>
                  </a:cubicBezTo>
                  <a:cubicBezTo>
                    <a:pt x="279" y="475"/>
                    <a:pt x="112" y="670"/>
                    <a:pt x="0" y="670"/>
                  </a:cubicBezTo>
                  <a:cubicBezTo>
                    <a:pt x="112" y="670"/>
                    <a:pt x="279" y="475"/>
                    <a:pt x="363" y="363"/>
                  </a:cubicBezTo>
                  <a:cubicBezTo>
                    <a:pt x="558" y="112"/>
                    <a:pt x="558" y="0"/>
                    <a:pt x="921" y="0"/>
                  </a:cubicBezTo>
                  <a:close/>
                </a:path>
              </a:pathLst>
            </a:custGeom>
            <a:solidFill>
              <a:srgbClr val="5023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956;p35">
              <a:extLst>
                <a:ext uri="{FF2B5EF4-FFF2-40B4-BE49-F238E27FC236}">
                  <a16:creationId xmlns:a16="http://schemas.microsoft.com/office/drawing/2014/main" id="{51560679-5789-870E-6CC7-665C6D7F95DE}"/>
                </a:ext>
              </a:extLst>
            </p:cNvPr>
            <p:cNvSpPr/>
            <p:nvPr/>
          </p:nvSpPr>
          <p:spPr>
            <a:xfrm>
              <a:off x="2608642" y="1788961"/>
              <a:ext cx="34468" cy="95771"/>
            </a:xfrm>
            <a:custGeom>
              <a:avLst/>
              <a:gdLst/>
              <a:ahLst/>
              <a:cxnLst/>
              <a:rect l="l" t="t" r="r" b="b"/>
              <a:pathLst>
                <a:path w="894" h="2484" extrusionOk="0">
                  <a:moveTo>
                    <a:pt x="893" y="0"/>
                  </a:moveTo>
                  <a:lnTo>
                    <a:pt x="893" y="0"/>
                  </a:lnTo>
                  <a:cubicBezTo>
                    <a:pt x="447" y="531"/>
                    <a:pt x="112" y="1284"/>
                    <a:pt x="112" y="1981"/>
                  </a:cubicBezTo>
                  <a:cubicBezTo>
                    <a:pt x="112" y="2149"/>
                    <a:pt x="140" y="2288"/>
                    <a:pt x="168" y="2428"/>
                  </a:cubicBezTo>
                  <a:cubicBezTo>
                    <a:pt x="168" y="2428"/>
                    <a:pt x="168" y="2428"/>
                    <a:pt x="168" y="2428"/>
                  </a:cubicBezTo>
                  <a:lnTo>
                    <a:pt x="168" y="2428"/>
                  </a:lnTo>
                  <a:lnTo>
                    <a:pt x="196" y="2483"/>
                  </a:lnTo>
                  <a:cubicBezTo>
                    <a:pt x="0" y="1647"/>
                    <a:pt x="363" y="670"/>
                    <a:pt x="893" y="0"/>
                  </a:cubicBezTo>
                  <a:close/>
                </a:path>
              </a:pathLst>
            </a:custGeom>
            <a:solidFill>
              <a:srgbClr val="4E2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957;p35">
              <a:extLst>
                <a:ext uri="{FF2B5EF4-FFF2-40B4-BE49-F238E27FC236}">
                  <a16:creationId xmlns:a16="http://schemas.microsoft.com/office/drawing/2014/main" id="{252AE227-8469-F121-A544-B39675E0ED40}"/>
                </a:ext>
              </a:extLst>
            </p:cNvPr>
            <p:cNvSpPr/>
            <p:nvPr/>
          </p:nvSpPr>
          <p:spPr>
            <a:xfrm>
              <a:off x="2608642" y="1773886"/>
              <a:ext cx="149555" cy="138798"/>
            </a:xfrm>
            <a:custGeom>
              <a:avLst/>
              <a:gdLst/>
              <a:ahLst/>
              <a:cxnLst/>
              <a:rect l="l" t="t" r="r" b="b"/>
              <a:pathLst>
                <a:path w="3879" h="3600" extrusionOk="0">
                  <a:moveTo>
                    <a:pt x="1340" y="1"/>
                  </a:moveTo>
                  <a:lnTo>
                    <a:pt x="1340" y="1"/>
                  </a:lnTo>
                  <a:cubicBezTo>
                    <a:pt x="1256" y="29"/>
                    <a:pt x="1200" y="57"/>
                    <a:pt x="1200" y="57"/>
                  </a:cubicBezTo>
                  <a:lnTo>
                    <a:pt x="1200" y="57"/>
                  </a:lnTo>
                  <a:cubicBezTo>
                    <a:pt x="1126" y="131"/>
                    <a:pt x="1051" y="205"/>
                    <a:pt x="977" y="280"/>
                  </a:cubicBezTo>
                  <a:cubicBezTo>
                    <a:pt x="949" y="308"/>
                    <a:pt x="921" y="364"/>
                    <a:pt x="893" y="391"/>
                  </a:cubicBezTo>
                  <a:cubicBezTo>
                    <a:pt x="363" y="1061"/>
                    <a:pt x="0" y="2038"/>
                    <a:pt x="196" y="2874"/>
                  </a:cubicBezTo>
                  <a:lnTo>
                    <a:pt x="168" y="2819"/>
                  </a:lnTo>
                  <a:lnTo>
                    <a:pt x="168" y="2819"/>
                  </a:lnTo>
                  <a:cubicBezTo>
                    <a:pt x="168" y="2902"/>
                    <a:pt x="196" y="2958"/>
                    <a:pt x="224" y="2986"/>
                  </a:cubicBezTo>
                  <a:cubicBezTo>
                    <a:pt x="251" y="3014"/>
                    <a:pt x="279" y="3014"/>
                    <a:pt x="307" y="3014"/>
                  </a:cubicBezTo>
                  <a:cubicBezTo>
                    <a:pt x="419" y="3014"/>
                    <a:pt x="586" y="2819"/>
                    <a:pt x="642" y="2707"/>
                  </a:cubicBezTo>
                  <a:cubicBezTo>
                    <a:pt x="837" y="2456"/>
                    <a:pt x="865" y="2344"/>
                    <a:pt x="1228" y="2344"/>
                  </a:cubicBezTo>
                  <a:lnTo>
                    <a:pt x="1423" y="2344"/>
                  </a:lnTo>
                  <a:cubicBezTo>
                    <a:pt x="1786" y="2372"/>
                    <a:pt x="1925" y="2512"/>
                    <a:pt x="2065" y="2735"/>
                  </a:cubicBezTo>
                  <a:cubicBezTo>
                    <a:pt x="2149" y="2874"/>
                    <a:pt x="2232" y="3014"/>
                    <a:pt x="2344" y="3209"/>
                  </a:cubicBezTo>
                  <a:cubicBezTo>
                    <a:pt x="2428" y="3349"/>
                    <a:pt x="2539" y="3432"/>
                    <a:pt x="2651" y="3488"/>
                  </a:cubicBezTo>
                  <a:cubicBezTo>
                    <a:pt x="2707" y="3516"/>
                    <a:pt x="2734" y="3544"/>
                    <a:pt x="2790" y="3544"/>
                  </a:cubicBezTo>
                  <a:cubicBezTo>
                    <a:pt x="2874" y="3572"/>
                    <a:pt x="2958" y="3600"/>
                    <a:pt x="3041" y="3600"/>
                  </a:cubicBezTo>
                  <a:cubicBezTo>
                    <a:pt x="3265" y="3600"/>
                    <a:pt x="3488" y="3544"/>
                    <a:pt x="3683" y="3488"/>
                  </a:cubicBezTo>
                  <a:cubicBezTo>
                    <a:pt x="3767" y="3460"/>
                    <a:pt x="3823" y="3432"/>
                    <a:pt x="3878" y="3432"/>
                  </a:cubicBezTo>
                  <a:cubicBezTo>
                    <a:pt x="3767" y="3377"/>
                    <a:pt x="3683" y="3321"/>
                    <a:pt x="3627" y="3293"/>
                  </a:cubicBezTo>
                  <a:lnTo>
                    <a:pt x="3571" y="3293"/>
                  </a:lnTo>
                  <a:cubicBezTo>
                    <a:pt x="3432" y="3293"/>
                    <a:pt x="3292" y="3321"/>
                    <a:pt x="3181" y="3321"/>
                  </a:cubicBezTo>
                  <a:cubicBezTo>
                    <a:pt x="2902" y="3321"/>
                    <a:pt x="2623" y="3265"/>
                    <a:pt x="2428" y="3014"/>
                  </a:cubicBezTo>
                  <a:cubicBezTo>
                    <a:pt x="2288" y="2819"/>
                    <a:pt x="2149" y="2623"/>
                    <a:pt x="1953" y="2484"/>
                  </a:cubicBezTo>
                  <a:cubicBezTo>
                    <a:pt x="1786" y="2344"/>
                    <a:pt x="1591" y="2233"/>
                    <a:pt x="1451" y="2065"/>
                  </a:cubicBezTo>
                  <a:cubicBezTo>
                    <a:pt x="1395" y="2010"/>
                    <a:pt x="1367" y="1954"/>
                    <a:pt x="1340" y="1870"/>
                  </a:cubicBezTo>
                  <a:lnTo>
                    <a:pt x="1033" y="1870"/>
                  </a:lnTo>
                  <a:cubicBezTo>
                    <a:pt x="893" y="1870"/>
                    <a:pt x="754" y="1842"/>
                    <a:pt x="670" y="1731"/>
                  </a:cubicBezTo>
                  <a:cubicBezTo>
                    <a:pt x="642" y="1675"/>
                    <a:pt x="614" y="1619"/>
                    <a:pt x="614" y="1535"/>
                  </a:cubicBezTo>
                  <a:cubicBezTo>
                    <a:pt x="586" y="1396"/>
                    <a:pt x="614" y="1284"/>
                    <a:pt x="670" y="1145"/>
                  </a:cubicBezTo>
                  <a:cubicBezTo>
                    <a:pt x="809" y="726"/>
                    <a:pt x="1061" y="336"/>
                    <a:pt x="1340" y="1"/>
                  </a:cubicBezTo>
                  <a:close/>
                </a:path>
              </a:pathLst>
            </a:custGeom>
            <a:solidFill>
              <a:srgbClr val="4C2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958;p35">
              <a:extLst>
                <a:ext uri="{FF2B5EF4-FFF2-40B4-BE49-F238E27FC236}">
                  <a16:creationId xmlns:a16="http://schemas.microsoft.com/office/drawing/2014/main" id="{7B2191EE-B91F-F886-889B-B7F6E8B75310}"/>
                </a:ext>
              </a:extLst>
            </p:cNvPr>
            <p:cNvSpPr/>
            <p:nvPr/>
          </p:nvSpPr>
          <p:spPr>
            <a:xfrm>
              <a:off x="2659189" y="1766368"/>
              <a:ext cx="6477" cy="5436"/>
            </a:xfrm>
            <a:custGeom>
              <a:avLst/>
              <a:gdLst/>
              <a:ahLst/>
              <a:cxnLst/>
              <a:rect l="l" t="t" r="r" b="b"/>
              <a:pathLst>
                <a:path w="168" h="141" extrusionOk="0">
                  <a:moveTo>
                    <a:pt x="168" y="1"/>
                  </a:moveTo>
                  <a:lnTo>
                    <a:pt x="168" y="1"/>
                  </a:lnTo>
                  <a:cubicBezTo>
                    <a:pt x="122" y="46"/>
                    <a:pt x="77" y="73"/>
                    <a:pt x="31" y="112"/>
                  </a:cubicBezTo>
                  <a:lnTo>
                    <a:pt x="56" y="112"/>
                  </a:lnTo>
                  <a:cubicBezTo>
                    <a:pt x="84" y="84"/>
                    <a:pt x="84" y="84"/>
                    <a:pt x="112" y="84"/>
                  </a:cubicBezTo>
                  <a:cubicBezTo>
                    <a:pt x="140" y="56"/>
                    <a:pt x="140" y="28"/>
                    <a:pt x="168" y="1"/>
                  </a:cubicBezTo>
                  <a:close/>
                  <a:moveTo>
                    <a:pt x="29" y="112"/>
                  </a:moveTo>
                  <a:cubicBezTo>
                    <a:pt x="29" y="112"/>
                    <a:pt x="29" y="113"/>
                    <a:pt x="28" y="114"/>
                  </a:cubicBezTo>
                  <a:lnTo>
                    <a:pt x="28" y="114"/>
                  </a:lnTo>
                  <a:cubicBezTo>
                    <a:pt x="29" y="114"/>
                    <a:pt x="30" y="113"/>
                    <a:pt x="31" y="112"/>
                  </a:cubicBezTo>
                  <a:close/>
                  <a:moveTo>
                    <a:pt x="28" y="114"/>
                  </a:moveTo>
                  <a:cubicBezTo>
                    <a:pt x="19" y="122"/>
                    <a:pt x="10" y="131"/>
                    <a:pt x="1" y="140"/>
                  </a:cubicBezTo>
                  <a:cubicBezTo>
                    <a:pt x="24" y="140"/>
                    <a:pt x="28" y="121"/>
                    <a:pt x="28" y="114"/>
                  </a:cubicBezTo>
                  <a:close/>
                </a:path>
              </a:pathLst>
            </a:custGeom>
            <a:solidFill>
              <a:srgbClr val="5225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959;p35">
              <a:extLst>
                <a:ext uri="{FF2B5EF4-FFF2-40B4-BE49-F238E27FC236}">
                  <a16:creationId xmlns:a16="http://schemas.microsoft.com/office/drawing/2014/main" id="{D5328BB6-0CAE-5CA6-11DB-71A89BD209A1}"/>
                </a:ext>
              </a:extLst>
            </p:cNvPr>
            <p:cNvSpPr/>
            <p:nvPr/>
          </p:nvSpPr>
          <p:spPr>
            <a:xfrm>
              <a:off x="2654910" y="1747899"/>
              <a:ext cx="115125" cy="28184"/>
            </a:xfrm>
            <a:custGeom>
              <a:avLst/>
              <a:gdLst/>
              <a:ahLst/>
              <a:cxnLst/>
              <a:rect l="l" t="t" r="r" b="b"/>
              <a:pathLst>
                <a:path w="2986" h="731" extrusionOk="0">
                  <a:moveTo>
                    <a:pt x="1889" y="0"/>
                  </a:moveTo>
                  <a:cubicBezTo>
                    <a:pt x="1836" y="0"/>
                    <a:pt x="1783" y="2"/>
                    <a:pt x="1730" y="5"/>
                  </a:cubicBezTo>
                  <a:cubicBezTo>
                    <a:pt x="1004" y="33"/>
                    <a:pt x="474" y="256"/>
                    <a:pt x="0" y="731"/>
                  </a:cubicBezTo>
                  <a:cubicBezTo>
                    <a:pt x="0" y="731"/>
                    <a:pt x="389" y="493"/>
                    <a:pt x="977" y="493"/>
                  </a:cubicBezTo>
                  <a:cubicBezTo>
                    <a:pt x="1057" y="493"/>
                    <a:pt x="1141" y="497"/>
                    <a:pt x="1228" y="507"/>
                  </a:cubicBezTo>
                  <a:cubicBezTo>
                    <a:pt x="1507" y="396"/>
                    <a:pt x="1786" y="256"/>
                    <a:pt x="2037" y="228"/>
                  </a:cubicBezTo>
                  <a:cubicBezTo>
                    <a:pt x="2218" y="201"/>
                    <a:pt x="2364" y="187"/>
                    <a:pt x="2511" y="187"/>
                  </a:cubicBezTo>
                  <a:cubicBezTo>
                    <a:pt x="2657" y="187"/>
                    <a:pt x="2804" y="201"/>
                    <a:pt x="2985" y="228"/>
                  </a:cubicBezTo>
                  <a:cubicBezTo>
                    <a:pt x="2620" y="82"/>
                    <a:pt x="2255" y="0"/>
                    <a:pt x="1889" y="0"/>
                  </a:cubicBezTo>
                  <a:close/>
                </a:path>
              </a:pathLst>
            </a:custGeom>
            <a:solidFill>
              <a:srgbClr val="6635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960;p35">
              <a:extLst>
                <a:ext uri="{FF2B5EF4-FFF2-40B4-BE49-F238E27FC236}">
                  <a16:creationId xmlns:a16="http://schemas.microsoft.com/office/drawing/2014/main" id="{D57E44C0-57BE-8BD8-54B4-1E99BC6FDDC5}"/>
                </a:ext>
              </a:extLst>
            </p:cNvPr>
            <p:cNvSpPr/>
            <p:nvPr/>
          </p:nvSpPr>
          <p:spPr>
            <a:xfrm>
              <a:off x="2797953" y="1790041"/>
              <a:ext cx="68898" cy="118364"/>
            </a:xfrm>
            <a:custGeom>
              <a:avLst/>
              <a:gdLst/>
              <a:ahLst/>
              <a:cxnLst/>
              <a:rect l="l" t="t" r="r" b="b"/>
              <a:pathLst>
                <a:path w="1787" h="3070" extrusionOk="0">
                  <a:moveTo>
                    <a:pt x="559" y="0"/>
                  </a:moveTo>
                  <a:cubicBezTo>
                    <a:pt x="698" y="196"/>
                    <a:pt x="1228" y="726"/>
                    <a:pt x="1423" y="1730"/>
                  </a:cubicBezTo>
                  <a:cubicBezTo>
                    <a:pt x="1479" y="2009"/>
                    <a:pt x="1479" y="2344"/>
                    <a:pt x="1368" y="2623"/>
                  </a:cubicBezTo>
                  <a:cubicBezTo>
                    <a:pt x="1277" y="2875"/>
                    <a:pt x="1012" y="2941"/>
                    <a:pt x="753" y="2941"/>
                  </a:cubicBezTo>
                  <a:cubicBezTo>
                    <a:pt x="612" y="2941"/>
                    <a:pt x="472" y="2922"/>
                    <a:pt x="363" y="2902"/>
                  </a:cubicBezTo>
                  <a:cubicBezTo>
                    <a:pt x="252" y="2902"/>
                    <a:pt x="112" y="2874"/>
                    <a:pt x="1" y="2846"/>
                  </a:cubicBezTo>
                  <a:lnTo>
                    <a:pt x="1" y="2846"/>
                  </a:lnTo>
                  <a:cubicBezTo>
                    <a:pt x="252" y="2930"/>
                    <a:pt x="307" y="2986"/>
                    <a:pt x="419" y="2986"/>
                  </a:cubicBezTo>
                  <a:cubicBezTo>
                    <a:pt x="726" y="3013"/>
                    <a:pt x="977" y="3069"/>
                    <a:pt x="1423" y="3069"/>
                  </a:cubicBezTo>
                  <a:cubicBezTo>
                    <a:pt x="1786" y="1981"/>
                    <a:pt x="1340" y="809"/>
                    <a:pt x="559" y="0"/>
                  </a:cubicBezTo>
                  <a:close/>
                </a:path>
              </a:pathLst>
            </a:custGeom>
            <a:solidFill>
              <a:srgbClr val="6635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961;p35">
              <a:extLst>
                <a:ext uri="{FF2B5EF4-FFF2-40B4-BE49-F238E27FC236}">
                  <a16:creationId xmlns:a16="http://schemas.microsoft.com/office/drawing/2014/main" id="{9D0AB1FB-CD89-45DD-4615-7FD93068937E}"/>
                </a:ext>
              </a:extLst>
            </p:cNvPr>
            <p:cNvSpPr/>
            <p:nvPr/>
          </p:nvSpPr>
          <p:spPr>
            <a:xfrm>
              <a:off x="2654910" y="1763553"/>
              <a:ext cx="155994" cy="141613"/>
            </a:xfrm>
            <a:custGeom>
              <a:avLst/>
              <a:gdLst/>
              <a:ahLst/>
              <a:cxnLst/>
              <a:rect l="l" t="t" r="r" b="b"/>
              <a:pathLst>
                <a:path w="4046" h="3673" extrusionOk="0">
                  <a:moveTo>
                    <a:pt x="1117" y="0"/>
                  </a:moveTo>
                  <a:cubicBezTo>
                    <a:pt x="802" y="0"/>
                    <a:pt x="481" y="60"/>
                    <a:pt x="167" y="185"/>
                  </a:cubicBezTo>
                  <a:lnTo>
                    <a:pt x="140" y="185"/>
                  </a:lnTo>
                  <a:cubicBezTo>
                    <a:pt x="112" y="241"/>
                    <a:pt x="56" y="269"/>
                    <a:pt x="0" y="325"/>
                  </a:cubicBezTo>
                  <a:cubicBezTo>
                    <a:pt x="0" y="325"/>
                    <a:pt x="423" y="71"/>
                    <a:pt x="1034" y="71"/>
                  </a:cubicBezTo>
                  <a:cubicBezTo>
                    <a:pt x="1416" y="71"/>
                    <a:pt x="1871" y="170"/>
                    <a:pt x="2344" y="492"/>
                  </a:cubicBezTo>
                  <a:cubicBezTo>
                    <a:pt x="3683" y="1413"/>
                    <a:pt x="3739" y="3142"/>
                    <a:pt x="3711" y="3533"/>
                  </a:cubicBezTo>
                  <a:cubicBezTo>
                    <a:pt x="3906" y="3617"/>
                    <a:pt x="3962" y="3645"/>
                    <a:pt x="4045" y="3673"/>
                  </a:cubicBezTo>
                  <a:cubicBezTo>
                    <a:pt x="3962" y="2752"/>
                    <a:pt x="3850" y="1775"/>
                    <a:pt x="3236" y="1050"/>
                  </a:cubicBezTo>
                  <a:cubicBezTo>
                    <a:pt x="2695" y="388"/>
                    <a:pt x="1923" y="0"/>
                    <a:pt x="1117" y="0"/>
                  </a:cubicBezTo>
                  <a:close/>
                </a:path>
              </a:pathLst>
            </a:custGeom>
            <a:solidFill>
              <a:srgbClr val="512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962;p35">
              <a:extLst>
                <a:ext uri="{FF2B5EF4-FFF2-40B4-BE49-F238E27FC236}">
                  <a16:creationId xmlns:a16="http://schemas.microsoft.com/office/drawing/2014/main" id="{4A2E4A38-62F2-334B-D1F3-4F9A5E728491}"/>
                </a:ext>
              </a:extLst>
            </p:cNvPr>
            <p:cNvSpPr/>
            <p:nvPr/>
          </p:nvSpPr>
          <p:spPr>
            <a:xfrm>
              <a:off x="2734489" y="1776045"/>
              <a:ext cx="68898" cy="125882"/>
            </a:xfrm>
            <a:custGeom>
              <a:avLst/>
              <a:gdLst/>
              <a:ahLst/>
              <a:cxnLst/>
              <a:rect l="l" t="t" r="r" b="b"/>
              <a:pathLst>
                <a:path w="1787" h="3265" extrusionOk="0">
                  <a:moveTo>
                    <a:pt x="1" y="1"/>
                  </a:moveTo>
                  <a:lnTo>
                    <a:pt x="1" y="1"/>
                  </a:lnTo>
                  <a:cubicBezTo>
                    <a:pt x="84" y="56"/>
                    <a:pt x="196" y="112"/>
                    <a:pt x="280" y="168"/>
                  </a:cubicBezTo>
                  <a:cubicBezTo>
                    <a:pt x="1619" y="1089"/>
                    <a:pt x="1675" y="2818"/>
                    <a:pt x="1647" y="3209"/>
                  </a:cubicBezTo>
                  <a:cubicBezTo>
                    <a:pt x="1702" y="3237"/>
                    <a:pt x="1758" y="3265"/>
                    <a:pt x="1786" y="3265"/>
                  </a:cubicBezTo>
                  <a:cubicBezTo>
                    <a:pt x="1786" y="2986"/>
                    <a:pt x="1786" y="2707"/>
                    <a:pt x="1758" y="2428"/>
                  </a:cubicBezTo>
                  <a:cubicBezTo>
                    <a:pt x="1675" y="2065"/>
                    <a:pt x="1591" y="1703"/>
                    <a:pt x="1423" y="1396"/>
                  </a:cubicBezTo>
                  <a:cubicBezTo>
                    <a:pt x="1256" y="1033"/>
                    <a:pt x="1033" y="726"/>
                    <a:pt x="754" y="475"/>
                  </a:cubicBezTo>
                  <a:cubicBezTo>
                    <a:pt x="586" y="308"/>
                    <a:pt x="391" y="168"/>
                    <a:pt x="140" y="56"/>
                  </a:cubicBezTo>
                  <a:cubicBezTo>
                    <a:pt x="112" y="56"/>
                    <a:pt x="56" y="29"/>
                    <a:pt x="1" y="1"/>
                  </a:cubicBez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963;p35">
              <a:extLst>
                <a:ext uri="{FF2B5EF4-FFF2-40B4-BE49-F238E27FC236}">
                  <a16:creationId xmlns:a16="http://schemas.microsoft.com/office/drawing/2014/main" id="{0B75D660-345B-69DA-F9EA-54979FAD0EBA}"/>
                </a:ext>
              </a:extLst>
            </p:cNvPr>
            <p:cNvSpPr/>
            <p:nvPr/>
          </p:nvSpPr>
          <p:spPr>
            <a:xfrm>
              <a:off x="2654910" y="1762898"/>
              <a:ext cx="51664" cy="13186"/>
            </a:xfrm>
            <a:custGeom>
              <a:avLst/>
              <a:gdLst/>
              <a:ahLst/>
              <a:cxnLst/>
              <a:rect l="l" t="t" r="r" b="b"/>
              <a:pathLst>
                <a:path w="1340" h="342" extrusionOk="0">
                  <a:moveTo>
                    <a:pt x="1149" y="0"/>
                  </a:moveTo>
                  <a:cubicBezTo>
                    <a:pt x="822" y="0"/>
                    <a:pt x="495" y="62"/>
                    <a:pt x="167" y="202"/>
                  </a:cubicBezTo>
                  <a:lnTo>
                    <a:pt x="140" y="202"/>
                  </a:lnTo>
                  <a:cubicBezTo>
                    <a:pt x="112" y="258"/>
                    <a:pt x="56" y="286"/>
                    <a:pt x="0" y="342"/>
                  </a:cubicBezTo>
                  <a:cubicBezTo>
                    <a:pt x="0" y="342"/>
                    <a:pt x="456" y="89"/>
                    <a:pt x="1077" y="89"/>
                  </a:cubicBezTo>
                  <a:cubicBezTo>
                    <a:pt x="1108" y="89"/>
                    <a:pt x="1140" y="89"/>
                    <a:pt x="1172" y="91"/>
                  </a:cubicBezTo>
                  <a:cubicBezTo>
                    <a:pt x="1228" y="63"/>
                    <a:pt x="1283" y="35"/>
                    <a:pt x="1339" y="7"/>
                  </a:cubicBezTo>
                  <a:cubicBezTo>
                    <a:pt x="1276" y="2"/>
                    <a:pt x="1212" y="0"/>
                    <a:pt x="1149" y="0"/>
                  </a:cubicBez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964;p35">
              <a:extLst>
                <a:ext uri="{FF2B5EF4-FFF2-40B4-BE49-F238E27FC236}">
                  <a16:creationId xmlns:a16="http://schemas.microsoft.com/office/drawing/2014/main" id="{6845B2D1-1FD6-F64B-DFA2-30EE7CF863BC}"/>
                </a:ext>
              </a:extLst>
            </p:cNvPr>
            <p:cNvSpPr/>
            <p:nvPr/>
          </p:nvSpPr>
          <p:spPr>
            <a:xfrm>
              <a:off x="2741892" y="1888667"/>
              <a:ext cx="151830" cy="59876"/>
            </a:xfrm>
            <a:custGeom>
              <a:avLst/>
              <a:gdLst/>
              <a:ahLst/>
              <a:cxnLst/>
              <a:rect l="l" t="t" r="r" b="b"/>
              <a:pathLst>
                <a:path w="3938" h="1553" extrusionOk="0">
                  <a:moveTo>
                    <a:pt x="187" y="1"/>
                  </a:moveTo>
                  <a:cubicBezTo>
                    <a:pt x="64" y="1"/>
                    <a:pt x="0" y="34"/>
                    <a:pt x="32" y="121"/>
                  </a:cubicBezTo>
                  <a:cubicBezTo>
                    <a:pt x="4" y="344"/>
                    <a:pt x="450" y="400"/>
                    <a:pt x="1315" y="958"/>
                  </a:cubicBezTo>
                  <a:cubicBezTo>
                    <a:pt x="1483" y="1069"/>
                    <a:pt x="1455" y="1069"/>
                    <a:pt x="1650" y="1181"/>
                  </a:cubicBezTo>
                  <a:cubicBezTo>
                    <a:pt x="1974" y="1355"/>
                    <a:pt x="3212" y="1552"/>
                    <a:pt x="3631" y="1552"/>
                  </a:cubicBezTo>
                  <a:cubicBezTo>
                    <a:pt x="3680" y="1552"/>
                    <a:pt x="3719" y="1549"/>
                    <a:pt x="3742" y="1544"/>
                  </a:cubicBezTo>
                  <a:cubicBezTo>
                    <a:pt x="3938" y="1488"/>
                    <a:pt x="3073" y="707"/>
                    <a:pt x="2877" y="511"/>
                  </a:cubicBezTo>
                  <a:cubicBezTo>
                    <a:pt x="2877" y="511"/>
                    <a:pt x="2487" y="511"/>
                    <a:pt x="1650" y="316"/>
                  </a:cubicBezTo>
                  <a:cubicBezTo>
                    <a:pt x="1189" y="216"/>
                    <a:pt x="499" y="1"/>
                    <a:pt x="187" y="1"/>
                  </a:cubicBezTo>
                  <a:close/>
                </a:path>
              </a:pathLst>
            </a:custGeom>
            <a:solidFill>
              <a:srgbClr val="602B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965;p35">
              <a:extLst>
                <a:ext uri="{FF2B5EF4-FFF2-40B4-BE49-F238E27FC236}">
                  <a16:creationId xmlns:a16="http://schemas.microsoft.com/office/drawing/2014/main" id="{AC0CECCB-F3B8-FFA4-171C-B71423309366}"/>
                </a:ext>
              </a:extLst>
            </p:cNvPr>
            <p:cNvSpPr/>
            <p:nvPr/>
          </p:nvSpPr>
          <p:spPr>
            <a:xfrm>
              <a:off x="2803350" y="1900813"/>
              <a:ext cx="2159" cy="39"/>
            </a:xfrm>
            <a:custGeom>
              <a:avLst/>
              <a:gdLst/>
              <a:ahLst/>
              <a:cxnLst/>
              <a:rect l="l" t="t" r="r" b="b"/>
              <a:pathLst>
                <a:path w="56" h="1" extrusionOk="0">
                  <a:moveTo>
                    <a:pt x="56" y="1"/>
                  </a:moveTo>
                  <a:cubicBezTo>
                    <a:pt x="56" y="1"/>
                    <a:pt x="28" y="1"/>
                    <a:pt x="0" y="1"/>
                  </a:cubicBezTo>
                  <a:lnTo>
                    <a:pt x="0" y="1"/>
                  </a:lnTo>
                  <a:cubicBezTo>
                    <a:pt x="28" y="1"/>
                    <a:pt x="56" y="1"/>
                    <a:pt x="56" y="1"/>
                  </a:cubicBezTo>
                  <a:close/>
                </a:path>
              </a:pathLst>
            </a:custGeom>
            <a:solidFill>
              <a:srgbClr val="512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966;p35">
              <a:extLst>
                <a:ext uri="{FF2B5EF4-FFF2-40B4-BE49-F238E27FC236}">
                  <a16:creationId xmlns:a16="http://schemas.microsoft.com/office/drawing/2014/main" id="{D3A5A327-3FF7-E7C5-F51E-53DE05E3CB7B}"/>
                </a:ext>
              </a:extLst>
            </p:cNvPr>
            <p:cNvSpPr/>
            <p:nvPr/>
          </p:nvSpPr>
          <p:spPr>
            <a:xfrm>
              <a:off x="2780757" y="1894374"/>
              <a:ext cx="12954" cy="3277"/>
            </a:xfrm>
            <a:custGeom>
              <a:avLst/>
              <a:gdLst/>
              <a:ahLst/>
              <a:cxnLst/>
              <a:rect l="l" t="t" r="r" b="b"/>
              <a:pathLst>
                <a:path w="336" h="85" extrusionOk="0">
                  <a:moveTo>
                    <a:pt x="335" y="84"/>
                  </a:moveTo>
                  <a:cubicBezTo>
                    <a:pt x="223" y="56"/>
                    <a:pt x="112" y="28"/>
                    <a:pt x="0" y="1"/>
                  </a:cubicBezTo>
                  <a:cubicBezTo>
                    <a:pt x="112" y="28"/>
                    <a:pt x="223" y="56"/>
                    <a:pt x="335" y="84"/>
                  </a:cubicBezTo>
                  <a:lnTo>
                    <a:pt x="335" y="84"/>
                  </a:lnTo>
                  <a:close/>
                </a:path>
              </a:pathLst>
            </a:custGeom>
            <a:solidFill>
              <a:srgbClr val="5324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967;p35">
              <a:extLst>
                <a:ext uri="{FF2B5EF4-FFF2-40B4-BE49-F238E27FC236}">
                  <a16:creationId xmlns:a16="http://schemas.microsoft.com/office/drawing/2014/main" id="{61383A77-15F3-568D-A32F-D07A77E82A41}"/>
                </a:ext>
              </a:extLst>
            </p:cNvPr>
            <p:cNvSpPr/>
            <p:nvPr/>
          </p:nvSpPr>
          <p:spPr>
            <a:xfrm>
              <a:off x="2793673" y="1897612"/>
              <a:ext cx="4318" cy="1118"/>
            </a:xfrm>
            <a:custGeom>
              <a:avLst/>
              <a:gdLst/>
              <a:ahLst/>
              <a:cxnLst/>
              <a:rect l="l" t="t" r="r" b="b"/>
              <a:pathLst>
                <a:path w="112" h="29" extrusionOk="0">
                  <a:moveTo>
                    <a:pt x="112" y="28"/>
                  </a:moveTo>
                  <a:cubicBezTo>
                    <a:pt x="84" y="28"/>
                    <a:pt x="28" y="28"/>
                    <a:pt x="0" y="0"/>
                  </a:cubicBezTo>
                  <a:lnTo>
                    <a:pt x="0" y="0"/>
                  </a:lnTo>
                  <a:cubicBezTo>
                    <a:pt x="28" y="28"/>
                    <a:pt x="84" y="28"/>
                    <a:pt x="112" y="28"/>
                  </a:cubicBezTo>
                  <a:lnTo>
                    <a:pt x="112" y="28"/>
                  </a:lnTo>
                  <a:close/>
                </a:path>
              </a:pathLst>
            </a:custGeom>
            <a:solidFill>
              <a:srgbClr val="5A2A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968;p35">
              <a:extLst>
                <a:ext uri="{FF2B5EF4-FFF2-40B4-BE49-F238E27FC236}">
                  <a16:creationId xmlns:a16="http://schemas.microsoft.com/office/drawing/2014/main" id="{F4105CE0-B083-9E2D-B020-DF07CC0627FD}"/>
                </a:ext>
              </a:extLst>
            </p:cNvPr>
            <p:cNvSpPr/>
            <p:nvPr/>
          </p:nvSpPr>
          <p:spPr>
            <a:xfrm>
              <a:off x="2797953" y="1898692"/>
              <a:ext cx="5436" cy="2159"/>
            </a:xfrm>
            <a:custGeom>
              <a:avLst/>
              <a:gdLst/>
              <a:ahLst/>
              <a:cxnLst/>
              <a:rect l="l" t="t" r="r" b="b"/>
              <a:pathLst>
                <a:path w="141" h="56" extrusionOk="0">
                  <a:moveTo>
                    <a:pt x="140" y="56"/>
                  </a:moveTo>
                  <a:cubicBezTo>
                    <a:pt x="112" y="28"/>
                    <a:pt x="56" y="28"/>
                    <a:pt x="1" y="0"/>
                  </a:cubicBezTo>
                  <a:lnTo>
                    <a:pt x="1" y="0"/>
                  </a:lnTo>
                  <a:cubicBezTo>
                    <a:pt x="56" y="28"/>
                    <a:pt x="112" y="28"/>
                    <a:pt x="140" y="56"/>
                  </a:cubicBezTo>
                  <a:lnTo>
                    <a:pt x="140" y="56"/>
                  </a:lnTo>
                  <a:close/>
                </a:path>
              </a:pathLst>
            </a:custGeom>
            <a:solidFill>
              <a:srgbClr val="4D20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969;p35">
              <a:extLst>
                <a:ext uri="{FF2B5EF4-FFF2-40B4-BE49-F238E27FC236}">
                  <a16:creationId xmlns:a16="http://schemas.microsoft.com/office/drawing/2014/main" id="{BFCE1CA0-6358-D93A-FFC6-6C3EEB6ADE30}"/>
                </a:ext>
              </a:extLst>
            </p:cNvPr>
            <p:cNvSpPr/>
            <p:nvPr/>
          </p:nvSpPr>
          <p:spPr>
            <a:xfrm>
              <a:off x="2750644" y="1889014"/>
              <a:ext cx="109728" cy="26911"/>
            </a:xfrm>
            <a:custGeom>
              <a:avLst/>
              <a:gdLst/>
              <a:ahLst/>
              <a:cxnLst/>
              <a:rect l="l" t="t" r="r" b="b"/>
              <a:pathLst>
                <a:path w="2846" h="698" extrusionOk="0">
                  <a:moveTo>
                    <a:pt x="0" y="0"/>
                  </a:moveTo>
                  <a:cubicBezTo>
                    <a:pt x="893" y="167"/>
                    <a:pt x="1507" y="446"/>
                    <a:pt x="2092" y="558"/>
                  </a:cubicBezTo>
                  <a:cubicBezTo>
                    <a:pt x="2344" y="614"/>
                    <a:pt x="2650" y="698"/>
                    <a:pt x="2790" y="698"/>
                  </a:cubicBezTo>
                  <a:cubicBezTo>
                    <a:pt x="2818" y="698"/>
                    <a:pt x="2818" y="698"/>
                    <a:pt x="2846" y="670"/>
                  </a:cubicBezTo>
                  <a:cubicBezTo>
                    <a:pt x="2762" y="614"/>
                    <a:pt x="2678" y="530"/>
                    <a:pt x="2650" y="502"/>
                  </a:cubicBezTo>
                  <a:cubicBezTo>
                    <a:pt x="2650" y="502"/>
                    <a:pt x="2260" y="502"/>
                    <a:pt x="1423" y="307"/>
                  </a:cubicBezTo>
                  <a:lnTo>
                    <a:pt x="1367" y="307"/>
                  </a:lnTo>
                  <a:cubicBezTo>
                    <a:pt x="1339" y="279"/>
                    <a:pt x="1283" y="279"/>
                    <a:pt x="1228" y="251"/>
                  </a:cubicBezTo>
                  <a:cubicBezTo>
                    <a:pt x="1200" y="251"/>
                    <a:pt x="1144" y="251"/>
                    <a:pt x="1116" y="223"/>
                  </a:cubicBezTo>
                  <a:cubicBezTo>
                    <a:pt x="1004" y="195"/>
                    <a:pt x="893" y="167"/>
                    <a:pt x="781" y="140"/>
                  </a:cubicBezTo>
                  <a:cubicBezTo>
                    <a:pt x="502" y="84"/>
                    <a:pt x="195" y="0"/>
                    <a:pt x="0" y="0"/>
                  </a:cubicBezTo>
                  <a:close/>
                </a:path>
              </a:pathLst>
            </a:custGeom>
            <a:solidFill>
              <a:srgbClr val="5425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970;p35">
              <a:extLst>
                <a:ext uri="{FF2B5EF4-FFF2-40B4-BE49-F238E27FC236}">
                  <a16:creationId xmlns:a16="http://schemas.microsoft.com/office/drawing/2014/main" id="{4B34FAE4-CCBE-E425-F8DA-868976B11E8B}"/>
                </a:ext>
              </a:extLst>
            </p:cNvPr>
            <p:cNvSpPr/>
            <p:nvPr/>
          </p:nvSpPr>
          <p:spPr>
            <a:xfrm>
              <a:off x="2742008" y="1889014"/>
              <a:ext cx="146355" cy="59529"/>
            </a:xfrm>
            <a:custGeom>
              <a:avLst/>
              <a:gdLst/>
              <a:ahLst/>
              <a:cxnLst/>
              <a:rect l="l" t="t" r="r" b="b"/>
              <a:pathLst>
                <a:path w="3796" h="1544" extrusionOk="0">
                  <a:moveTo>
                    <a:pt x="140" y="0"/>
                  </a:moveTo>
                  <a:cubicBezTo>
                    <a:pt x="29" y="0"/>
                    <a:pt x="1" y="56"/>
                    <a:pt x="29" y="112"/>
                  </a:cubicBezTo>
                  <a:cubicBezTo>
                    <a:pt x="1" y="335"/>
                    <a:pt x="447" y="391"/>
                    <a:pt x="1312" y="949"/>
                  </a:cubicBezTo>
                  <a:cubicBezTo>
                    <a:pt x="1480" y="1060"/>
                    <a:pt x="1452" y="1060"/>
                    <a:pt x="1647" y="1172"/>
                  </a:cubicBezTo>
                  <a:cubicBezTo>
                    <a:pt x="1971" y="1346"/>
                    <a:pt x="3209" y="1543"/>
                    <a:pt x="3628" y="1543"/>
                  </a:cubicBezTo>
                  <a:cubicBezTo>
                    <a:pt x="3677" y="1543"/>
                    <a:pt x="3716" y="1540"/>
                    <a:pt x="3739" y="1535"/>
                  </a:cubicBezTo>
                  <a:cubicBezTo>
                    <a:pt x="3795" y="1535"/>
                    <a:pt x="3767" y="1479"/>
                    <a:pt x="3739" y="1395"/>
                  </a:cubicBezTo>
                  <a:cubicBezTo>
                    <a:pt x="3684" y="1414"/>
                    <a:pt x="3618" y="1420"/>
                    <a:pt x="3552" y="1420"/>
                  </a:cubicBezTo>
                  <a:cubicBezTo>
                    <a:pt x="3420" y="1420"/>
                    <a:pt x="3284" y="1395"/>
                    <a:pt x="3209" y="1395"/>
                  </a:cubicBezTo>
                  <a:cubicBezTo>
                    <a:pt x="2902" y="1367"/>
                    <a:pt x="2623" y="1283"/>
                    <a:pt x="2316" y="1228"/>
                  </a:cubicBezTo>
                  <a:cubicBezTo>
                    <a:pt x="1731" y="1144"/>
                    <a:pt x="1256" y="698"/>
                    <a:pt x="726" y="446"/>
                  </a:cubicBezTo>
                  <a:cubicBezTo>
                    <a:pt x="503" y="363"/>
                    <a:pt x="308" y="251"/>
                    <a:pt x="168" y="56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rgbClr val="471C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971;p35">
              <a:extLst>
                <a:ext uri="{FF2B5EF4-FFF2-40B4-BE49-F238E27FC236}">
                  <a16:creationId xmlns:a16="http://schemas.microsoft.com/office/drawing/2014/main" id="{50BD97BB-C8F0-C9B6-0699-E1E039523F96}"/>
                </a:ext>
              </a:extLst>
            </p:cNvPr>
            <p:cNvSpPr/>
            <p:nvPr/>
          </p:nvSpPr>
          <p:spPr>
            <a:xfrm>
              <a:off x="2810869" y="1841012"/>
              <a:ext cx="14034" cy="32772"/>
            </a:xfrm>
            <a:custGeom>
              <a:avLst/>
              <a:gdLst/>
              <a:ahLst/>
              <a:cxnLst/>
              <a:rect l="l" t="t" r="r" b="b"/>
              <a:pathLst>
                <a:path w="364" h="850" extrusionOk="0">
                  <a:moveTo>
                    <a:pt x="127" y="1"/>
                  </a:moveTo>
                  <a:cubicBezTo>
                    <a:pt x="86" y="1"/>
                    <a:pt x="46" y="20"/>
                    <a:pt x="28" y="73"/>
                  </a:cubicBezTo>
                  <a:cubicBezTo>
                    <a:pt x="0" y="157"/>
                    <a:pt x="28" y="241"/>
                    <a:pt x="56" y="324"/>
                  </a:cubicBezTo>
                  <a:cubicBezTo>
                    <a:pt x="56" y="436"/>
                    <a:pt x="84" y="659"/>
                    <a:pt x="140" y="771"/>
                  </a:cubicBezTo>
                  <a:cubicBezTo>
                    <a:pt x="160" y="810"/>
                    <a:pt x="207" y="850"/>
                    <a:pt x="253" y="850"/>
                  </a:cubicBezTo>
                  <a:cubicBezTo>
                    <a:pt x="272" y="850"/>
                    <a:pt x="291" y="843"/>
                    <a:pt x="307" y="827"/>
                  </a:cubicBezTo>
                  <a:cubicBezTo>
                    <a:pt x="363" y="771"/>
                    <a:pt x="335" y="659"/>
                    <a:pt x="335" y="575"/>
                  </a:cubicBezTo>
                  <a:cubicBezTo>
                    <a:pt x="335" y="436"/>
                    <a:pt x="335" y="297"/>
                    <a:pt x="279" y="157"/>
                  </a:cubicBezTo>
                  <a:cubicBezTo>
                    <a:pt x="279" y="101"/>
                    <a:pt x="251" y="45"/>
                    <a:pt x="196" y="18"/>
                  </a:cubicBezTo>
                  <a:cubicBezTo>
                    <a:pt x="175" y="7"/>
                    <a:pt x="151" y="1"/>
                    <a:pt x="127" y="1"/>
                  </a:cubicBezTo>
                  <a:close/>
                </a:path>
              </a:pathLst>
            </a:custGeom>
            <a:solidFill>
              <a:srgbClr val="D389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972;p35">
              <a:extLst>
                <a:ext uri="{FF2B5EF4-FFF2-40B4-BE49-F238E27FC236}">
                  <a16:creationId xmlns:a16="http://schemas.microsoft.com/office/drawing/2014/main" id="{51E1C051-0E10-FFDC-2726-15FB6ECD51B5}"/>
                </a:ext>
              </a:extLst>
            </p:cNvPr>
            <p:cNvSpPr/>
            <p:nvPr/>
          </p:nvSpPr>
          <p:spPr>
            <a:xfrm>
              <a:off x="2809789" y="1841668"/>
              <a:ext cx="14034" cy="30574"/>
            </a:xfrm>
            <a:custGeom>
              <a:avLst/>
              <a:gdLst/>
              <a:ahLst/>
              <a:cxnLst/>
              <a:rect l="l" t="t" r="r" b="b"/>
              <a:pathLst>
                <a:path w="364" h="793" extrusionOk="0">
                  <a:moveTo>
                    <a:pt x="196" y="1"/>
                  </a:moveTo>
                  <a:cubicBezTo>
                    <a:pt x="112" y="1"/>
                    <a:pt x="56" y="1"/>
                    <a:pt x="28" y="84"/>
                  </a:cubicBezTo>
                  <a:cubicBezTo>
                    <a:pt x="0" y="140"/>
                    <a:pt x="28" y="224"/>
                    <a:pt x="28" y="307"/>
                  </a:cubicBezTo>
                  <a:cubicBezTo>
                    <a:pt x="56" y="419"/>
                    <a:pt x="56" y="614"/>
                    <a:pt x="112" y="726"/>
                  </a:cubicBezTo>
                  <a:cubicBezTo>
                    <a:pt x="153" y="767"/>
                    <a:pt x="194" y="793"/>
                    <a:pt x="235" y="793"/>
                  </a:cubicBezTo>
                  <a:cubicBezTo>
                    <a:pt x="250" y="793"/>
                    <a:pt x="265" y="789"/>
                    <a:pt x="279" y="782"/>
                  </a:cubicBezTo>
                  <a:cubicBezTo>
                    <a:pt x="363" y="726"/>
                    <a:pt x="335" y="614"/>
                    <a:pt x="307" y="558"/>
                  </a:cubicBezTo>
                  <a:cubicBezTo>
                    <a:pt x="307" y="419"/>
                    <a:pt x="307" y="280"/>
                    <a:pt x="279" y="140"/>
                  </a:cubicBezTo>
                  <a:cubicBezTo>
                    <a:pt x="252" y="112"/>
                    <a:pt x="224" y="28"/>
                    <a:pt x="196" y="1"/>
                  </a:cubicBezTo>
                  <a:close/>
                </a:path>
              </a:pathLst>
            </a:custGeom>
            <a:solidFill>
              <a:srgbClr val="330F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973;p35">
              <a:extLst>
                <a:ext uri="{FF2B5EF4-FFF2-40B4-BE49-F238E27FC236}">
                  <a16:creationId xmlns:a16="http://schemas.microsoft.com/office/drawing/2014/main" id="{C303F554-84F4-A5E3-9407-337E08BC8AE7}"/>
                </a:ext>
              </a:extLst>
            </p:cNvPr>
            <p:cNvSpPr/>
            <p:nvPr/>
          </p:nvSpPr>
          <p:spPr>
            <a:xfrm>
              <a:off x="2813028" y="1841668"/>
              <a:ext cx="10795" cy="30150"/>
            </a:xfrm>
            <a:custGeom>
              <a:avLst/>
              <a:gdLst/>
              <a:ahLst/>
              <a:cxnLst/>
              <a:rect l="l" t="t" r="r" b="b"/>
              <a:pathLst>
                <a:path w="280" h="782" extrusionOk="0">
                  <a:moveTo>
                    <a:pt x="56" y="1"/>
                  </a:moveTo>
                  <a:lnTo>
                    <a:pt x="28" y="56"/>
                  </a:lnTo>
                  <a:cubicBezTo>
                    <a:pt x="0" y="140"/>
                    <a:pt x="28" y="224"/>
                    <a:pt x="28" y="280"/>
                  </a:cubicBezTo>
                  <a:cubicBezTo>
                    <a:pt x="28" y="419"/>
                    <a:pt x="56" y="614"/>
                    <a:pt x="112" y="726"/>
                  </a:cubicBezTo>
                  <a:lnTo>
                    <a:pt x="195" y="782"/>
                  </a:lnTo>
                  <a:cubicBezTo>
                    <a:pt x="279" y="726"/>
                    <a:pt x="251" y="614"/>
                    <a:pt x="223" y="558"/>
                  </a:cubicBezTo>
                  <a:cubicBezTo>
                    <a:pt x="223" y="419"/>
                    <a:pt x="223" y="280"/>
                    <a:pt x="195" y="140"/>
                  </a:cubicBezTo>
                  <a:cubicBezTo>
                    <a:pt x="168" y="112"/>
                    <a:pt x="140" y="28"/>
                    <a:pt x="112" y="1"/>
                  </a:cubicBezTo>
                  <a:close/>
                </a:path>
              </a:pathLst>
            </a:custGeom>
            <a:solidFill>
              <a:srgbClr val="471C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974;p35">
              <a:extLst>
                <a:ext uri="{FF2B5EF4-FFF2-40B4-BE49-F238E27FC236}">
                  <a16:creationId xmlns:a16="http://schemas.microsoft.com/office/drawing/2014/main" id="{65EB95B5-51F5-9F04-323D-FE0C4D8318BD}"/>
                </a:ext>
              </a:extLst>
            </p:cNvPr>
            <p:cNvSpPr/>
            <p:nvPr/>
          </p:nvSpPr>
          <p:spPr>
            <a:xfrm>
              <a:off x="2763522" y="1771457"/>
              <a:ext cx="26950" cy="23557"/>
            </a:xfrm>
            <a:custGeom>
              <a:avLst/>
              <a:gdLst/>
              <a:ahLst/>
              <a:cxnLst/>
              <a:rect l="l" t="t" r="r" b="b"/>
              <a:pathLst>
                <a:path w="699" h="611" extrusionOk="0">
                  <a:moveTo>
                    <a:pt x="144" y="0"/>
                  </a:moveTo>
                  <a:cubicBezTo>
                    <a:pt x="134" y="0"/>
                    <a:pt x="123" y="3"/>
                    <a:pt x="112" y="8"/>
                  </a:cubicBezTo>
                  <a:cubicBezTo>
                    <a:pt x="57" y="36"/>
                    <a:pt x="1" y="64"/>
                    <a:pt x="29" y="148"/>
                  </a:cubicBezTo>
                  <a:cubicBezTo>
                    <a:pt x="57" y="231"/>
                    <a:pt x="140" y="287"/>
                    <a:pt x="196" y="315"/>
                  </a:cubicBezTo>
                  <a:cubicBezTo>
                    <a:pt x="280" y="399"/>
                    <a:pt x="419" y="566"/>
                    <a:pt x="531" y="594"/>
                  </a:cubicBezTo>
                  <a:cubicBezTo>
                    <a:pt x="551" y="604"/>
                    <a:pt x="576" y="611"/>
                    <a:pt x="598" y="611"/>
                  </a:cubicBezTo>
                  <a:cubicBezTo>
                    <a:pt x="637" y="611"/>
                    <a:pt x="670" y="591"/>
                    <a:pt x="670" y="538"/>
                  </a:cubicBezTo>
                  <a:cubicBezTo>
                    <a:pt x="698" y="454"/>
                    <a:pt x="615" y="399"/>
                    <a:pt x="559" y="343"/>
                  </a:cubicBezTo>
                  <a:cubicBezTo>
                    <a:pt x="475" y="259"/>
                    <a:pt x="391" y="148"/>
                    <a:pt x="280" y="64"/>
                  </a:cubicBezTo>
                  <a:cubicBezTo>
                    <a:pt x="235" y="41"/>
                    <a:pt x="190" y="0"/>
                    <a:pt x="144" y="0"/>
                  </a:cubicBezTo>
                  <a:close/>
                </a:path>
              </a:pathLst>
            </a:custGeom>
            <a:solidFill>
              <a:srgbClr val="D389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975;p35">
              <a:extLst>
                <a:ext uri="{FF2B5EF4-FFF2-40B4-BE49-F238E27FC236}">
                  <a16:creationId xmlns:a16="http://schemas.microsoft.com/office/drawing/2014/main" id="{AE037E49-3427-2A81-0C14-389A10F339ED}"/>
                </a:ext>
              </a:extLst>
            </p:cNvPr>
            <p:cNvSpPr/>
            <p:nvPr/>
          </p:nvSpPr>
          <p:spPr>
            <a:xfrm>
              <a:off x="2762442" y="1772806"/>
              <a:ext cx="25870" cy="22208"/>
            </a:xfrm>
            <a:custGeom>
              <a:avLst/>
              <a:gdLst/>
              <a:ahLst/>
              <a:cxnLst/>
              <a:rect l="l" t="t" r="r" b="b"/>
              <a:pathLst>
                <a:path w="671" h="576" extrusionOk="0">
                  <a:moveTo>
                    <a:pt x="113" y="1"/>
                  </a:moveTo>
                  <a:cubicBezTo>
                    <a:pt x="57" y="29"/>
                    <a:pt x="1" y="85"/>
                    <a:pt x="29" y="168"/>
                  </a:cubicBezTo>
                  <a:cubicBezTo>
                    <a:pt x="57" y="224"/>
                    <a:pt x="140" y="280"/>
                    <a:pt x="168" y="308"/>
                  </a:cubicBezTo>
                  <a:cubicBezTo>
                    <a:pt x="252" y="392"/>
                    <a:pt x="392" y="531"/>
                    <a:pt x="503" y="559"/>
                  </a:cubicBezTo>
                  <a:cubicBezTo>
                    <a:pt x="524" y="569"/>
                    <a:pt x="548" y="576"/>
                    <a:pt x="572" y="576"/>
                  </a:cubicBezTo>
                  <a:cubicBezTo>
                    <a:pt x="613" y="576"/>
                    <a:pt x="653" y="556"/>
                    <a:pt x="671" y="503"/>
                  </a:cubicBezTo>
                  <a:cubicBezTo>
                    <a:pt x="671" y="447"/>
                    <a:pt x="587" y="364"/>
                    <a:pt x="559" y="336"/>
                  </a:cubicBezTo>
                  <a:cubicBezTo>
                    <a:pt x="447" y="224"/>
                    <a:pt x="392" y="140"/>
                    <a:pt x="252" y="57"/>
                  </a:cubicBezTo>
                  <a:cubicBezTo>
                    <a:pt x="224" y="29"/>
                    <a:pt x="168" y="1"/>
                    <a:pt x="113" y="1"/>
                  </a:cubicBezTo>
                  <a:close/>
                </a:path>
              </a:pathLst>
            </a:custGeom>
            <a:solidFill>
              <a:srgbClr val="330F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976;p35">
              <a:extLst>
                <a:ext uri="{FF2B5EF4-FFF2-40B4-BE49-F238E27FC236}">
                  <a16:creationId xmlns:a16="http://schemas.microsoft.com/office/drawing/2014/main" id="{975CEAC2-48A1-168B-F0FE-11DADDDA68D8}"/>
                </a:ext>
              </a:extLst>
            </p:cNvPr>
            <p:cNvSpPr/>
            <p:nvPr/>
          </p:nvSpPr>
          <p:spPr>
            <a:xfrm>
              <a:off x="2765681" y="1772806"/>
              <a:ext cx="22632" cy="20511"/>
            </a:xfrm>
            <a:custGeom>
              <a:avLst/>
              <a:gdLst/>
              <a:ahLst/>
              <a:cxnLst/>
              <a:rect l="l" t="t" r="r" b="b"/>
              <a:pathLst>
                <a:path w="587" h="532" extrusionOk="0">
                  <a:moveTo>
                    <a:pt x="29" y="1"/>
                  </a:moveTo>
                  <a:lnTo>
                    <a:pt x="1" y="29"/>
                  </a:lnTo>
                  <a:lnTo>
                    <a:pt x="1" y="113"/>
                  </a:lnTo>
                  <a:cubicBezTo>
                    <a:pt x="29" y="168"/>
                    <a:pt x="112" y="224"/>
                    <a:pt x="140" y="252"/>
                  </a:cubicBezTo>
                  <a:cubicBezTo>
                    <a:pt x="224" y="336"/>
                    <a:pt x="363" y="475"/>
                    <a:pt x="475" y="531"/>
                  </a:cubicBezTo>
                  <a:lnTo>
                    <a:pt x="587" y="531"/>
                  </a:lnTo>
                  <a:lnTo>
                    <a:pt x="587" y="503"/>
                  </a:lnTo>
                  <a:cubicBezTo>
                    <a:pt x="587" y="447"/>
                    <a:pt x="503" y="364"/>
                    <a:pt x="475" y="336"/>
                  </a:cubicBezTo>
                  <a:cubicBezTo>
                    <a:pt x="363" y="224"/>
                    <a:pt x="308" y="140"/>
                    <a:pt x="168" y="57"/>
                  </a:cubicBezTo>
                  <a:cubicBezTo>
                    <a:pt x="140" y="29"/>
                    <a:pt x="84" y="1"/>
                    <a:pt x="29" y="1"/>
                  </a:cubicBezTo>
                  <a:close/>
                </a:path>
              </a:pathLst>
            </a:custGeom>
            <a:solidFill>
              <a:srgbClr val="471C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977;p35">
              <a:extLst>
                <a:ext uri="{FF2B5EF4-FFF2-40B4-BE49-F238E27FC236}">
                  <a16:creationId xmlns:a16="http://schemas.microsoft.com/office/drawing/2014/main" id="{EC2702C7-B461-BA0D-290B-F227EB950A54}"/>
                </a:ext>
              </a:extLst>
            </p:cNvPr>
            <p:cNvSpPr/>
            <p:nvPr/>
          </p:nvSpPr>
          <p:spPr>
            <a:xfrm>
              <a:off x="2808710" y="1924486"/>
              <a:ext cx="5436" cy="3277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" y="1"/>
                  </a:moveTo>
                  <a:lnTo>
                    <a:pt x="1" y="29"/>
                  </a:lnTo>
                  <a:lnTo>
                    <a:pt x="112" y="84"/>
                  </a:lnTo>
                  <a:lnTo>
                    <a:pt x="140" y="84"/>
                  </a:lnTo>
                  <a:lnTo>
                    <a:pt x="140" y="57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978;p35">
              <a:extLst>
                <a:ext uri="{FF2B5EF4-FFF2-40B4-BE49-F238E27FC236}">
                  <a16:creationId xmlns:a16="http://schemas.microsoft.com/office/drawing/2014/main" id="{792D4984-1C01-17F4-5C79-59DFDC88C6B3}"/>
                </a:ext>
              </a:extLst>
            </p:cNvPr>
            <p:cNvSpPr/>
            <p:nvPr/>
          </p:nvSpPr>
          <p:spPr>
            <a:xfrm>
              <a:off x="2817308" y="1928804"/>
              <a:ext cx="5436" cy="3277"/>
            </a:xfrm>
            <a:custGeom>
              <a:avLst/>
              <a:gdLst/>
              <a:ahLst/>
              <a:cxnLst/>
              <a:rect l="l" t="t" r="r" b="b"/>
              <a:pathLst>
                <a:path w="141" h="85" extrusionOk="0">
                  <a:moveTo>
                    <a:pt x="1" y="0"/>
                  </a:moveTo>
                  <a:lnTo>
                    <a:pt x="1" y="28"/>
                  </a:lnTo>
                  <a:lnTo>
                    <a:pt x="112" y="84"/>
                  </a:lnTo>
                  <a:lnTo>
                    <a:pt x="140" y="84"/>
                  </a:lnTo>
                  <a:lnTo>
                    <a:pt x="140" y="56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979;p35">
              <a:extLst>
                <a:ext uri="{FF2B5EF4-FFF2-40B4-BE49-F238E27FC236}">
                  <a16:creationId xmlns:a16="http://schemas.microsoft.com/office/drawing/2014/main" id="{84AE678E-5C0E-6904-DB45-2FF9C778F68E}"/>
                </a:ext>
              </a:extLst>
            </p:cNvPr>
            <p:cNvSpPr/>
            <p:nvPr/>
          </p:nvSpPr>
          <p:spPr>
            <a:xfrm>
              <a:off x="2800112" y="1919127"/>
              <a:ext cx="5398" cy="4318"/>
            </a:xfrm>
            <a:custGeom>
              <a:avLst/>
              <a:gdLst/>
              <a:ahLst/>
              <a:cxnLst/>
              <a:rect l="l" t="t" r="r" b="b"/>
              <a:pathLst>
                <a:path w="140" h="112" extrusionOk="0">
                  <a:moveTo>
                    <a:pt x="0" y="0"/>
                  </a:moveTo>
                  <a:lnTo>
                    <a:pt x="0" y="28"/>
                  </a:lnTo>
                  <a:lnTo>
                    <a:pt x="112" y="112"/>
                  </a:lnTo>
                  <a:lnTo>
                    <a:pt x="140" y="84"/>
                  </a:lnTo>
                  <a:lnTo>
                    <a:pt x="140" y="56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980;p35">
              <a:extLst>
                <a:ext uri="{FF2B5EF4-FFF2-40B4-BE49-F238E27FC236}">
                  <a16:creationId xmlns:a16="http://schemas.microsoft.com/office/drawing/2014/main" id="{57603ECB-DB19-B2F7-AE24-85A68E891859}"/>
                </a:ext>
              </a:extLst>
            </p:cNvPr>
            <p:cNvSpPr/>
            <p:nvPr/>
          </p:nvSpPr>
          <p:spPr>
            <a:xfrm>
              <a:off x="2791514" y="1913729"/>
              <a:ext cx="5398" cy="4357"/>
            </a:xfrm>
            <a:custGeom>
              <a:avLst/>
              <a:gdLst/>
              <a:ahLst/>
              <a:cxnLst/>
              <a:rect l="l" t="t" r="r" b="b"/>
              <a:pathLst>
                <a:path w="140" h="113" extrusionOk="0">
                  <a:moveTo>
                    <a:pt x="28" y="1"/>
                  </a:moveTo>
                  <a:lnTo>
                    <a:pt x="0" y="29"/>
                  </a:lnTo>
                  <a:lnTo>
                    <a:pt x="0" y="57"/>
                  </a:lnTo>
                  <a:lnTo>
                    <a:pt x="112" y="112"/>
                  </a:lnTo>
                  <a:lnTo>
                    <a:pt x="140" y="112"/>
                  </a:lnTo>
                  <a:lnTo>
                    <a:pt x="140" y="84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981;p35">
              <a:extLst>
                <a:ext uri="{FF2B5EF4-FFF2-40B4-BE49-F238E27FC236}">
                  <a16:creationId xmlns:a16="http://schemas.microsoft.com/office/drawing/2014/main" id="{FAFD94C7-7AC0-994F-CD08-3C7A4E757C89}"/>
                </a:ext>
              </a:extLst>
            </p:cNvPr>
            <p:cNvSpPr/>
            <p:nvPr/>
          </p:nvSpPr>
          <p:spPr>
            <a:xfrm>
              <a:off x="2845299" y="1936323"/>
              <a:ext cx="6477" cy="2198"/>
            </a:xfrm>
            <a:custGeom>
              <a:avLst/>
              <a:gdLst/>
              <a:ahLst/>
              <a:cxnLst/>
              <a:rect l="l" t="t" r="r" b="b"/>
              <a:pathLst>
                <a:path w="168" h="57" extrusionOk="0">
                  <a:moveTo>
                    <a:pt x="28" y="1"/>
                  </a:moveTo>
                  <a:lnTo>
                    <a:pt x="0" y="29"/>
                  </a:lnTo>
                  <a:lnTo>
                    <a:pt x="0" y="56"/>
                  </a:lnTo>
                  <a:lnTo>
                    <a:pt x="168" y="56"/>
                  </a:lnTo>
                  <a:lnTo>
                    <a:pt x="140" y="29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982;p35">
              <a:extLst>
                <a:ext uri="{FF2B5EF4-FFF2-40B4-BE49-F238E27FC236}">
                  <a16:creationId xmlns:a16="http://schemas.microsoft.com/office/drawing/2014/main" id="{B57F7FE2-F26A-D60A-568C-9A8968641CD2}"/>
                </a:ext>
              </a:extLst>
            </p:cNvPr>
            <p:cNvSpPr/>
            <p:nvPr/>
          </p:nvSpPr>
          <p:spPr>
            <a:xfrm>
              <a:off x="2835622" y="1934164"/>
              <a:ext cx="6477" cy="3277"/>
            </a:xfrm>
            <a:custGeom>
              <a:avLst/>
              <a:gdLst/>
              <a:ahLst/>
              <a:cxnLst/>
              <a:rect l="l" t="t" r="r" b="b"/>
              <a:pathLst>
                <a:path w="168" h="85" extrusionOk="0">
                  <a:moveTo>
                    <a:pt x="28" y="1"/>
                  </a:moveTo>
                  <a:lnTo>
                    <a:pt x="0" y="29"/>
                  </a:lnTo>
                  <a:lnTo>
                    <a:pt x="0" y="57"/>
                  </a:lnTo>
                  <a:lnTo>
                    <a:pt x="28" y="57"/>
                  </a:lnTo>
                  <a:lnTo>
                    <a:pt x="140" y="85"/>
                  </a:lnTo>
                  <a:lnTo>
                    <a:pt x="167" y="57"/>
                  </a:lnTo>
                  <a:lnTo>
                    <a:pt x="140" y="29"/>
                  </a:lnTo>
                  <a:cubicBezTo>
                    <a:pt x="112" y="29"/>
                    <a:pt x="56" y="29"/>
                    <a:pt x="28" y="1"/>
                  </a:cubicBez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983;p35">
              <a:extLst>
                <a:ext uri="{FF2B5EF4-FFF2-40B4-BE49-F238E27FC236}">
                  <a16:creationId xmlns:a16="http://schemas.microsoft.com/office/drawing/2014/main" id="{B7C566AF-5B85-259E-6DCC-1A5E5875F0D8}"/>
                </a:ext>
              </a:extLst>
            </p:cNvPr>
            <p:cNvSpPr/>
            <p:nvPr/>
          </p:nvSpPr>
          <p:spPr>
            <a:xfrm>
              <a:off x="2825906" y="1932043"/>
              <a:ext cx="6516" cy="3239"/>
            </a:xfrm>
            <a:custGeom>
              <a:avLst/>
              <a:gdLst/>
              <a:ahLst/>
              <a:cxnLst/>
              <a:rect l="l" t="t" r="r" b="b"/>
              <a:pathLst>
                <a:path w="169" h="84" extrusionOk="0">
                  <a:moveTo>
                    <a:pt x="1" y="0"/>
                  </a:moveTo>
                  <a:lnTo>
                    <a:pt x="29" y="56"/>
                  </a:lnTo>
                  <a:lnTo>
                    <a:pt x="140" y="84"/>
                  </a:lnTo>
                  <a:lnTo>
                    <a:pt x="168" y="56"/>
                  </a:lnTo>
                  <a:lnTo>
                    <a:pt x="140" y="28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984;p35">
              <a:extLst>
                <a:ext uri="{FF2B5EF4-FFF2-40B4-BE49-F238E27FC236}">
                  <a16:creationId xmlns:a16="http://schemas.microsoft.com/office/drawing/2014/main" id="{28BC46AF-A3AF-03AF-DA9A-E8451FD7795D}"/>
                </a:ext>
              </a:extLst>
            </p:cNvPr>
            <p:cNvSpPr/>
            <p:nvPr/>
          </p:nvSpPr>
          <p:spPr>
            <a:xfrm>
              <a:off x="2874332" y="1939561"/>
              <a:ext cx="6477" cy="2198"/>
            </a:xfrm>
            <a:custGeom>
              <a:avLst/>
              <a:gdLst/>
              <a:ahLst/>
              <a:cxnLst/>
              <a:rect l="l" t="t" r="r" b="b"/>
              <a:pathLst>
                <a:path w="168" h="57" extrusionOk="0">
                  <a:moveTo>
                    <a:pt x="28" y="0"/>
                  </a:moveTo>
                  <a:lnTo>
                    <a:pt x="0" y="28"/>
                  </a:lnTo>
                  <a:lnTo>
                    <a:pt x="0" y="56"/>
                  </a:lnTo>
                  <a:lnTo>
                    <a:pt x="140" y="56"/>
                  </a:lnTo>
                  <a:lnTo>
                    <a:pt x="168" y="28"/>
                  </a:lnTo>
                  <a:lnTo>
                    <a:pt x="140" y="28"/>
                  </a:lnTo>
                  <a:cubicBezTo>
                    <a:pt x="112" y="28"/>
                    <a:pt x="56" y="28"/>
                    <a:pt x="28" y="0"/>
                  </a:cubicBez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985;p35">
              <a:extLst>
                <a:ext uri="{FF2B5EF4-FFF2-40B4-BE49-F238E27FC236}">
                  <a16:creationId xmlns:a16="http://schemas.microsoft.com/office/drawing/2014/main" id="{590F643D-E5F2-772C-8BEB-794F0F355FBB}"/>
                </a:ext>
              </a:extLst>
            </p:cNvPr>
            <p:cNvSpPr/>
            <p:nvPr/>
          </p:nvSpPr>
          <p:spPr>
            <a:xfrm>
              <a:off x="2854977" y="1938482"/>
              <a:ext cx="6477" cy="2198"/>
            </a:xfrm>
            <a:custGeom>
              <a:avLst/>
              <a:gdLst/>
              <a:ahLst/>
              <a:cxnLst/>
              <a:rect l="l" t="t" r="r" b="b"/>
              <a:pathLst>
                <a:path w="168" h="57" extrusionOk="0">
                  <a:moveTo>
                    <a:pt x="0" y="0"/>
                  </a:moveTo>
                  <a:lnTo>
                    <a:pt x="0" y="28"/>
                  </a:lnTo>
                  <a:cubicBezTo>
                    <a:pt x="56" y="28"/>
                    <a:pt x="112" y="56"/>
                    <a:pt x="140" y="56"/>
                  </a:cubicBezTo>
                  <a:lnTo>
                    <a:pt x="168" y="28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986;p35">
              <a:extLst>
                <a:ext uri="{FF2B5EF4-FFF2-40B4-BE49-F238E27FC236}">
                  <a16:creationId xmlns:a16="http://schemas.microsoft.com/office/drawing/2014/main" id="{EF044CFE-2EE9-0FC8-C15E-4DB4C386AD2D}"/>
                </a:ext>
              </a:extLst>
            </p:cNvPr>
            <p:cNvSpPr/>
            <p:nvPr/>
          </p:nvSpPr>
          <p:spPr>
            <a:xfrm>
              <a:off x="2782916" y="1909449"/>
              <a:ext cx="5398" cy="4318"/>
            </a:xfrm>
            <a:custGeom>
              <a:avLst/>
              <a:gdLst/>
              <a:ahLst/>
              <a:cxnLst/>
              <a:rect l="l" t="t" r="r" b="b"/>
              <a:pathLst>
                <a:path w="140" h="112" extrusionOk="0">
                  <a:moveTo>
                    <a:pt x="0" y="0"/>
                  </a:moveTo>
                  <a:lnTo>
                    <a:pt x="0" y="28"/>
                  </a:lnTo>
                  <a:lnTo>
                    <a:pt x="112" y="112"/>
                  </a:lnTo>
                  <a:lnTo>
                    <a:pt x="140" y="84"/>
                  </a:lnTo>
                  <a:lnTo>
                    <a:pt x="140" y="56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987;p35">
              <a:extLst>
                <a:ext uri="{FF2B5EF4-FFF2-40B4-BE49-F238E27FC236}">
                  <a16:creationId xmlns:a16="http://schemas.microsoft.com/office/drawing/2014/main" id="{DD731634-9640-62A7-1F3A-4EFA7D90FC30}"/>
                </a:ext>
              </a:extLst>
            </p:cNvPr>
            <p:cNvSpPr/>
            <p:nvPr/>
          </p:nvSpPr>
          <p:spPr>
            <a:xfrm>
              <a:off x="2864655" y="1939561"/>
              <a:ext cx="6477" cy="2198"/>
            </a:xfrm>
            <a:custGeom>
              <a:avLst/>
              <a:gdLst/>
              <a:ahLst/>
              <a:cxnLst/>
              <a:rect l="l" t="t" r="r" b="b"/>
              <a:pathLst>
                <a:path w="168" h="57" extrusionOk="0">
                  <a:moveTo>
                    <a:pt x="0" y="0"/>
                  </a:moveTo>
                  <a:lnTo>
                    <a:pt x="0" y="28"/>
                  </a:lnTo>
                  <a:lnTo>
                    <a:pt x="28" y="28"/>
                  </a:lnTo>
                  <a:cubicBezTo>
                    <a:pt x="56" y="28"/>
                    <a:pt x="112" y="56"/>
                    <a:pt x="140" y="56"/>
                  </a:cubicBezTo>
                  <a:lnTo>
                    <a:pt x="168" y="28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988;p35">
              <a:extLst>
                <a:ext uri="{FF2B5EF4-FFF2-40B4-BE49-F238E27FC236}">
                  <a16:creationId xmlns:a16="http://schemas.microsoft.com/office/drawing/2014/main" id="{558E4663-AF0D-5413-B344-8A72B40AC41C}"/>
                </a:ext>
              </a:extLst>
            </p:cNvPr>
            <p:cNvSpPr/>
            <p:nvPr/>
          </p:nvSpPr>
          <p:spPr>
            <a:xfrm>
              <a:off x="2749565" y="1889014"/>
              <a:ext cx="4318" cy="5398"/>
            </a:xfrm>
            <a:custGeom>
              <a:avLst/>
              <a:gdLst/>
              <a:ahLst/>
              <a:cxnLst/>
              <a:rect l="l" t="t" r="r" b="b"/>
              <a:pathLst>
                <a:path w="112" h="140" extrusionOk="0">
                  <a:moveTo>
                    <a:pt x="28" y="0"/>
                  </a:moveTo>
                  <a:lnTo>
                    <a:pt x="0" y="28"/>
                  </a:lnTo>
                  <a:cubicBezTo>
                    <a:pt x="0" y="28"/>
                    <a:pt x="28" y="84"/>
                    <a:pt x="84" y="140"/>
                  </a:cubicBezTo>
                  <a:lnTo>
                    <a:pt x="112" y="140"/>
                  </a:lnTo>
                  <a:lnTo>
                    <a:pt x="112" y="112"/>
                  </a:lnTo>
                  <a:cubicBezTo>
                    <a:pt x="56" y="56"/>
                    <a:pt x="56" y="28"/>
                    <a:pt x="56" y="28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989;p35">
              <a:extLst>
                <a:ext uri="{FF2B5EF4-FFF2-40B4-BE49-F238E27FC236}">
                  <a16:creationId xmlns:a16="http://schemas.microsoft.com/office/drawing/2014/main" id="{FA803FD4-F5E3-68AA-C92D-FE88F1DD7A74}"/>
                </a:ext>
              </a:extLst>
            </p:cNvPr>
            <p:cNvSpPr/>
            <p:nvPr/>
          </p:nvSpPr>
          <p:spPr>
            <a:xfrm>
              <a:off x="2774279" y="1905131"/>
              <a:ext cx="5436" cy="4357"/>
            </a:xfrm>
            <a:custGeom>
              <a:avLst/>
              <a:gdLst/>
              <a:ahLst/>
              <a:cxnLst/>
              <a:rect l="l" t="t" r="r" b="b"/>
              <a:pathLst>
                <a:path w="141" h="113" extrusionOk="0">
                  <a:moveTo>
                    <a:pt x="29" y="1"/>
                  </a:moveTo>
                  <a:lnTo>
                    <a:pt x="1" y="28"/>
                  </a:lnTo>
                  <a:lnTo>
                    <a:pt x="1" y="56"/>
                  </a:lnTo>
                  <a:lnTo>
                    <a:pt x="29" y="56"/>
                  </a:lnTo>
                  <a:lnTo>
                    <a:pt x="112" y="112"/>
                  </a:lnTo>
                  <a:lnTo>
                    <a:pt x="140" y="84"/>
                  </a:lnTo>
                  <a:lnTo>
                    <a:pt x="140" y="56"/>
                  </a:lnTo>
                  <a:lnTo>
                    <a:pt x="29" y="28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990;p35">
              <a:extLst>
                <a:ext uri="{FF2B5EF4-FFF2-40B4-BE49-F238E27FC236}">
                  <a16:creationId xmlns:a16="http://schemas.microsoft.com/office/drawing/2014/main" id="{281D3BEE-CFBF-29BC-9CC2-2A7245277D9D}"/>
                </a:ext>
              </a:extLst>
            </p:cNvPr>
            <p:cNvSpPr/>
            <p:nvPr/>
          </p:nvSpPr>
          <p:spPr>
            <a:xfrm>
              <a:off x="2764602" y="1901892"/>
              <a:ext cx="6516" cy="3277"/>
            </a:xfrm>
            <a:custGeom>
              <a:avLst/>
              <a:gdLst/>
              <a:ahLst/>
              <a:cxnLst/>
              <a:rect l="l" t="t" r="r" b="b"/>
              <a:pathLst>
                <a:path w="169" h="85" extrusionOk="0">
                  <a:moveTo>
                    <a:pt x="1" y="1"/>
                  </a:moveTo>
                  <a:lnTo>
                    <a:pt x="29" y="29"/>
                  </a:lnTo>
                  <a:lnTo>
                    <a:pt x="140" y="85"/>
                  </a:lnTo>
                  <a:lnTo>
                    <a:pt x="168" y="85"/>
                  </a:lnTo>
                  <a:lnTo>
                    <a:pt x="140" y="57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991;p35">
              <a:extLst>
                <a:ext uri="{FF2B5EF4-FFF2-40B4-BE49-F238E27FC236}">
                  <a16:creationId xmlns:a16="http://schemas.microsoft.com/office/drawing/2014/main" id="{85A2D06E-8E6C-18CE-F27B-1ED2859A73E0}"/>
                </a:ext>
              </a:extLst>
            </p:cNvPr>
            <p:cNvSpPr/>
            <p:nvPr/>
          </p:nvSpPr>
          <p:spPr>
            <a:xfrm>
              <a:off x="2757083" y="1896533"/>
              <a:ext cx="5398" cy="4318"/>
            </a:xfrm>
            <a:custGeom>
              <a:avLst/>
              <a:gdLst/>
              <a:ahLst/>
              <a:cxnLst/>
              <a:rect l="l" t="t" r="r" b="b"/>
              <a:pathLst>
                <a:path w="140" h="112" extrusionOk="0">
                  <a:moveTo>
                    <a:pt x="0" y="0"/>
                  </a:moveTo>
                  <a:lnTo>
                    <a:pt x="0" y="28"/>
                  </a:lnTo>
                  <a:lnTo>
                    <a:pt x="112" y="112"/>
                  </a:lnTo>
                  <a:lnTo>
                    <a:pt x="140" y="84"/>
                  </a:lnTo>
                  <a:lnTo>
                    <a:pt x="140" y="56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992;p35">
              <a:extLst>
                <a:ext uri="{FF2B5EF4-FFF2-40B4-BE49-F238E27FC236}">
                  <a16:creationId xmlns:a16="http://schemas.microsoft.com/office/drawing/2014/main" id="{7470ECA5-DBB2-FE54-E20B-CD1EF2F2AF33}"/>
                </a:ext>
              </a:extLst>
            </p:cNvPr>
            <p:cNvSpPr/>
            <p:nvPr/>
          </p:nvSpPr>
          <p:spPr>
            <a:xfrm>
              <a:off x="2730171" y="1740265"/>
              <a:ext cx="40945" cy="20049"/>
            </a:xfrm>
            <a:custGeom>
              <a:avLst/>
              <a:gdLst/>
              <a:ahLst/>
              <a:cxnLst/>
              <a:rect l="l" t="t" r="r" b="b"/>
              <a:pathLst>
                <a:path w="1062" h="520" extrusionOk="0">
                  <a:moveTo>
                    <a:pt x="524" y="0"/>
                  </a:moveTo>
                  <a:cubicBezTo>
                    <a:pt x="493" y="0"/>
                    <a:pt x="459" y="2"/>
                    <a:pt x="419" y="8"/>
                  </a:cubicBezTo>
                  <a:cubicBezTo>
                    <a:pt x="85" y="92"/>
                    <a:pt x="1" y="203"/>
                    <a:pt x="168" y="315"/>
                  </a:cubicBezTo>
                  <a:cubicBezTo>
                    <a:pt x="434" y="470"/>
                    <a:pt x="629" y="519"/>
                    <a:pt x="768" y="519"/>
                  </a:cubicBezTo>
                  <a:cubicBezTo>
                    <a:pt x="804" y="519"/>
                    <a:pt x="837" y="516"/>
                    <a:pt x="866" y="510"/>
                  </a:cubicBezTo>
                  <a:cubicBezTo>
                    <a:pt x="922" y="510"/>
                    <a:pt x="1005" y="510"/>
                    <a:pt x="1033" y="426"/>
                  </a:cubicBezTo>
                  <a:cubicBezTo>
                    <a:pt x="1061" y="259"/>
                    <a:pt x="922" y="92"/>
                    <a:pt x="782" y="36"/>
                  </a:cubicBezTo>
                  <a:cubicBezTo>
                    <a:pt x="715" y="36"/>
                    <a:pt x="648" y="0"/>
                    <a:pt x="524" y="0"/>
                  </a:cubicBezTo>
                  <a:close/>
                </a:path>
              </a:pathLst>
            </a:custGeom>
            <a:solidFill>
              <a:srgbClr val="7C44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993;p35">
              <a:extLst>
                <a:ext uri="{FF2B5EF4-FFF2-40B4-BE49-F238E27FC236}">
                  <a16:creationId xmlns:a16="http://schemas.microsoft.com/office/drawing/2014/main" id="{53261425-F7F6-C557-0DFD-B0C5E1CD687D}"/>
                </a:ext>
              </a:extLst>
            </p:cNvPr>
            <p:cNvSpPr/>
            <p:nvPr/>
          </p:nvSpPr>
          <p:spPr>
            <a:xfrm>
              <a:off x="2732330" y="1743774"/>
              <a:ext cx="37707" cy="16540"/>
            </a:xfrm>
            <a:custGeom>
              <a:avLst/>
              <a:gdLst/>
              <a:ahLst/>
              <a:cxnLst/>
              <a:rect l="l" t="t" r="r" b="b"/>
              <a:pathLst>
                <a:path w="978" h="429" extrusionOk="0">
                  <a:moveTo>
                    <a:pt x="112" y="1"/>
                  </a:moveTo>
                  <a:cubicBezTo>
                    <a:pt x="1" y="84"/>
                    <a:pt x="1" y="168"/>
                    <a:pt x="112" y="224"/>
                  </a:cubicBezTo>
                  <a:cubicBezTo>
                    <a:pt x="378" y="379"/>
                    <a:pt x="573" y="428"/>
                    <a:pt x="712" y="428"/>
                  </a:cubicBezTo>
                  <a:cubicBezTo>
                    <a:pt x="748" y="428"/>
                    <a:pt x="781" y="425"/>
                    <a:pt x="810" y="419"/>
                  </a:cubicBezTo>
                  <a:cubicBezTo>
                    <a:pt x="866" y="419"/>
                    <a:pt x="949" y="419"/>
                    <a:pt x="977" y="335"/>
                  </a:cubicBezTo>
                  <a:lnTo>
                    <a:pt x="977" y="224"/>
                  </a:lnTo>
                  <a:cubicBezTo>
                    <a:pt x="866" y="280"/>
                    <a:pt x="726" y="280"/>
                    <a:pt x="587" y="280"/>
                  </a:cubicBezTo>
                  <a:cubicBezTo>
                    <a:pt x="447" y="224"/>
                    <a:pt x="140" y="196"/>
                    <a:pt x="112" y="1"/>
                  </a:cubicBezTo>
                  <a:close/>
                </a:path>
              </a:pathLst>
            </a:custGeom>
            <a:solidFill>
              <a:srgbClr val="512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994;p35">
              <a:extLst>
                <a:ext uri="{FF2B5EF4-FFF2-40B4-BE49-F238E27FC236}">
                  <a16:creationId xmlns:a16="http://schemas.microsoft.com/office/drawing/2014/main" id="{F28245BC-7111-8D71-55EE-65EC8CD8EB70}"/>
                </a:ext>
              </a:extLst>
            </p:cNvPr>
            <p:cNvSpPr/>
            <p:nvPr/>
          </p:nvSpPr>
          <p:spPr>
            <a:xfrm>
              <a:off x="2115973" y="1888976"/>
              <a:ext cx="537881" cy="249489"/>
            </a:xfrm>
            <a:custGeom>
              <a:avLst/>
              <a:gdLst/>
              <a:ahLst/>
              <a:cxnLst/>
              <a:rect l="l" t="t" r="r" b="b"/>
              <a:pathLst>
                <a:path w="13951" h="6471" extrusionOk="0">
                  <a:moveTo>
                    <a:pt x="9418" y="0"/>
                  </a:moveTo>
                  <a:cubicBezTo>
                    <a:pt x="8973" y="0"/>
                    <a:pt x="8507" y="9"/>
                    <a:pt x="8036" y="29"/>
                  </a:cubicBezTo>
                  <a:cubicBezTo>
                    <a:pt x="5887" y="113"/>
                    <a:pt x="1033" y="1033"/>
                    <a:pt x="1" y="2400"/>
                  </a:cubicBezTo>
                  <a:cubicBezTo>
                    <a:pt x="949" y="4242"/>
                    <a:pt x="3348" y="6027"/>
                    <a:pt x="5553" y="6418"/>
                  </a:cubicBezTo>
                  <a:cubicBezTo>
                    <a:pt x="5553" y="6418"/>
                    <a:pt x="6400" y="6470"/>
                    <a:pt x="7442" y="6470"/>
                  </a:cubicBezTo>
                  <a:cubicBezTo>
                    <a:pt x="8409" y="6470"/>
                    <a:pt x="9544" y="6425"/>
                    <a:pt x="10323" y="6250"/>
                  </a:cubicBezTo>
                  <a:cubicBezTo>
                    <a:pt x="12890" y="5748"/>
                    <a:pt x="13225" y="4381"/>
                    <a:pt x="13950" y="3014"/>
                  </a:cubicBezTo>
                  <a:cubicBezTo>
                    <a:pt x="13950" y="3014"/>
                    <a:pt x="12862" y="2066"/>
                    <a:pt x="13029" y="168"/>
                  </a:cubicBezTo>
                  <a:cubicBezTo>
                    <a:pt x="13029" y="168"/>
                    <a:pt x="11423" y="0"/>
                    <a:pt x="9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995;p35">
              <a:extLst>
                <a:ext uri="{FF2B5EF4-FFF2-40B4-BE49-F238E27FC236}">
                  <a16:creationId xmlns:a16="http://schemas.microsoft.com/office/drawing/2014/main" id="{F7550316-C583-2E3A-DAAF-958BE3F215C1}"/>
                </a:ext>
              </a:extLst>
            </p:cNvPr>
            <p:cNvSpPr/>
            <p:nvPr/>
          </p:nvSpPr>
          <p:spPr>
            <a:xfrm>
              <a:off x="2115973" y="1955678"/>
              <a:ext cx="537881" cy="182789"/>
            </a:xfrm>
            <a:custGeom>
              <a:avLst/>
              <a:gdLst/>
              <a:ahLst/>
              <a:cxnLst/>
              <a:rect l="l" t="t" r="r" b="b"/>
              <a:pathLst>
                <a:path w="13951" h="4741" extrusionOk="0">
                  <a:moveTo>
                    <a:pt x="838" y="1"/>
                  </a:moveTo>
                  <a:cubicBezTo>
                    <a:pt x="475" y="224"/>
                    <a:pt x="196" y="419"/>
                    <a:pt x="1" y="670"/>
                  </a:cubicBezTo>
                  <a:cubicBezTo>
                    <a:pt x="949" y="2512"/>
                    <a:pt x="3348" y="4297"/>
                    <a:pt x="5553" y="4688"/>
                  </a:cubicBezTo>
                  <a:cubicBezTo>
                    <a:pt x="5553" y="4688"/>
                    <a:pt x="6400" y="4740"/>
                    <a:pt x="7442" y="4740"/>
                  </a:cubicBezTo>
                  <a:cubicBezTo>
                    <a:pt x="8409" y="4740"/>
                    <a:pt x="9544" y="4695"/>
                    <a:pt x="10323" y="4520"/>
                  </a:cubicBezTo>
                  <a:cubicBezTo>
                    <a:pt x="12890" y="4018"/>
                    <a:pt x="13225" y="2651"/>
                    <a:pt x="13950" y="1284"/>
                  </a:cubicBezTo>
                  <a:cubicBezTo>
                    <a:pt x="13950" y="1284"/>
                    <a:pt x="13671" y="1033"/>
                    <a:pt x="13420" y="559"/>
                  </a:cubicBezTo>
                  <a:cubicBezTo>
                    <a:pt x="12432" y="2150"/>
                    <a:pt x="10636" y="2959"/>
                    <a:pt x="8666" y="2959"/>
                  </a:cubicBezTo>
                  <a:cubicBezTo>
                    <a:pt x="8633" y="2959"/>
                    <a:pt x="8599" y="2959"/>
                    <a:pt x="8566" y="2958"/>
                  </a:cubicBezTo>
                  <a:cubicBezTo>
                    <a:pt x="7115" y="2930"/>
                    <a:pt x="5748" y="2623"/>
                    <a:pt x="4437" y="2065"/>
                  </a:cubicBezTo>
                  <a:cubicBezTo>
                    <a:pt x="3209" y="1535"/>
                    <a:pt x="1730" y="1061"/>
                    <a:pt x="838" y="1"/>
                  </a:cubicBezTo>
                  <a:close/>
                </a:path>
              </a:pathLst>
            </a:custGeom>
            <a:solidFill>
              <a:srgbClr val="B2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996;p35">
              <a:extLst>
                <a:ext uri="{FF2B5EF4-FFF2-40B4-BE49-F238E27FC236}">
                  <a16:creationId xmlns:a16="http://schemas.microsoft.com/office/drawing/2014/main" id="{90127409-7694-86CA-0846-37EA538EAEC6}"/>
                </a:ext>
              </a:extLst>
            </p:cNvPr>
            <p:cNvSpPr/>
            <p:nvPr/>
          </p:nvSpPr>
          <p:spPr>
            <a:xfrm>
              <a:off x="2115973" y="1955678"/>
              <a:ext cx="537881" cy="182789"/>
            </a:xfrm>
            <a:custGeom>
              <a:avLst/>
              <a:gdLst/>
              <a:ahLst/>
              <a:cxnLst/>
              <a:rect l="l" t="t" r="r" b="b"/>
              <a:pathLst>
                <a:path w="13951" h="4741" extrusionOk="0">
                  <a:moveTo>
                    <a:pt x="838" y="1"/>
                  </a:moveTo>
                  <a:cubicBezTo>
                    <a:pt x="475" y="224"/>
                    <a:pt x="196" y="419"/>
                    <a:pt x="1" y="670"/>
                  </a:cubicBezTo>
                  <a:cubicBezTo>
                    <a:pt x="949" y="2512"/>
                    <a:pt x="3348" y="4297"/>
                    <a:pt x="5553" y="4688"/>
                  </a:cubicBezTo>
                  <a:cubicBezTo>
                    <a:pt x="5553" y="4688"/>
                    <a:pt x="6400" y="4740"/>
                    <a:pt x="7442" y="4740"/>
                  </a:cubicBezTo>
                  <a:cubicBezTo>
                    <a:pt x="8409" y="4740"/>
                    <a:pt x="9544" y="4695"/>
                    <a:pt x="10323" y="4520"/>
                  </a:cubicBezTo>
                  <a:cubicBezTo>
                    <a:pt x="12890" y="4018"/>
                    <a:pt x="13225" y="2651"/>
                    <a:pt x="13950" y="1284"/>
                  </a:cubicBezTo>
                  <a:cubicBezTo>
                    <a:pt x="13950" y="1284"/>
                    <a:pt x="13783" y="1117"/>
                    <a:pt x="13587" y="810"/>
                  </a:cubicBezTo>
                  <a:cubicBezTo>
                    <a:pt x="12810" y="2863"/>
                    <a:pt x="10224" y="4129"/>
                    <a:pt x="8009" y="4129"/>
                  </a:cubicBezTo>
                  <a:cubicBezTo>
                    <a:pt x="7364" y="4129"/>
                    <a:pt x="6751" y="4022"/>
                    <a:pt x="6222" y="3795"/>
                  </a:cubicBezTo>
                  <a:cubicBezTo>
                    <a:pt x="5190" y="3377"/>
                    <a:pt x="2456" y="1954"/>
                    <a:pt x="1340" y="475"/>
                  </a:cubicBezTo>
                  <a:cubicBezTo>
                    <a:pt x="1144" y="336"/>
                    <a:pt x="977" y="168"/>
                    <a:pt x="838" y="1"/>
                  </a:cubicBezTo>
                  <a:close/>
                </a:path>
              </a:pathLst>
            </a:custGeom>
            <a:solidFill>
              <a:srgbClr val="A5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997;p35">
              <a:extLst>
                <a:ext uri="{FF2B5EF4-FFF2-40B4-BE49-F238E27FC236}">
                  <a16:creationId xmlns:a16="http://schemas.microsoft.com/office/drawing/2014/main" id="{280D91F2-1AFE-4EB8-D37A-D23F57F0E6AA}"/>
                </a:ext>
              </a:extLst>
            </p:cNvPr>
            <p:cNvSpPr/>
            <p:nvPr/>
          </p:nvSpPr>
          <p:spPr>
            <a:xfrm>
              <a:off x="2036393" y="1960652"/>
              <a:ext cx="429194" cy="442843"/>
            </a:xfrm>
            <a:custGeom>
              <a:avLst/>
              <a:gdLst/>
              <a:ahLst/>
              <a:cxnLst/>
              <a:rect l="l" t="t" r="r" b="b"/>
              <a:pathLst>
                <a:path w="11132" h="11486" extrusionOk="0">
                  <a:moveTo>
                    <a:pt x="2694" y="1"/>
                  </a:moveTo>
                  <a:cubicBezTo>
                    <a:pt x="2694" y="1"/>
                    <a:pt x="2698" y="4"/>
                    <a:pt x="2706" y="11"/>
                  </a:cubicBezTo>
                  <a:cubicBezTo>
                    <a:pt x="977" y="848"/>
                    <a:pt x="0" y="3248"/>
                    <a:pt x="1004" y="4922"/>
                  </a:cubicBezTo>
                  <a:cubicBezTo>
                    <a:pt x="1813" y="6205"/>
                    <a:pt x="2232" y="6205"/>
                    <a:pt x="3962" y="7321"/>
                  </a:cubicBezTo>
                  <a:cubicBezTo>
                    <a:pt x="4631" y="7767"/>
                    <a:pt x="6919" y="9385"/>
                    <a:pt x="7114" y="9664"/>
                  </a:cubicBezTo>
                  <a:cubicBezTo>
                    <a:pt x="7275" y="9879"/>
                    <a:pt x="8957" y="11486"/>
                    <a:pt x="9261" y="11486"/>
                  </a:cubicBezTo>
                  <a:cubicBezTo>
                    <a:pt x="9273" y="11486"/>
                    <a:pt x="9283" y="11483"/>
                    <a:pt x="9290" y="11478"/>
                  </a:cubicBezTo>
                  <a:cubicBezTo>
                    <a:pt x="10155" y="10920"/>
                    <a:pt x="11132" y="10641"/>
                    <a:pt x="11104" y="9636"/>
                  </a:cubicBezTo>
                  <a:cubicBezTo>
                    <a:pt x="11076" y="8353"/>
                    <a:pt x="7533" y="4196"/>
                    <a:pt x="6305" y="3108"/>
                  </a:cubicBezTo>
                  <a:cubicBezTo>
                    <a:pt x="5526" y="2409"/>
                    <a:pt x="2700" y="1"/>
                    <a:pt x="2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998;p35">
              <a:extLst>
                <a:ext uri="{FF2B5EF4-FFF2-40B4-BE49-F238E27FC236}">
                  <a16:creationId xmlns:a16="http://schemas.microsoft.com/office/drawing/2014/main" id="{D0154D56-1B9C-C623-6AEB-70DB6F9DD669}"/>
                </a:ext>
              </a:extLst>
            </p:cNvPr>
            <p:cNvSpPr/>
            <p:nvPr/>
          </p:nvSpPr>
          <p:spPr>
            <a:xfrm>
              <a:off x="2139646" y="1961076"/>
              <a:ext cx="20473" cy="17234"/>
            </a:xfrm>
            <a:custGeom>
              <a:avLst/>
              <a:gdLst/>
              <a:ahLst/>
              <a:cxnLst/>
              <a:rect l="l" t="t" r="r" b="b"/>
              <a:pathLst>
                <a:path w="531" h="447" extrusionOk="0">
                  <a:moveTo>
                    <a:pt x="0" y="0"/>
                  </a:moveTo>
                  <a:cubicBezTo>
                    <a:pt x="0" y="0"/>
                    <a:pt x="224" y="168"/>
                    <a:pt x="530" y="447"/>
                  </a:cubicBezTo>
                  <a:cubicBezTo>
                    <a:pt x="224" y="168"/>
                    <a:pt x="28" y="0"/>
                    <a:pt x="0" y="0"/>
                  </a:cubicBezTo>
                  <a:close/>
                </a:path>
              </a:pathLst>
            </a:custGeom>
            <a:solidFill>
              <a:srgbClr val="E274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999;p35">
              <a:extLst>
                <a:ext uri="{FF2B5EF4-FFF2-40B4-BE49-F238E27FC236}">
                  <a16:creationId xmlns:a16="http://schemas.microsoft.com/office/drawing/2014/main" id="{B5D359AC-424B-879C-9490-CEE7B06B29AC}"/>
                </a:ext>
              </a:extLst>
            </p:cNvPr>
            <p:cNvSpPr/>
            <p:nvPr/>
          </p:nvSpPr>
          <p:spPr>
            <a:xfrm>
              <a:off x="2058949" y="1961076"/>
              <a:ext cx="405560" cy="442110"/>
            </a:xfrm>
            <a:custGeom>
              <a:avLst/>
              <a:gdLst/>
              <a:ahLst/>
              <a:cxnLst/>
              <a:rect l="l" t="t" r="r" b="b"/>
              <a:pathLst>
                <a:path w="10519" h="11467" extrusionOk="0">
                  <a:moveTo>
                    <a:pt x="2093" y="0"/>
                  </a:moveTo>
                  <a:cubicBezTo>
                    <a:pt x="2096" y="0"/>
                    <a:pt x="2102" y="2"/>
                    <a:pt x="2109" y="6"/>
                  </a:cubicBezTo>
                  <a:lnTo>
                    <a:pt x="2109" y="6"/>
                  </a:lnTo>
                  <a:cubicBezTo>
                    <a:pt x="2113" y="4"/>
                    <a:pt x="2117" y="2"/>
                    <a:pt x="2121" y="0"/>
                  </a:cubicBezTo>
                  <a:close/>
                  <a:moveTo>
                    <a:pt x="2109" y="6"/>
                  </a:moveTo>
                  <a:cubicBezTo>
                    <a:pt x="860" y="623"/>
                    <a:pt x="1" y="2014"/>
                    <a:pt x="1" y="3376"/>
                  </a:cubicBezTo>
                  <a:cubicBezTo>
                    <a:pt x="1" y="3906"/>
                    <a:pt x="140" y="4436"/>
                    <a:pt x="419" y="4911"/>
                  </a:cubicBezTo>
                  <a:cubicBezTo>
                    <a:pt x="1228" y="6194"/>
                    <a:pt x="1647" y="6194"/>
                    <a:pt x="3377" y="7310"/>
                  </a:cubicBezTo>
                  <a:cubicBezTo>
                    <a:pt x="4046" y="7756"/>
                    <a:pt x="6306" y="9374"/>
                    <a:pt x="6529" y="9625"/>
                  </a:cubicBezTo>
                  <a:lnTo>
                    <a:pt x="6557" y="9625"/>
                  </a:lnTo>
                  <a:cubicBezTo>
                    <a:pt x="6697" y="9625"/>
                    <a:pt x="7004" y="9849"/>
                    <a:pt x="7338" y="10156"/>
                  </a:cubicBezTo>
                  <a:lnTo>
                    <a:pt x="7366" y="10156"/>
                  </a:lnTo>
                  <a:cubicBezTo>
                    <a:pt x="7394" y="10156"/>
                    <a:pt x="7422" y="10211"/>
                    <a:pt x="7478" y="10239"/>
                  </a:cubicBezTo>
                  <a:lnTo>
                    <a:pt x="7589" y="10379"/>
                  </a:lnTo>
                  <a:cubicBezTo>
                    <a:pt x="7645" y="10407"/>
                    <a:pt x="7673" y="10435"/>
                    <a:pt x="7701" y="10462"/>
                  </a:cubicBezTo>
                  <a:cubicBezTo>
                    <a:pt x="8203" y="10937"/>
                    <a:pt x="8678" y="11439"/>
                    <a:pt x="8705" y="11467"/>
                  </a:cubicBezTo>
                  <a:cubicBezTo>
                    <a:pt x="9570" y="10909"/>
                    <a:pt x="10519" y="10630"/>
                    <a:pt x="10519" y="9681"/>
                  </a:cubicBezTo>
                  <a:cubicBezTo>
                    <a:pt x="10519" y="9653"/>
                    <a:pt x="10519" y="9653"/>
                    <a:pt x="10519" y="9625"/>
                  </a:cubicBezTo>
                  <a:cubicBezTo>
                    <a:pt x="10491" y="8342"/>
                    <a:pt x="6948" y="4185"/>
                    <a:pt x="5720" y="3097"/>
                  </a:cubicBezTo>
                  <a:cubicBezTo>
                    <a:pt x="5525" y="2902"/>
                    <a:pt x="5162" y="2623"/>
                    <a:pt x="4772" y="2288"/>
                  </a:cubicBezTo>
                  <a:lnTo>
                    <a:pt x="4772" y="2288"/>
                  </a:lnTo>
                  <a:cubicBezTo>
                    <a:pt x="4967" y="2539"/>
                    <a:pt x="5190" y="2818"/>
                    <a:pt x="5413" y="3069"/>
                  </a:cubicBezTo>
                  <a:cubicBezTo>
                    <a:pt x="5888" y="3683"/>
                    <a:pt x="6167" y="4353"/>
                    <a:pt x="6585" y="4966"/>
                  </a:cubicBezTo>
                  <a:cubicBezTo>
                    <a:pt x="7366" y="6166"/>
                    <a:pt x="8678" y="6947"/>
                    <a:pt x="9487" y="8147"/>
                  </a:cubicBezTo>
                  <a:cubicBezTo>
                    <a:pt x="9989" y="8844"/>
                    <a:pt x="10407" y="9960"/>
                    <a:pt x="9766" y="10741"/>
                  </a:cubicBezTo>
                  <a:cubicBezTo>
                    <a:pt x="9626" y="10909"/>
                    <a:pt x="9459" y="10993"/>
                    <a:pt x="9291" y="10993"/>
                  </a:cubicBezTo>
                  <a:cubicBezTo>
                    <a:pt x="8929" y="10993"/>
                    <a:pt x="8566" y="10658"/>
                    <a:pt x="8454" y="10379"/>
                  </a:cubicBezTo>
                  <a:cubicBezTo>
                    <a:pt x="8175" y="9458"/>
                    <a:pt x="9319" y="9235"/>
                    <a:pt x="8259" y="8900"/>
                  </a:cubicBezTo>
                  <a:cubicBezTo>
                    <a:pt x="7701" y="8733"/>
                    <a:pt x="7338" y="8649"/>
                    <a:pt x="6892" y="8286"/>
                  </a:cubicBezTo>
                  <a:cubicBezTo>
                    <a:pt x="6418" y="7924"/>
                    <a:pt x="5943" y="7366"/>
                    <a:pt x="5246" y="7310"/>
                  </a:cubicBezTo>
                  <a:cubicBezTo>
                    <a:pt x="5106" y="7310"/>
                    <a:pt x="4716" y="7254"/>
                    <a:pt x="4018" y="6947"/>
                  </a:cubicBezTo>
                  <a:cubicBezTo>
                    <a:pt x="3377" y="6640"/>
                    <a:pt x="2038" y="5357"/>
                    <a:pt x="1647" y="4771"/>
                  </a:cubicBezTo>
                  <a:cubicBezTo>
                    <a:pt x="922" y="3655"/>
                    <a:pt x="1033" y="3237"/>
                    <a:pt x="1228" y="2260"/>
                  </a:cubicBezTo>
                  <a:cubicBezTo>
                    <a:pt x="1340" y="1674"/>
                    <a:pt x="2261" y="781"/>
                    <a:pt x="2763" y="558"/>
                  </a:cubicBezTo>
                  <a:cubicBezTo>
                    <a:pt x="2707" y="502"/>
                    <a:pt x="2679" y="475"/>
                    <a:pt x="2623" y="447"/>
                  </a:cubicBezTo>
                  <a:cubicBezTo>
                    <a:pt x="2351" y="199"/>
                    <a:pt x="2166" y="39"/>
                    <a:pt x="2109" y="6"/>
                  </a:cubicBezTo>
                  <a:close/>
                </a:path>
              </a:pathLst>
            </a:custGeom>
            <a:solidFill>
              <a:srgbClr val="F79B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2000;p35">
              <a:extLst>
                <a:ext uri="{FF2B5EF4-FFF2-40B4-BE49-F238E27FC236}">
                  <a16:creationId xmlns:a16="http://schemas.microsoft.com/office/drawing/2014/main" id="{B8AC38A7-B1E9-8B19-59B5-894FC09FE83A}"/>
                </a:ext>
              </a:extLst>
            </p:cNvPr>
            <p:cNvSpPr/>
            <p:nvPr/>
          </p:nvSpPr>
          <p:spPr>
            <a:xfrm>
              <a:off x="2036432" y="1960921"/>
              <a:ext cx="365694" cy="444423"/>
            </a:xfrm>
            <a:custGeom>
              <a:avLst/>
              <a:gdLst/>
              <a:ahLst/>
              <a:cxnLst/>
              <a:rect l="l" t="t" r="r" b="b"/>
              <a:pathLst>
                <a:path w="9485" h="11527" extrusionOk="0">
                  <a:moveTo>
                    <a:pt x="2694" y="0"/>
                  </a:moveTo>
                  <a:cubicBezTo>
                    <a:pt x="2692" y="0"/>
                    <a:pt x="2693" y="3"/>
                    <a:pt x="2698" y="8"/>
                  </a:cubicBezTo>
                  <a:lnTo>
                    <a:pt x="2698" y="8"/>
                  </a:lnTo>
                  <a:cubicBezTo>
                    <a:pt x="2700" y="7"/>
                    <a:pt x="2703" y="6"/>
                    <a:pt x="2705" y="4"/>
                  </a:cubicBezTo>
                  <a:cubicBezTo>
                    <a:pt x="2700" y="1"/>
                    <a:pt x="2696" y="0"/>
                    <a:pt x="2694" y="0"/>
                  </a:cubicBezTo>
                  <a:close/>
                  <a:moveTo>
                    <a:pt x="2698" y="8"/>
                  </a:moveTo>
                  <a:cubicBezTo>
                    <a:pt x="973" y="848"/>
                    <a:pt x="1" y="3243"/>
                    <a:pt x="1003" y="4915"/>
                  </a:cubicBezTo>
                  <a:cubicBezTo>
                    <a:pt x="1812" y="6198"/>
                    <a:pt x="2231" y="6198"/>
                    <a:pt x="3961" y="7314"/>
                  </a:cubicBezTo>
                  <a:cubicBezTo>
                    <a:pt x="4630" y="7760"/>
                    <a:pt x="6918" y="9378"/>
                    <a:pt x="7113" y="9657"/>
                  </a:cubicBezTo>
                  <a:cubicBezTo>
                    <a:pt x="7281" y="9853"/>
                    <a:pt x="8843" y="11359"/>
                    <a:pt x="9262" y="11527"/>
                  </a:cubicBezTo>
                  <a:lnTo>
                    <a:pt x="9485" y="11359"/>
                  </a:lnTo>
                  <a:cubicBezTo>
                    <a:pt x="9234" y="11220"/>
                    <a:pt x="9066" y="10997"/>
                    <a:pt x="8843" y="10801"/>
                  </a:cubicBezTo>
                  <a:cubicBezTo>
                    <a:pt x="8592" y="10578"/>
                    <a:pt x="7950" y="10020"/>
                    <a:pt x="7950" y="9657"/>
                  </a:cubicBezTo>
                  <a:cubicBezTo>
                    <a:pt x="7978" y="9462"/>
                    <a:pt x="8285" y="9546"/>
                    <a:pt x="8397" y="9378"/>
                  </a:cubicBezTo>
                  <a:cubicBezTo>
                    <a:pt x="8508" y="9211"/>
                    <a:pt x="7978" y="8848"/>
                    <a:pt x="7141" y="8848"/>
                  </a:cubicBezTo>
                  <a:cubicBezTo>
                    <a:pt x="6332" y="8848"/>
                    <a:pt x="5663" y="8011"/>
                    <a:pt x="4965" y="7593"/>
                  </a:cubicBezTo>
                  <a:cubicBezTo>
                    <a:pt x="3877" y="6895"/>
                    <a:pt x="1952" y="5779"/>
                    <a:pt x="1338" y="4608"/>
                  </a:cubicBezTo>
                  <a:cubicBezTo>
                    <a:pt x="501" y="3045"/>
                    <a:pt x="1478" y="1092"/>
                    <a:pt x="3040" y="311"/>
                  </a:cubicBezTo>
                  <a:cubicBezTo>
                    <a:pt x="2849" y="142"/>
                    <a:pt x="2723" y="36"/>
                    <a:pt x="2698" y="8"/>
                  </a:cubicBezTo>
                  <a:close/>
                </a:path>
              </a:pathLst>
            </a:custGeom>
            <a:solidFill>
              <a:srgbClr val="EA6A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2001;p35">
              <a:extLst>
                <a:ext uri="{FF2B5EF4-FFF2-40B4-BE49-F238E27FC236}">
                  <a16:creationId xmlns:a16="http://schemas.microsoft.com/office/drawing/2014/main" id="{FC08DE2B-1BF1-D339-E4A6-8C15C5C4FE9D}"/>
                </a:ext>
              </a:extLst>
            </p:cNvPr>
            <p:cNvSpPr/>
            <p:nvPr/>
          </p:nvSpPr>
          <p:spPr>
            <a:xfrm>
              <a:off x="2839902" y="2110018"/>
              <a:ext cx="103289" cy="89872"/>
            </a:xfrm>
            <a:custGeom>
              <a:avLst/>
              <a:gdLst/>
              <a:ahLst/>
              <a:cxnLst/>
              <a:rect l="l" t="t" r="r" b="b"/>
              <a:pathLst>
                <a:path w="2679" h="2331" extrusionOk="0">
                  <a:moveTo>
                    <a:pt x="1692" y="1"/>
                  </a:moveTo>
                  <a:cubicBezTo>
                    <a:pt x="1130" y="1"/>
                    <a:pt x="347" y="290"/>
                    <a:pt x="1" y="908"/>
                  </a:cubicBezTo>
                  <a:cubicBezTo>
                    <a:pt x="196" y="1131"/>
                    <a:pt x="754" y="1885"/>
                    <a:pt x="726" y="2331"/>
                  </a:cubicBezTo>
                  <a:cubicBezTo>
                    <a:pt x="1256" y="2164"/>
                    <a:pt x="1675" y="2331"/>
                    <a:pt x="2149" y="1968"/>
                  </a:cubicBezTo>
                  <a:cubicBezTo>
                    <a:pt x="2512" y="1689"/>
                    <a:pt x="2260" y="1689"/>
                    <a:pt x="2372" y="1438"/>
                  </a:cubicBezTo>
                  <a:cubicBezTo>
                    <a:pt x="2428" y="1327"/>
                    <a:pt x="2651" y="1299"/>
                    <a:pt x="2623" y="992"/>
                  </a:cubicBezTo>
                  <a:cubicBezTo>
                    <a:pt x="2623" y="908"/>
                    <a:pt x="2233" y="880"/>
                    <a:pt x="2233" y="769"/>
                  </a:cubicBezTo>
                  <a:cubicBezTo>
                    <a:pt x="2233" y="694"/>
                    <a:pt x="2307" y="682"/>
                    <a:pt x="2414" y="682"/>
                  </a:cubicBezTo>
                  <a:cubicBezTo>
                    <a:pt x="2468" y="682"/>
                    <a:pt x="2530" y="685"/>
                    <a:pt x="2595" y="685"/>
                  </a:cubicBezTo>
                  <a:cubicBezTo>
                    <a:pt x="2679" y="685"/>
                    <a:pt x="2539" y="462"/>
                    <a:pt x="2456" y="350"/>
                  </a:cubicBezTo>
                  <a:cubicBezTo>
                    <a:pt x="2372" y="266"/>
                    <a:pt x="2177" y="266"/>
                    <a:pt x="2121" y="238"/>
                  </a:cubicBezTo>
                  <a:cubicBezTo>
                    <a:pt x="2065" y="183"/>
                    <a:pt x="2037" y="43"/>
                    <a:pt x="1898" y="15"/>
                  </a:cubicBezTo>
                  <a:cubicBezTo>
                    <a:pt x="1834" y="6"/>
                    <a:pt x="1765" y="1"/>
                    <a:pt x="1692" y="1"/>
                  </a:cubicBezTo>
                  <a:close/>
                </a:path>
              </a:pathLst>
            </a:custGeom>
            <a:solidFill>
              <a:srgbClr val="FFD3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2002;p35">
              <a:extLst>
                <a:ext uri="{FF2B5EF4-FFF2-40B4-BE49-F238E27FC236}">
                  <a16:creationId xmlns:a16="http://schemas.microsoft.com/office/drawing/2014/main" id="{557740B1-9D0B-1F89-46F2-1FB38A5F67DA}"/>
                </a:ext>
              </a:extLst>
            </p:cNvPr>
            <p:cNvSpPr/>
            <p:nvPr/>
          </p:nvSpPr>
          <p:spPr>
            <a:xfrm>
              <a:off x="2280569" y="2461957"/>
              <a:ext cx="50584" cy="143463"/>
            </a:xfrm>
            <a:custGeom>
              <a:avLst/>
              <a:gdLst/>
              <a:ahLst/>
              <a:cxnLst/>
              <a:rect l="l" t="t" r="r" b="b"/>
              <a:pathLst>
                <a:path w="1312" h="3721" extrusionOk="0">
                  <a:moveTo>
                    <a:pt x="1098" y="0"/>
                  </a:moveTo>
                  <a:cubicBezTo>
                    <a:pt x="1022" y="0"/>
                    <a:pt x="963" y="37"/>
                    <a:pt x="921" y="122"/>
                  </a:cubicBezTo>
                  <a:cubicBezTo>
                    <a:pt x="670" y="736"/>
                    <a:pt x="502" y="1545"/>
                    <a:pt x="307" y="2326"/>
                  </a:cubicBezTo>
                  <a:cubicBezTo>
                    <a:pt x="223" y="2744"/>
                    <a:pt x="140" y="3135"/>
                    <a:pt x="28" y="3498"/>
                  </a:cubicBezTo>
                  <a:cubicBezTo>
                    <a:pt x="0" y="3581"/>
                    <a:pt x="56" y="3693"/>
                    <a:pt x="168" y="3721"/>
                  </a:cubicBezTo>
                  <a:lnTo>
                    <a:pt x="279" y="3721"/>
                  </a:lnTo>
                  <a:cubicBezTo>
                    <a:pt x="335" y="3693"/>
                    <a:pt x="363" y="3637"/>
                    <a:pt x="391" y="3581"/>
                  </a:cubicBezTo>
                  <a:cubicBezTo>
                    <a:pt x="474" y="3219"/>
                    <a:pt x="586" y="2800"/>
                    <a:pt x="670" y="2410"/>
                  </a:cubicBezTo>
                  <a:cubicBezTo>
                    <a:pt x="837" y="1628"/>
                    <a:pt x="1032" y="847"/>
                    <a:pt x="1256" y="261"/>
                  </a:cubicBezTo>
                  <a:cubicBezTo>
                    <a:pt x="1311" y="150"/>
                    <a:pt x="1256" y="38"/>
                    <a:pt x="1172" y="10"/>
                  </a:cubicBezTo>
                  <a:cubicBezTo>
                    <a:pt x="1146" y="4"/>
                    <a:pt x="1121" y="0"/>
                    <a:pt x="1098" y="0"/>
                  </a:cubicBezTo>
                  <a:close/>
                </a:path>
              </a:pathLst>
            </a:custGeom>
            <a:solidFill>
              <a:srgbClr val="997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2003;p35">
              <a:extLst>
                <a:ext uri="{FF2B5EF4-FFF2-40B4-BE49-F238E27FC236}">
                  <a16:creationId xmlns:a16="http://schemas.microsoft.com/office/drawing/2014/main" id="{D0923EC1-DFFD-966B-B0F5-27E3826F48FF}"/>
                </a:ext>
              </a:extLst>
            </p:cNvPr>
            <p:cNvSpPr/>
            <p:nvPr/>
          </p:nvSpPr>
          <p:spPr>
            <a:xfrm>
              <a:off x="2261175" y="2579785"/>
              <a:ext cx="45225" cy="131048"/>
            </a:xfrm>
            <a:custGeom>
              <a:avLst/>
              <a:gdLst/>
              <a:ahLst/>
              <a:cxnLst/>
              <a:rect l="l" t="t" r="r" b="b"/>
              <a:pathLst>
                <a:path w="1173" h="3399" extrusionOk="0">
                  <a:moveTo>
                    <a:pt x="717" y="1"/>
                  </a:moveTo>
                  <a:cubicBezTo>
                    <a:pt x="453" y="1"/>
                    <a:pt x="222" y="319"/>
                    <a:pt x="85" y="525"/>
                  </a:cubicBezTo>
                  <a:cubicBezTo>
                    <a:pt x="57" y="581"/>
                    <a:pt x="29" y="665"/>
                    <a:pt x="1" y="693"/>
                  </a:cubicBezTo>
                  <a:lnTo>
                    <a:pt x="224" y="888"/>
                  </a:lnTo>
                  <a:cubicBezTo>
                    <a:pt x="280" y="776"/>
                    <a:pt x="280" y="749"/>
                    <a:pt x="336" y="665"/>
                  </a:cubicBezTo>
                  <a:cubicBezTo>
                    <a:pt x="438" y="511"/>
                    <a:pt x="611" y="240"/>
                    <a:pt x="747" y="240"/>
                  </a:cubicBezTo>
                  <a:cubicBezTo>
                    <a:pt x="759" y="240"/>
                    <a:pt x="771" y="242"/>
                    <a:pt x="782" y="246"/>
                  </a:cubicBezTo>
                  <a:cubicBezTo>
                    <a:pt x="866" y="302"/>
                    <a:pt x="922" y="609"/>
                    <a:pt x="922" y="1139"/>
                  </a:cubicBezTo>
                  <a:cubicBezTo>
                    <a:pt x="922" y="1195"/>
                    <a:pt x="922" y="1223"/>
                    <a:pt x="922" y="1251"/>
                  </a:cubicBezTo>
                  <a:cubicBezTo>
                    <a:pt x="950" y="1613"/>
                    <a:pt x="894" y="1948"/>
                    <a:pt x="866" y="2283"/>
                  </a:cubicBezTo>
                  <a:cubicBezTo>
                    <a:pt x="838" y="2534"/>
                    <a:pt x="810" y="2813"/>
                    <a:pt x="810" y="3064"/>
                  </a:cubicBezTo>
                  <a:lnTo>
                    <a:pt x="754" y="3036"/>
                  </a:lnTo>
                  <a:cubicBezTo>
                    <a:pt x="643" y="2953"/>
                    <a:pt x="475" y="2869"/>
                    <a:pt x="392" y="2813"/>
                  </a:cubicBezTo>
                  <a:lnTo>
                    <a:pt x="140" y="2869"/>
                  </a:lnTo>
                  <a:cubicBezTo>
                    <a:pt x="196" y="2953"/>
                    <a:pt x="392" y="3092"/>
                    <a:pt x="615" y="3232"/>
                  </a:cubicBezTo>
                  <a:cubicBezTo>
                    <a:pt x="698" y="3287"/>
                    <a:pt x="810" y="3343"/>
                    <a:pt x="866" y="3399"/>
                  </a:cubicBezTo>
                  <a:lnTo>
                    <a:pt x="1061" y="3287"/>
                  </a:lnTo>
                  <a:cubicBezTo>
                    <a:pt x="1033" y="2980"/>
                    <a:pt x="1089" y="2646"/>
                    <a:pt x="1117" y="2311"/>
                  </a:cubicBezTo>
                  <a:cubicBezTo>
                    <a:pt x="1145" y="1976"/>
                    <a:pt x="1173" y="1613"/>
                    <a:pt x="1173" y="1251"/>
                  </a:cubicBezTo>
                  <a:cubicBezTo>
                    <a:pt x="1173" y="1223"/>
                    <a:pt x="1173" y="1195"/>
                    <a:pt x="1173" y="1139"/>
                  </a:cubicBezTo>
                  <a:cubicBezTo>
                    <a:pt x="1173" y="665"/>
                    <a:pt x="1145" y="191"/>
                    <a:pt x="894" y="51"/>
                  </a:cubicBezTo>
                  <a:cubicBezTo>
                    <a:pt x="834" y="16"/>
                    <a:pt x="774" y="1"/>
                    <a:pt x="717" y="1"/>
                  </a:cubicBezTo>
                  <a:close/>
                </a:path>
              </a:pathLst>
            </a:custGeom>
            <a:solidFill>
              <a:srgbClr val="7268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2004;p35">
              <a:extLst>
                <a:ext uri="{FF2B5EF4-FFF2-40B4-BE49-F238E27FC236}">
                  <a16:creationId xmlns:a16="http://schemas.microsoft.com/office/drawing/2014/main" id="{ACF81B6D-9A2C-E88D-0C61-953FA2CFB5F2}"/>
                </a:ext>
              </a:extLst>
            </p:cNvPr>
            <p:cNvSpPr/>
            <p:nvPr/>
          </p:nvSpPr>
          <p:spPr>
            <a:xfrm>
              <a:off x="2266573" y="2688243"/>
              <a:ext cx="24791" cy="10526"/>
            </a:xfrm>
            <a:custGeom>
              <a:avLst/>
              <a:gdLst/>
              <a:ahLst/>
              <a:cxnLst/>
              <a:rect l="l" t="t" r="r" b="b"/>
              <a:pathLst>
                <a:path w="643" h="273" extrusionOk="0">
                  <a:moveTo>
                    <a:pt x="252" y="0"/>
                  </a:moveTo>
                  <a:lnTo>
                    <a:pt x="0" y="56"/>
                  </a:lnTo>
                  <a:cubicBezTo>
                    <a:pt x="56" y="112"/>
                    <a:pt x="140" y="167"/>
                    <a:pt x="252" y="251"/>
                  </a:cubicBezTo>
                  <a:cubicBezTo>
                    <a:pt x="321" y="265"/>
                    <a:pt x="391" y="272"/>
                    <a:pt x="457" y="272"/>
                  </a:cubicBezTo>
                  <a:cubicBezTo>
                    <a:pt x="524" y="272"/>
                    <a:pt x="586" y="265"/>
                    <a:pt x="642" y="251"/>
                  </a:cubicBezTo>
                  <a:lnTo>
                    <a:pt x="614" y="223"/>
                  </a:lnTo>
                  <a:cubicBezTo>
                    <a:pt x="503" y="140"/>
                    <a:pt x="335" y="56"/>
                    <a:pt x="252" y="0"/>
                  </a:cubicBezTo>
                  <a:close/>
                </a:path>
              </a:pathLst>
            </a:custGeom>
            <a:solidFill>
              <a:srgbClr val="493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2005;p35">
              <a:extLst>
                <a:ext uri="{FF2B5EF4-FFF2-40B4-BE49-F238E27FC236}">
                  <a16:creationId xmlns:a16="http://schemas.microsoft.com/office/drawing/2014/main" id="{8CFE7F87-F1EE-B809-3F2E-A22FC58CC9BB}"/>
                </a:ext>
              </a:extLst>
            </p:cNvPr>
            <p:cNvSpPr/>
            <p:nvPr/>
          </p:nvSpPr>
          <p:spPr>
            <a:xfrm>
              <a:off x="2263334" y="2586301"/>
              <a:ext cx="26950" cy="27760"/>
            </a:xfrm>
            <a:custGeom>
              <a:avLst/>
              <a:gdLst/>
              <a:ahLst/>
              <a:cxnLst/>
              <a:rect l="l" t="t" r="r" b="b"/>
              <a:pathLst>
                <a:path w="699" h="720" extrusionOk="0">
                  <a:moveTo>
                    <a:pt x="558" y="1"/>
                  </a:moveTo>
                  <a:cubicBezTo>
                    <a:pt x="353" y="1"/>
                    <a:pt x="113" y="394"/>
                    <a:pt x="1" y="552"/>
                  </a:cubicBezTo>
                  <a:lnTo>
                    <a:pt x="168" y="719"/>
                  </a:lnTo>
                  <a:cubicBezTo>
                    <a:pt x="224" y="607"/>
                    <a:pt x="224" y="580"/>
                    <a:pt x="280" y="496"/>
                  </a:cubicBezTo>
                  <a:cubicBezTo>
                    <a:pt x="386" y="336"/>
                    <a:pt x="543" y="75"/>
                    <a:pt x="678" y="75"/>
                  </a:cubicBezTo>
                  <a:cubicBezTo>
                    <a:pt x="685" y="75"/>
                    <a:pt x="692" y="76"/>
                    <a:pt x="698" y="77"/>
                  </a:cubicBezTo>
                  <a:cubicBezTo>
                    <a:pt x="655" y="23"/>
                    <a:pt x="608" y="1"/>
                    <a:pt x="558" y="1"/>
                  </a:cubicBezTo>
                  <a:close/>
                </a:path>
              </a:pathLst>
            </a:custGeom>
            <a:solidFill>
              <a:srgbClr val="493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2006;p35">
              <a:extLst>
                <a:ext uri="{FF2B5EF4-FFF2-40B4-BE49-F238E27FC236}">
                  <a16:creationId xmlns:a16="http://schemas.microsoft.com/office/drawing/2014/main" id="{B050C269-707A-DB78-F43A-0D354BB203F8}"/>
                </a:ext>
              </a:extLst>
            </p:cNvPr>
            <p:cNvSpPr/>
            <p:nvPr/>
          </p:nvSpPr>
          <p:spPr>
            <a:xfrm>
              <a:off x="2288087" y="2579592"/>
              <a:ext cx="18314" cy="130200"/>
            </a:xfrm>
            <a:custGeom>
              <a:avLst/>
              <a:gdLst/>
              <a:ahLst/>
              <a:cxnLst/>
              <a:rect l="l" t="t" r="r" b="b"/>
              <a:pathLst>
                <a:path w="475" h="3377" extrusionOk="0">
                  <a:moveTo>
                    <a:pt x="0" y="0"/>
                  </a:moveTo>
                  <a:cubicBezTo>
                    <a:pt x="224" y="84"/>
                    <a:pt x="307" y="279"/>
                    <a:pt x="335" y="530"/>
                  </a:cubicBezTo>
                  <a:cubicBezTo>
                    <a:pt x="391" y="1088"/>
                    <a:pt x="391" y="1702"/>
                    <a:pt x="307" y="2288"/>
                  </a:cubicBezTo>
                  <a:cubicBezTo>
                    <a:pt x="307" y="2651"/>
                    <a:pt x="279" y="3013"/>
                    <a:pt x="224" y="3376"/>
                  </a:cubicBezTo>
                  <a:lnTo>
                    <a:pt x="363" y="3292"/>
                  </a:lnTo>
                  <a:cubicBezTo>
                    <a:pt x="335" y="2985"/>
                    <a:pt x="391" y="2651"/>
                    <a:pt x="419" y="2316"/>
                  </a:cubicBezTo>
                  <a:cubicBezTo>
                    <a:pt x="447" y="1981"/>
                    <a:pt x="475" y="1618"/>
                    <a:pt x="475" y="1256"/>
                  </a:cubicBezTo>
                  <a:cubicBezTo>
                    <a:pt x="475" y="1228"/>
                    <a:pt x="475" y="1200"/>
                    <a:pt x="475" y="1144"/>
                  </a:cubicBezTo>
                  <a:cubicBezTo>
                    <a:pt x="475" y="670"/>
                    <a:pt x="447" y="196"/>
                    <a:pt x="196" y="56"/>
                  </a:cubicBezTo>
                  <a:cubicBezTo>
                    <a:pt x="140" y="0"/>
                    <a:pt x="56" y="0"/>
                    <a:pt x="0" y="0"/>
                  </a:cubicBezTo>
                  <a:close/>
                </a:path>
              </a:pathLst>
            </a:custGeom>
            <a:solidFill>
              <a:srgbClr val="493F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2007;p35">
              <a:extLst>
                <a:ext uri="{FF2B5EF4-FFF2-40B4-BE49-F238E27FC236}">
                  <a16:creationId xmlns:a16="http://schemas.microsoft.com/office/drawing/2014/main" id="{2A1DFC50-C151-2ACB-6C20-D44843553DAE}"/>
                </a:ext>
              </a:extLst>
            </p:cNvPr>
            <p:cNvSpPr/>
            <p:nvPr/>
          </p:nvSpPr>
          <p:spPr>
            <a:xfrm>
              <a:off x="2276250" y="2569529"/>
              <a:ext cx="24791" cy="37398"/>
            </a:xfrm>
            <a:custGeom>
              <a:avLst/>
              <a:gdLst/>
              <a:ahLst/>
              <a:cxnLst/>
              <a:rect l="l" t="t" r="r" b="b"/>
              <a:pathLst>
                <a:path w="643" h="970" extrusionOk="0">
                  <a:moveTo>
                    <a:pt x="441" y="0"/>
                  </a:moveTo>
                  <a:cubicBezTo>
                    <a:pt x="416" y="0"/>
                    <a:pt x="390" y="4"/>
                    <a:pt x="363" y="10"/>
                  </a:cubicBezTo>
                  <a:cubicBezTo>
                    <a:pt x="196" y="66"/>
                    <a:pt x="84" y="205"/>
                    <a:pt x="28" y="401"/>
                  </a:cubicBezTo>
                  <a:cubicBezTo>
                    <a:pt x="1" y="596"/>
                    <a:pt x="28" y="791"/>
                    <a:pt x="168" y="903"/>
                  </a:cubicBezTo>
                  <a:cubicBezTo>
                    <a:pt x="188" y="944"/>
                    <a:pt x="239" y="970"/>
                    <a:pt x="297" y="970"/>
                  </a:cubicBezTo>
                  <a:cubicBezTo>
                    <a:pt x="318" y="970"/>
                    <a:pt x="341" y="966"/>
                    <a:pt x="363" y="959"/>
                  </a:cubicBezTo>
                  <a:lnTo>
                    <a:pt x="419" y="903"/>
                  </a:lnTo>
                  <a:cubicBezTo>
                    <a:pt x="503" y="847"/>
                    <a:pt x="503" y="736"/>
                    <a:pt x="419" y="652"/>
                  </a:cubicBezTo>
                  <a:cubicBezTo>
                    <a:pt x="391" y="624"/>
                    <a:pt x="391" y="568"/>
                    <a:pt x="391" y="484"/>
                  </a:cubicBezTo>
                  <a:cubicBezTo>
                    <a:pt x="419" y="429"/>
                    <a:pt x="447" y="373"/>
                    <a:pt x="503" y="345"/>
                  </a:cubicBezTo>
                  <a:cubicBezTo>
                    <a:pt x="586" y="317"/>
                    <a:pt x="642" y="205"/>
                    <a:pt x="614" y="122"/>
                  </a:cubicBezTo>
                  <a:cubicBezTo>
                    <a:pt x="593" y="37"/>
                    <a:pt x="523" y="0"/>
                    <a:pt x="441" y="0"/>
                  </a:cubicBezTo>
                  <a:close/>
                </a:path>
              </a:pathLst>
            </a:custGeom>
            <a:solidFill>
              <a:srgbClr val="997F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2008;p35">
              <a:extLst>
                <a:ext uri="{FF2B5EF4-FFF2-40B4-BE49-F238E27FC236}">
                  <a16:creationId xmlns:a16="http://schemas.microsoft.com/office/drawing/2014/main" id="{229B5764-A8C1-09BD-1947-B19DD0E2312C}"/>
                </a:ext>
              </a:extLst>
            </p:cNvPr>
            <p:cNvSpPr/>
            <p:nvPr/>
          </p:nvSpPr>
          <p:spPr>
            <a:xfrm>
              <a:off x="2463402" y="1970329"/>
              <a:ext cx="412037" cy="298146"/>
            </a:xfrm>
            <a:custGeom>
              <a:avLst/>
              <a:gdLst/>
              <a:ahLst/>
              <a:cxnLst/>
              <a:rect l="l" t="t" r="r" b="b"/>
              <a:pathLst>
                <a:path w="10687" h="7733" extrusionOk="0">
                  <a:moveTo>
                    <a:pt x="2714" y="1"/>
                  </a:moveTo>
                  <a:cubicBezTo>
                    <a:pt x="2290" y="1"/>
                    <a:pt x="1875" y="116"/>
                    <a:pt x="1508" y="262"/>
                  </a:cubicBezTo>
                  <a:cubicBezTo>
                    <a:pt x="810" y="569"/>
                    <a:pt x="1" y="1657"/>
                    <a:pt x="531" y="2299"/>
                  </a:cubicBezTo>
                  <a:cubicBezTo>
                    <a:pt x="754" y="2606"/>
                    <a:pt x="1173" y="2746"/>
                    <a:pt x="1452" y="2997"/>
                  </a:cubicBezTo>
                  <a:cubicBezTo>
                    <a:pt x="1759" y="3248"/>
                    <a:pt x="2010" y="3582"/>
                    <a:pt x="2289" y="3917"/>
                  </a:cubicBezTo>
                  <a:cubicBezTo>
                    <a:pt x="2791" y="4531"/>
                    <a:pt x="3070" y="5173"/>
                    <a:pt x="3544" y="5787"/>
                  </a:cubicBezTo>
                  <a:cubicBezTo>
                    <a:pt x="4046" y="6456"/>
                    <a:pt x="4828" y="7628"/>
                    <a:pt x="5637" y="7712"/>
                  </a:cubicBezTo>
                  <a:cubicBezTo>
                    <a:pt x="5772" y="7726"/>
                    <a:pt x="5906" y="7733"/>
                    <a:pt x="6040" y="7733"/>
                  </a:cubicBezTo>
                  <a:cubicBezTo>
                    <a:pt x="7723" y="7733"/>
                    <a:pt x="9265" y="6648"/>
                    <a:pt x="10686" y="5898"/>
                  </a:cubicBezTo>
                  <a:cubicBezTo>
                    <a:pt x="10491" y="5312"/>
                    <a:pt x="10100" y="4754"/>
                    <a:pt x="9849" y="4419"/>
                  </a:cubicBezTo>
                  <a:cubicBezTo>
                    <a:pt x="9487" y="4587"/>
                    <a:pt x="8984" y="4754"/>
                    <a:pt x="8566" y="4894"/>
                  </a:cubicBezTo>
                  <a:cubicBezTo>
                    <a:pt x="7837" y="5115"/>
                    <a:pt x="7143" y="5371"/>
                    <a:pt x="6636" y="5371"/>
                  </a:cubicBezTo>
                  <a:cubicBezTo>
                    <a:pt x="6503" y="5371"/>
                    <a:pt x="6383" y="5353"/>
                    <a:pt x="6278" y="5312"/>
                  </a:cubicBezTo>
                  <a:cubicBezTo>
                    <a:pt x="5804" y="5117"/>
                    <a:pt x="5162" y="3638"/>
                    <a:pt x="5051" y="3164"/>
                  </a:cubicBezTo>
                  <a:cubicBezTo>
                    <a:pt x="4828" y="2355"/>
                    <a:pt x="4855" y="1406"/>
                    <a:pt x="4297" y="737"/>
                  </a:cubicBezTo>
                  <a:cubicBezTo>
                    <a:pt x="3812" y="189"/>
                    <a:pt x="3256" y="1"/>
                    <a:pt x="27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2009;p35">
              <a:extLst>
                <a:ext uri="{FF2B5EF4-FFF2-40B4-BE49-F238E27FC236}">
                  <a16:creationId xmlns:a16="http://schemas.microsoft.com/office/drawing/2014/main" id="{22A49F5D-07D0-8ABF-AA6D-28B5D1ADC5AD}"/>
                </a:ext>
              </a:extLst>
            </p:cNvPr>
            <p:cNvSpPr/>
            <p:nvPr/>
          </p:nvSpPr>
          <p:spPr>
            <a:xfrm>
              <a:off x="2593567" y="1973992"/>
              <a:ext cx="254964" cy="231330"/>
            </a:xfrm>
            <a:custGeom>
              <a:avLst/>
              <a:gdLst/>
              <a:ahLst/>
              <a:cxnLst/>
              <a:rect l="l" t="t" r="r" b="b"/>
              <a:pathLst>
                <a:path w="6613" h="6000" extrusionOk="0">
                  <a:moveTo>
                    <a:pt x="1" y="0"/>
                  </a:moveTo>
                  <a:lnTo>
                    <a:pt x="1" y="0"/>
                  </a:lnTo>
                  <a:cubicBezTo>
                    <a:pt x="1312" y="1004"/>
                    <a:pt x="1284" y="3766"/>
                    <a:pt x="2400" y="5050"/>
                  </a:cubicBezTo>
                  <a:cubicBezTo>
                    <a:pt x="2512" y="5161"/>
                    <a:pt x="2121" y="5273"/>
                    <a:pt x="2037" y="5301"/>
                  </a:cubicBezTo>
                  <a:lnTo>
                    <a:pt x="2567" y="5329"/>
                  </a:lnTo>
                  <a:cubicBezTo>
                    <a:pt x="2730" y="5546"/>
                    <a:pt x="2155" y="6000"/>
                    <a:pt x="2404" y="6000"/>
                  </a:cubicBezTo>
                  <a:cubicBezTo>
                    <a:pt x="2411" y="6000"/>
                    <a:pt x="2419" y="5999"/>
                    <a:pt x="2428" y="5998"/>
                  </a:cubicBezTo>
                  <a:cubicBezTo>
                    <a:pt x="2583" y="5998"/>
                    <a:pt x="2834" y="5543"/>
                    <a:pt x="2959" y="5543"/>
                  </a:cubicBezTo>
                  <a:cubicBezTo>
                    <a:pt x="2969" y="5543"/>
                    <a:pt x="2978" y="5546"/>
                    <a:pt x="2986" y="5552"/>
                  </a:cubicBezTo>
                  <a:cubicBezTo>
                    <a:pt x="3070" y="5580"/>
                    <a:pt x="3042" y="5915"/>
                    <a:pt x="3125" y="5915"/>
                  </a:cubicBezTo>
                  <a:cubicBezTo>
                    <a:pt x="3131" y="5916"/>
                    <a:pt x="3135" y="5916"/>
                    <a:pt x="3140" y="5916"/>
                  </a:cubicBezTo>
                  <a:cubicBezTo>
                    <a:pt x="3290" y="5916"/>
                    <a:pt x="3241" y="5496"/>
                    <a:pt x="3377" y="5496"/>
                  </a:cubicBezTo>
                  <a:cubicBezTo>
                    <a:pt x="4520" y="5413"/>
                    <a:pt x="5525" y="4771"/>
                    <a:pt x="6613" y="4492"/>
                  </a:cubicBezTo>
                  <a:cubicBezTo>
                    <a:pt x="6557" y="4436"/>
                    <a:pt x="6529" y="4380"/>
                    <a:pt x="6473" y="4324"/>
                  </a:cubicBezTo>
                  <a:cubicBezTo>
                    <a:pt x="6111" y="4492"/>
                    <a:pt x="5608" y="4659"/>
                    <a:pt x="5190" y="4799"/>
                  </a:cubicBezTo>
                  <a:cubicBezTo>
                    <a:pt x="4461" y="5020"/>
                    <a:pt x="3767" y="5276"/>
                    <a:pt x="3260" y="5276"/>
                  </a:cubicBezTo>
                  <a:cubicBezTo>
                    <a:pt x="3127" y="5276"/>
                    <a:pt x="3007" y="5258"/>
                    <a:pt x="2902" y="5217"/>
                  </a:cubicBezTo>
                  <a:cubicBezTo>
                    <a:pt x="2428" y="5022"/>
                    <a:pt x="1786" y="3543"/>
                    <a:pt x="1675" y="3069"/>
                  </a:cubicBezTo>
                  <a:cubicBezTo>
                    <a:pt x="1452" y="2260"/>
                    <a:pt x="1479" y="1311"/>
                    <a:pt x="921" y="642"/>
                  </a:cubicBezTo>
                  <a:cubicBezTo>
                    <a:pt x="615" y="307"/>
                    <a:pt x="308" y="112"/>
                    <a:pt x="1" y="0"/>
                  </a:cubicBezTo>
                  <a:close/>
                </a:path>
              </a:pathLst>
            </a:custGeom>
            <a:solidFill>
              <a:srgbClr val="B51D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2010;p35">
              <a:extLst>
                <a:ext uri="{FF2B5EF4-FFF2-40B4-BE49-F238E27FC236}">
                  <a16:creationId xmlns:a16="http://schemas.microsoft.com/office/drawing/2014/main" id="{F42161C3-8979-A67E-20D5-EA4A4A16C527}"/>
                </a:ext>
              </a:extLst>
            </p:cNvPr>
            <p:cNvSpPr/>
            <p:nvPr/>
          </p:nvSpPr>
          <p:spPr>
            <a:xfrm>
              <a:off x="2469879" y="1997627"/>
              <a:ext cx="405560" cy="270849"/>
            </a:xfrm>
            <a:custGeom>
              <a:avLst/>
              <a:gdLst/>
              <a:ahLst/>
              <a:cxnLst/>
              <a:rect l="l" t="t" r="r" b="b"/>
              <a:pathLst>
                <a:path w="10519" h="7025" extrusionOk="0">
                  <a:moveTo>
                    <a:pt x="726" y="1"/>
                  </a:moveTo>
                  <a:cubicBezTo>
                    <a:pt x="279" y="475"/>
                    <a:pt x="0" y="1145"/>
                    <a:pt x="363" y="1591"/>
                  </a:cubicBezTo>
                  <a:cubicBezTo>
                    <a:pt x="586" y="1898"/>
                    <a:pt x="1005" y="2038"/>
                    <a:pt x="1284" y="2289"/>
                  </a:cubicBezTo>
                  <a:cubicBezTo>
                    <a:pt x="1591" y="2540"/>
                    <a:pt x="1842" y="2874"/>
                    <a:pt x="2121" y="3209"/>
                  </a:cubicBezTo>
                  <a:cubicBezTo>
                    <a:pt x="2623" y="3823"/>
                    <a:pt x="2902" y="4465"/>
                    <a:pt x="3376" y="5079"/>
                  </a:cubicBezTo>
                  <a:cubicBezTo>
                    <a:pt x="3878" y="5748"/>
                    <a:pt x="4660" y="6920"/>
                    <a:pt x="5469" y="7004"/>
                  </a:cubicBezTo>
                  <a:cubicBezTo>
                    <a:pt x="5604" y="7018"/>
                    <a:pt x="5738" y="7025"/>
                    <a:pt x="5872" y="7025"/>
                  </a:cubicBezTo>
                  <a:cubicBezTo>
                    <a:pt x="7555" y="7025"/>
                    <a:pt x="9097" y="5940"/>
                    <a:pt x="10518" y="5190"/>
                  </a:cubicBezTo>
                  <a:cubicBezTo>
                    <a:pt x="10490" y="5051"/>
                    <a:pt x="10435" y="4939"/>
                    <a:pt x="10351" y="4800"/>
                  </a:cubicBezTo>
                  <a:cubicBezTo>
                    <a:pt x="9877" y="5051"/>
                    <a:pt x="9347" y="5246"/>
                    <a:pt x="8900" y="5469"/>
                  </a:cubicBezTo>
                  <a:cubicBezTo>
                    <a:pt x="8147" y="5832"/>
                    <a:pt x="7449" y="6055"/>
                    <a:pt x="6640" y="6194"/>
                  </a:cubicBezTo>
                  <a:cubicBezTo>
                    <a:pt x="6486" y="6220"/>
                    <a:pt x="6339" y="6232"/>
                    <a:pt x="6197" y="6232"/>
                  </a:cubicBezTo>
                  <a:cubicBezTo>
                    <a:pt x="5081" y="6232"/>
                    <a:pt x="4336" y="5483"/>
                    <a:pt x="3767" y="4493"/>
                  </a:cubicBezTo>
                  <a:cubicBezTo>
                    <a:pt x="3153" y="3488"/>
                    <a:pt x="2818" y="2400"/>
                    <a:pt x="1730" y="1759"/>
                  </a:cubicBezTo>
                  <a:cubicBezTo>
                    <a:pt x="1312" y="1507"/>
                    <a:pt x="837" y="1228"/>
                    <a:pt x="698" y="698"/>
                  </a:cubicBezTo>
                  <a:cubicBezTo>
                    <a:pt x="614" y="447"/>
                    <a:pt x="642" y="196"/>
                    <a:pt x="726" y="1"/>
                  </a:cubicBezTo>
                  <a:close/>
                </a:path>
              </a:pathLst>
            </a:custGeom>
            <a:solidFill>
              <a:srgbClr val="BC20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2011;p35">
              <a:extLst>
                <a:ext uri="{FF2B5EF4-FFF2-40B4-BE49-F238E27FC236}">
                  <a16:creationId xmlns:a16="http://schemas.microsoft.com/office/drawing/2014/main" id="{E5344127-EF7A-EF46-319D-5F94C75DC292}"/>
                </a:ext>
              </a:extLst>
            </p:cNvPr>
            <p:cNvSpPr/>
            <p:nvPr/>
          </p:nvSpPr>
          <p:spPr>
            <a:xfrm>
              <a:off x="3144340" y="2081563"/>
              <a:ext cx="174269" cy="442110"/>
            </a:xfrm>
            <a:custGeom>
              <a:avLst/>
              <a:gdLst/>
              <a:ahLst/>
              <a:cxnLst/>
              <a:rect l="l" t="t" r="r" b="b"/>
              <a:pathLst>
                <a:path w="4520" h="11467" extrusionOk="0">
                  <a:moveTo>
                    <a:pt x="140" y="0"/>
                  </a:moveTo>
                  <a:cubicBezTo>
                    <a:pt x="56" y="0"/>
                    <a:pt x="0" y="56"/>
                    <a:pt x="0" y="140"/>
                  </a:cubicBezTo>
                  <a:cubicBezTo>
                    <a:pt x="56" y="2595"/>
                    <a:pt x="3739" y="10797"/>
                    <a:pt x="4269" y="11411"/>
                  </a:cubicBezTo>
                  <a:lnTo>
                    <a:pt x="4380" y="11467"/>
                  </a:lnTo>
                  <a:lnTo>
                    <a:pt x="4464" y="11411"/>
                  </a:lnTo>
                  <a:cubicBezTo>
                    <a:pt x="4520" y="11383"/>
                    <a:pt x="4520" y="11299"/>
                    <a:pt x="4492" y="11215"/>
                  </a:cubicBezTo>
                  <a:cubicBezTo>
                    <a:pt x="3990" y="10630"/>
                    <a:pt x="307" y="2455"/>
                    <a:pt x="279" y="140"/>
                  </a:cubicBezTo>
                  <a:cubicBezTo>
                    <a:pt x="279" y="56"/>
                    <a:pt x="223" y="0"/>
                    <a:pt x="140" y="0"/>
                  </a:cubicBezTo>
                  <a:close/>
                </a:path>
              </a:pathLst>
            </a:custGeom>
            <a:solidFill>
              <a:srgbClr val="33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2012;p35">
              <a:extLst>
                <a:ext uri="{FF2B5EF4-FFF2-40B4-BE49-F238E27FC236}">
                  <a16:creationId xmlns:a16="http://schemas.microsoft.com/office/drawing/2014/main" id="{6F5A7061-F485-E3EB-3895-5391EFB157F3}"/>
                </a:ext>
              </a:extLst>
            </p:cNvPr>
            <p:cNvSpPr/>
            <p:nvPr/>
          </p:nvSpPr>
          <p:spPr>
            <a:xfrm>
              <a:off x="3099152" y="2175524"/>
              <a:ext cx="260323" cy="226588"/>
            </a:xfrm>
            <a:custGeom>
              <a:avLst/>
              <a:gdLst/>
              <a:ahLst/>
              <a:cxnLst/>
              <a:rect l="l" t="t" r="r" b="b"/>
              <a:pathLst>
                <a:path w="6752" h="5877" extrusionOk="0">
                  <a:moveTo>
                    <a:pt x="6213" y="1"/>
                  </a:moveTo>
                  <a:cubicBezTo>
                    <a:pt x="5207" y="1"/>
                    <a:pt x="2730" y="221"/>
                    <a:pt x="1563" y="1692"/>
                  </a:cubicBezTo>
                  <a:cubicBezTo>
                    <a:pt x="503" y="3031"/>
                    <a:pt x="224" y="4398"/>
                    <a:pt x="0" y="5710"/>
                  </a:cubicBezTo>
                  <a:cubicBezTo>
                    <a:pt x="0" y="5793"/>
                    <a:pt x="56" y="5849"/>
                    <a:pt x="140" y="5877"/>
                  </a:cubicBezTo>
                  <a:cubicBezTo>
                    <a:pt x="224" y="5877"/>
                    <a:pt x="279" y="5821"/>
                    <a:pt x="279" y="5765"/>
                  </a:cubicBezTo>
                  <a:cubicBezTo>
                    <a:pt x="475" y="4482"/>
                    <a:pt x="754" y="3143"/>
                    <a:pt x="1786" y="1859"/>
                  </a:cubicBezTo>
                  <a:cubicBezTo>
                    <a:pt x="2902" y="431"/>
                    <a:pt x="5286" y="288"/>
                    <a:pt x="6209" y="288"/>
                  </a:cubicBezTo>
                  <a:cubicBezTo>
                    <a:pt x="6439" y="288"/>
                    <a:pt x="6579" y="297"/>
                    <a:pt x="6585" y="297"/>
                  </a:cubicBezTo>
                  <a:cubicBezTo>
                    <a:pt x="6594" y="302"/>
                    <a:pt x="6605" y="304"/>
                    <a:pt x="6616" y="304"/>
                  </a:cubicBezTo>
                  <a:cubicBezTo>
                    <a:pt x="6668" y="304"/>
                    <a:pt x="6729" y="254"/>
                    <a:pt x="6752" y="186"/>
                  </a:cubicBezTo>
                  <a:cubicBezTo>
                    <a:pt x="6752" y="102"/>
                    <a:pt x="6696" y="46"/>
                    <a:pt x="6612" y="18"/>
                  </a:cubicBezTo>
                  <a:cubicBezTo>
                    <a:pt x="6549" y="9"/>
                    <a:pt x="6409" y="1"/>
                    <a:pt x="6213" y="1"/>
                  </a:cubicBezTo>
                  <a:close/>
                </a:path>
              </a:pathLst>
            </a:custGeom>
            <a:solidFill>
              <a:srgbClr val="33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2013;p35">
              <a:extLst>
                <a:ext uri="{FF2B5EF4-FFF2-40B4-BE49-F238E27FC236}">
                  <a16:creationId xmlns:a16="http://schemas.microsoft.com/office/drawing/2014/main" id="{96E5CF8D-6E7A-7F99-9355-B535209D0094}"/>
                </a:ext>
              </a:extLst>
            </p:cNvPr>
            <p:cNvSpPr/>
            <p:nvPr/>
          </p:nvSpPr>
          <p:spPr>
            <a:xfrm>
              <a:off x="2924879" y="2133190"/>
              <a:ext cx="377608" cy="395883"/>
            </a:xfrm>
            <a:custGeom>
              <a:avLst/>
              <a:gdLst/>
              <a:ahLst/>
              <a:cxnLst/>
              <a:rect l="l" t="t" r="r" b="b"/>
              <a:pathLst>
                <a:path w="9794" h="10268" extrusionOk="0">
                  <a:moveTo>
                    <a:pt x="112" y="0"/>
                  </a:moveTo>
                  <a:cubicBezTo>
                    <a:pt x="56" y="0"/>
                    <a:pt x="1" y="56"/>
                    <a:pt x="1" y="140"/>
                  </a:cubicBezTo>
                  <a:cubicBezTo>
                    <a:pt x="1" y="195"/>
                    <a:pt x="56" y="251"/>
                    <a:pt x="112" y="251"/>
                  </a:cubicBezTo>
                  <a:cubicBezTo>
                    <a:pt x="447" y="419"/>
                    <a:pt x="2874" y="3069"/>
                    <a:pt x="5246" y="5608"/>
                  </a:cubicBezTo>
                  <a:cubicBezTo>
                    <a:pt x="6669" y="7142"/>
                    <a:pt x="8147" y="8760"/>
                    <a:pt x="9542" y="10239"/>
                  </a:cubicBezTo>
                  <a:lnTo>
                    <a:pt x="9626" y="10267"/>
                  </a:lnTo>
                  <a:lnTo>
                    <a:pt x="9737" y="10239"/>
                  </a:lnTo>
                  <a:cubicBezTo>
                    <a:pt x="9793" y="10183"/>
                    <a:pt x="9793" y="10100"/>
                    <a:pt x="9737" y="10044"/>
                  </a:cubicBezTo>
                  <a:cubicBezTo>
                    <a:pt x="8343" y="8565"/>
                    <a:pt x="6864" y="6975"/>
                    <a:pt x="5441" y="5413"/>
                  </a:cubicBezTo>
                  <a:cubicBezTo>
                    <a:pt x="1200" y="837"/>
                    <a:pt x="363" y="0"/>
                    <a:pt x="140" y="0"/>
                  </a:cubicBezTo>
                  <a:close/>
                </a:path>
              </a:pathLst>
            </a:custGeom>
            <a:solidFill>
              <a:srgbClr val="33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2014;p35">
              <a:extLst>
                <a:ext uri="{FF2B5EF4-FFF2-40B4-BE49-F238E27FC236}">
                  <a16:creationId xmlns:a16="http://schemas.microsoft.com/office/drawing/2014/main" id="{BDE566DE-538D-C628-5173-2F3041E2F724}"/>
                </a:ext>
              </a:extLst>
            </p:cNvPr>
            <p:cNvSpPr/>
            <p:nvPr/>
          </p:nvSpPr>
          <p:spPr>
            <a:xfrm>
              <a:off x="2493552" y="2275963"/>
              <a:ext cx="388326" cy="222964"/>
            </a:xfrm>
            <a:custGeom>
              <a:avLst/>
              <a:gdLst/>
              <a:ahLst/>
              <a:cxnLst/>
              <a:rect l="l" t="t" r="r" b="b"/>
              <a:pathLst>
                <a:path w="10072" h="5783" extrusionOk="0">
                  <a:moveTo>
                    <a:pt x="126" y="0"/>
                  </a:moveTo>
                  <a:cubicBezTo>
                    <a:pt x="66" y="0"/>
                    <a:pt x="28" y="50"/>
                    <a:pt x="28" y="119"/>
                  </a:cubicBezTo>
                  <a:cubicBezTo>
                    <a:pt x="0" y="203"/>
                    <a:pt x="56" y="259"/>
                    <a:pt x="140" y="259"/>
                  </a:cubicBezTo>
                  <a:cubicBezTo>
                    <a:pt x="586" y="287"/>
                    <a:pt x="1172" y="622"/>
                    <a:pt x="1730" y="928"/>
                  </a:cubicBezTo>
                  <a:cubicBezTo>
                    <a:pt x="2009" y="1068"/>
                    <a:pt x="2260" y="1207"/>
                    <a:pt x="2511" y="1319"/>
                  </a:cubicBezTo>
                  <a:lnTo>
                    <a:pt x="3013" y="1542"/>
                  </a:lnTo>
                  <a:cubicBezTo>
                    <a:pt x="3767" y="1877"/>
                    <a:pt x="4492" y="2184"/>
                    <a:pt x="5189" y="2574"/>
                  </a:cubicBezTo>
                  <a:cubicBezTo>
                    <a:pt x="6696" y="3356"/>
                    <a:pt x="8119" y="4332"/>
                    <a:pt x="9821" y="5755"/>
                  </a:cubicBezTo>
                  <a:lnTo>
                    <a:pt x="9904" y="5783"/>
                  </a:lnTo>
                  <a:lnTo>
                    <a:pt x="10016" y="5727"/>
                  </a:lnTo>
                  <a:cubicBezTo>
                    <a:pt x="10072" y="5671"/>
                    <a:pt x="10044" y="5588"/>
                    <a:pt x="9988" y="5532"/>
                  </a:cubicBezTo>
                  <a:cubicBezTo>
                    <a:pt x="8286" y="4109"/>
                    <a:pt x="6835" y="3105"/>
                    <a:pt x="5329" y="2323"/>
                  </a:cubicBezTo>
                  <a:cubicBezTo>
                    <a:pt x="4604" y="1961"/>
                    <a:pt x="3878" y="1626"/>
                    <a:pt x="3125" y="1291"/>
                  </a:cubicBezTo>
                  <a:lnTo>
                    <a:pt x="2623" y="1068"/>
                  </a:lnTo>
                  <a:cubicBezTo>
                    <a:pt x="2399" y="956"/>
                    <a:pt x="2148" y="817"/>
                    <a:pt x="1869" y="677"/>
                  </a:cubicBezTo>
                  <a:cubicBezTo>
                    <a:pt x="1284" y="370"/>
                    <a:pt x="670" y="36"/>
                    <a:pt x="168" y="8"/>
                  </a:cubicBezTo>
                  <a:cubicBezTo>
                    <a:pt x="153" y="3"/>
                    <a:pt x="139" y="0"/>
                    <a:pt x="126" y="0"/>
                  </a:cubicBezTo>
                  <a:close/>
                </a:path>
              </a:pathLst>
            </a:custGeom>
            <a:solidFill>
              <a:srgbClr val="3311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8" name="Google Shape;2072;p36">
            <a:extLst>
              <a:ext uri="{FF2B5EF4-FFF2-40B4-BE49-F238E27FC236}">
                <a16:creationId xmlns:a16="http://schemas.microsoft.com/office/drawing/2014/main" id="{12F6DA27-6E97-D7DA-3ECD-F6B2C9759776}"/>
              </a:ext>
            </a:extLst>
          </p:cNvPr>
          <p:cNvGrpSpPr/>
          <p:nvPr/>
        </p:nvGrpSpPr>
        <p:grpSpPr>
          <a:xfrm>
            <a:off x="4839065" y="2038682"/>
            <a:ext cx="3584776" cy="2141124"/>
            <a:chOff x="3278475" y="2019426"/>
            <a:chExt cx="3813997" cy="2278034"/>
          </a:xfrm>
        </p:grpSpPr>
        <p:sp>
          <p:nvSpPr>
            <p:cNvPr id="1359" name="Google Shape;2073;p36">
              <a:extLst>
                <a:ext uri="{FF2B5EF4-FFF2-40B4-BE49-F238E27FC236}">
                  <a16:creationId xmlns:a16="http://schemas.microsoft.com/office/drawing/2014/main" id="{CCA83251-F013-A67A-CB8B-7659B8C7F0AF}"/>
                </a:ext>
              </a:extLst>
            </p:cNvPr>
            <p:cNvSpPr/>
            <p:nvPr/>
          </p:nvSpPr>
          <p:spPr>
            <a:xfrm>
              <a:off x="5950810" y="3312188"/>
              <a:ext cx="750723" cy="750723"/>
            </a:xfrm>
            <a:custGeom>
              <a:avLst/>
              <a:gdLst/>
              <a:ahLst/>
              <a:cxnLst/>
              <a:rect l="l" t="t" r="r" b="b"/>
              <a:pathLst>
                <a:path w="12054" h="12054" extrusionOk="0">
                  <a:moveTo>
                    <a:pt x="6027" y="1089"/>
                  </a:moveTo>
                  <a:cubicBezTo>
                    <a:pt x="8733" y="1089"/>
                    <a:pt x="10965" y="3293"/>
                    <a:pt x="10965" y="6027"/>
                  </a:cubicBezTo>
                  <a:cubicBezTo>
                    <a:pt x="10965" y="8761"/>
                    <a:pt x="8733" y="10965"/>
                    <a:pt x="6027" y="10965"/>
                  </a:cubicBezTo>
                  <a:cubicBezTo>
                    <a:pt x="3293" y="10965"/>
                    <a:pt x="1089" y="8761"/>
                    <a:pt x="1089" y="6027"/>
                  </a:cubicBezTo>
                  <a:cubicBezTo>
                    <a:pt x="1089" y="3293"/>
                    <a:pt x="3293" y="1089"/>
                    <a:pt x="6027" y="1089"/>
                  </a:cubicBezTo>
                  <a:close/>
                  <a:moveTo>
                    <a:pt x="6027" y="1"/>
                  </a:moveTo>
                  <a:cubicBezTo>
                    <a:pt x="2679" y="1"/>
                    <a:pt x="1" y="2707"/>
                    <a:pt x="1" y="6027"/>
                  </a:cubicBezTo>
                  <a:cubicBezTo>
                    <a:pt x="1" y="9347"/>
                    <a:pt x="2679" y="12053"/>
                    <a:pt x="6027" y="12053"/>
                  </a:cubicBezTo>
                  <a:cubicBezTo>
                    <a:pt x="9347" y="12053"/>
                    <a:pt x="12053" y="9347"/>
                    <a:pt x="12053" y="6027"/>
                  </a:cubicBezTo>
                  <a:cubicBezTo>
                    <a:pt x="12053" y="2707"/>
                    <a:pt x="9347" y="1"/>
                    <a:pt x="6027" y="1"/>
                  </a:cubicBezTo>
                  <a:close/>
                </a:path>
              </a:pathLst>
            </a:custGeom>
            <a:solidFill>
              <a:srgbClr val="6A6B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2074;p36">
              <a:extLst>
                <a:ext uri="{FF2B5EF4-FFF2-40B4-BE49-F238E27FC236}">
                  <a16:creationId xmlns:a16="http://schemas.microsoft.com/office/drawing/2014/main" id="{0E60310E-2019-B498-BE28-17F3D49C20E0}"/>
                </a:ext>
              </a:extLst>
            </p:cNvPr>
            <p:cNvSpPr/>
            <p:nvPr/>
          </p:nvSpPr>
          <p:spPr>
            <a:xfrm>
              <a:off x="4206331" y="2939749"/>
              <a:ext cx="290225" cy="57983"/>
            </a:xfrm>
            <a:custGeom>
              <a:avLst/>
              <a:gdLst/>
              <a:ahLst/>
              <a:cxnLst/>
              <a:rect l="l" t="t" r="r" b="b"/>
              <a:pathLst>
                <a:path w="4660" h="931" extrusionOk="0">
                  <a:moveTo>
                    <a:pt x="2015" y="1"/>
                  </a:moveTo>
                  <a:cubicBezTo>
                    <a:pt x="1364" y="1"/>
                    <a:pt x="702" y="150"/>
                    <a:pt x="0" y="401"/>
                  </a:cubicBezTo>
                  <a:cubicBezTo>
                    <a:pt x="474" y="457"/>
                    <a:pt x="921" y="540"/>
                    <a:pt x="1423" y="652"/>
                  </a:cubicBezTo>
                  <a:cubicBezTo>
                    <a:pt x="2483" y="875"/>
                    <a:pt x="3599" y="764"/>
                    <a:pt x="4659" y="931"/>
                  </a:cubicBezTo>
                  <a:cubicBezTo>
                    <a:pt x="4576" y="875"/>
                    <a:pt x="4492" y="819"/>
                    <a:pt x="4408" y="764"/>
                  </a:cubicBezTo>
                  <a:cubicBezTo>
                    <a:pt x="3594" y="226"/>
                    <a:pt x="2813" y="1"/>
                    <a:pt x="2015" y="1"/>
                  </a:cubicBezTo>
                  <a:close/>
                </a:path>
              </a:pathLst>
            </a:custGeom>
            <a:solidFill>
              <a:srgbClr val="D2FC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2075;p36">
              <a:extLst>
                <a:ext uri="{FF2B5EF4-FFF2-40B4-BE49-F238E27FC236}">
                  <a16:creationId xmlns:a16="http://schemas.microsoft.com/office/drawing/2014/main" id="{AD31886E-FE11-65E4-7304-2E907482ADC3}"/>
                </a:ext>
              </a:extLst>
            </p:cNvPr>
            <p:cNvSpPr/>
            <p:nvPr/>
          </p:nvSpPr>
          <p:spPr>
            <a:xfrm>
              <a:off x="5815287" y="2862147"/>
              <a:ext cx="615140" cy="115405"/>
            </a:xfrm>
            <a:custGeom>
              <a:avLst/>
              <a:gdLst/>
              <a:ahLst/>
              <a:cxnLst/>
              <a:rect l="l" t="t" r="r" b="b"/>
              <a:pathLst>
                <a:path w="9877" h="1853" extrusionOk="0">
                  <a:moveTo>
                    <a:pt x="1" y="1"/>
                  </a:moveTo>
                  <a:cubicBezTo>
                    <a:pt x="112" y="140"/>
                    <a:pt x="196" y="252"/>
                    <a:pt x="280" y="391"/>
                  </a:cubicBezTo>
                  <a:cubicBezTo>
                    <a:pt x="3935" y="894"/>
                    <a:pt x="7589" y="1396"/>
                    <a:pt x="8901" y="1619"/>
                  </a:cubicBezTo>
                  <a:cubicBezTo>
                    <a:pt x="8901" y="1619"/>
                    <a:pt x="8963" y="1572"/>
                    <a:pt x="9054" y="1572"/>
                  </a:cubicBezTo>
                  <a:cubicBezTo>
                    <a:pt x="9084" y="1572"/>
                    <a:pt x="9117" y="1577"/>
                    <a:pt x="9152" y="1591"/>
                  </a:cubicBezTo>
                  <a:cubicBezTo>
                    <a:pt x="9263" y="1591"/>
                    <a:pt x="9319" y="1731"/>
                    <a:pt x="9375" y="1758"/>
                  </a:cubicBezTo>
                  <a:cubicBezTo>
                    <a:pt x="9459" y="1821"/>
                    <a:pt x="9511" y="1853"/>
                    <a:pt x="9567" y="1853"/>
                  </a:cubicBezTo>
                  <a:cubicBezTo>
                    <a:pt x="9586" y="1853"/>
                    <a:pt x="9605" y="1849"/>
                    <a:pt x="9626" y="1842"/>
                  </a:cubicBezTo>
                  <a:cubicBezTo>
                    <a:pt x="9793" y="1814"/>
                    <a:pt x="9849" y="1703"/>
                    <a:pt x="9877" y="1647"/>
                  </a:cubicBezTo>
                  <a:cubicBezTo>
                    <a:pt x="9877" y="1647"/>
                    <a:pt x="9682" y="1535"/>
                    <a:pt x="9626" y="1507"/>
                  </a:cubicBezTo>
                  <a:cubicBezTo>
                    <a:pt x="9068" y="1228"/>
                    <a:pt x="4465" y="615"/>
                    <a:pt x="1" y="1"/>
                  </a:cubicBezTo>
                  <a:close/>
                </a:path>
              </a:pathLst>
            </a:custGeom>
            <a:solidFill>
              <a:srgbClr val="9B5C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2076;p36">
              <a:extLst>
                <a:ext uri="{FF2B5EF4-FFF2-40B4-BE49-F238E27FC236}">
                  <a16:creationId xmlns:a16="http://schemas.microsoft.com/office/drawing/2014/main" id="{D6D099FF-00C2-4B91-FDA7-E84656972443}"/>
                </a:ext>
              </a:extLst>
            </p:cNvPr>
            <p:cNvSpPr/>
            <p:nvPr/>
          </p:nvSpPr>
          <p:spPr>
            <a:xfrm>
              <a:off x="6313906" y="2944918"/>
              <a:ext cx="97468" cy="103011"/>
            </a:xfrm>
            <a:custGeom>
              <a:avLst/>
              <a:gdLst/>
              <a:ahLst/>
              <a:cxnLst/>
              <a:rect l="l" t="t" r="r" b="b"/>
              <a:pathLst>
                <a:path w="1565" h="1654" extrusionOk="0">
                  <a:moveTo>
                    <a:pt x="501" y="1"/>
                  </a:moveTo>
                  <a:cubicBezTo>
                    <a:pt x="1" y="1"/>
                    <a:pt x="18" y="1130"/>
                    <a:pt x="448" y="1434"/>
                  </a:cubicBezTo>
                  <a:cubicBezTo>
                    <a:pt x="633" y="1562"/>
                    <a:pt x="847" y="1654"/>
                    <a:pt x="1035" y="1654"/>
                  </a:cubicBezTo>
                  <a:cubicBezTo>
                    <a:pt x="1215" y="1654"/>
                    <a:pt x="1370" y="1569"/>
                    <a:pt x="1453" y="1350"/>
                  </a:cubicBezTo>
                  <a:cubicBezTo>
                    <a:pt x="1564" y="987"/>
                    <a:pt x="1425" y="541"/>
                    <a:pt x="1536" y="178"/>
                  </a:cubicBezTo>
                  <a:cubicBezTo>
                    <a:pt x="1257" y="95"/>
                    <a:pt x="978" y="39"/>
                    <a:pt x="671" y="39"/>
                  </a:cubicBezTo>
                  <a:cubicBezTo>
                    <a:pt x="609" y="13"/>
                    <a:pt x="552" y="1"/>
                    <a:pt x="501" y="1"/>
                  </a:cubicBezTo>
                  <a:close/>
                </a:path>
              </a:pathLst>
            </a:custGeom>
            <a:solidFill>
              <a:srgbClr val="99AF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2077;p36">
              <a:extLst>
                <a:ext uri="{FF2B5EF4-FFF2-40B4-BE49-F238E27FC236}">
                  <a16:creationId xmlns:a16="http://schemas.microsoft.com/office/drawing/2014/main" id="{4E731241-CB6A-C9C3-1C0F-C04DD6101172}"/>
                </a:ext>
              </a:extLst>
            </p:cNvPr>
            <p:cNvSpPr/>
            <p:nvPr/>
          </p:nvSpPr>
          <p:spPr>
            <a:xfrm>
              <a:off x="6444321" y="2790898"/>
              <a:ext cx="392738" cy="248559"/>
            </a:xfrm>
            <a:custGeom>
              <a:avLst/>
              <a:gdLst/>
              <a:ahLst/>
              <a:cxnLst/>
              <a:rect l="l" t="t" r="r" b="b"/>
              <a:pathLst>
                <a:path w="6306" h="3991" extrusionOk="0">
                  <a:moveTo>
                    <a:pt x="6305" y="1"/>
                  </a:moveTo>
                  <a:cubicBezTo>
                    <a:pt x="6054" y="1"/>
                    <a:pt x="5580" y="364"/>
                    <a:pt x="5357" y="559"/>
                  </a:cubicBezTo>
                  <a:cubicBezTo>
                    <a:pt x="5106" y="754"/>
                    <a:pt x="3711" y="2233"/>
                    <a:pt x="3125" y="2400"/>
                  </a:cubicBezTo>
                  <a:cubicBezTo>
                    <a:pt x="2706" y="2512"/>
                    <a:pt x="363" y="2623"/>
                    <a:pt x="0" y="2791"/>
                  </a:cubicBezTo>
                  <a:cubicBezTo>
                    <a:pt x="0" y="3126"/>
                    <a:pt x="140" y="3767"/>
                    <a:pt x="307" y="3990"/>
                  </a:cubicBezTo>
                  <a:cubicBezTo>
                    <a:pt x="586" y="3823"/>
                    <a:pt x="2567" y="3739"/>
                    <a:pt x="3627" y="3572"/>
                  </a:cubicBezTo>
                  <a:cubicBezTo>
                    <a:pt x="3962" y="3544"/>
                    <a:pt x="5413" y="2707"/>
                    <a:pt x="5664" y="2512"/>
                  </a:cubicBezTo>
                  <a:cubicBezTo>
                    <a:pt x="5831" y="2400"/>
                    <a:pt x="5859" y="1814"/>
                    <a:pt x="5915" y="1647"/>
                  </a:cubicBezTo>
                  <a:cubicBezTo>
                    <a:pt x="6026" y="1340"/>
                    <a:pt x="6166" y="308"/>
                    <a:pt x="6305" y="1"/>
                  </a:cubicBezTo>
                  <a:close/>
                </a:path>
              </a:pathLst>
            </a:custGeom>
            <a:solidFill>
              <a:srgbClr val="0F7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2078;p36">
              <a:extLst>
                <a:ext uri="{FF2B5EF4-FFF2-40B4-BE49-F238E27FC236}">
                  <a16:creationId xmlns:a16="http://schemas.microsoft.com/office/drawing/2014/main" id="{C43E338E-6C33-9D96-5BFB-098C2F08E6EB}"/>
                </a:ext>
              </a:extLst>
            </p:cNvPr>
            <p:cNvSpPr/>
            <p:nvPr/>
          </p:nvSpPr>
          <p:spPr>
            <a:xfrm>
              <a:off x="6362609" y="2957748"/>
              <a:ext cx="135646" cy="108741"/>
            </a:xfrm>
            <a:custGeom>
              <a:avLst/>
              <a:gdLst/>
              <a:ahLst/>
              <a:cxnLst/>
              <a:rect l="l" t="t" r="r" b="b"/>
              <a:pathLst>
                <a:path w="2178" h="1746" extrusionOk="0">
                  <a:moveTo>
                    <a:pt x="671" y="0"/>
                  </a:moveTo>
                  <a:cubicBezTo>
                    <a:pt x="503" y="0"/>
                    <a:pt x="419" y="84"/>
                    <a:pt x="308" y="168"/>
                  </a:cubicBezTo>
                  <a:cubicBezTo>
                    <a:pt x="113" y="363"/>
                    <a:pt x="1" y="586"/>
                    <a:pt x="85" y="837"/>
                  </a:cubicBezTo>
                  <a:cubicBezTo>
                    <a:pt x="140" y="1116"/>
                    <a:pt x="280" y="1311"/>
                    <a:pt x="447" y="1535"/>
                  </a:cubicBezTo>
                  <a:cubicBezTo>
                    <a:pt x="559" y="1683"/>
                    <a:pt x="683" y="1745"/>
                    <a:pt x="836" y="1745"/>
                  </a:cubicBezTo>
                  <a:cubicBezTo>
                    <a:pt x="912" y="1745"/>
                    <a:pt x="996" y="1730"/>
                    <a:pt x="1089" y="1702"/>
                  </a:cubicBezTo>
                  <a:cubicBezTo>
                    <a:pt x="1312" y="1618"/>
                    <a:pt x="1563" y="1590"/>
                    <a:pt x="1814" y="1535"/>
                  </a:cubicBezTo>
                  <a:cubicBezTo>
                    <a:pt x="2010" y="1507"/>
                    <a:pt x="1982" y="1423"/>
                    <a:pt x="2038" y="1256"/>
                  </a:cubicBezTo>
                  <a:cubicBezTo>
                    <a:pt x="2065" y="1116"/>
                    <a:pt x="2149" y="1005"/>
                    <a:pt x="2149" y="865"/>
                  </a:cubicBezTo>
                  <a:cubicBezTo>
                    <a:pt x="2177" y="781"/>
                    <a:pt x="2177" y="530"/>
                    <a:pt x="2149" y="502"/>
                  </a:cubicBezTo>
                  <a:lnTo>
                    <a:pt x="2121" y="447"/>
                  </a:lnTo>
                  <a:cubicBezTo>
                    <a:pt x="2004" y="353"/>
                    <a:pt x="1770" y="142"/>
                    <a:pt x="1582" y="142"/>
                  </a:cubicBezTo>
                  <a:cubicBezTo>
                    <a:pt x="1546" y="142"/>
                    <a:pt x="1511" y="150"/>
                    <a:pt x="1480" y="168"/>
                  </a:cubicBezTo>
                  <a:cubicBezTo>
                    <a:pt x="1368" y="223"/>
                    <a:pt x="1368" y="335"/>
                    <a:pt x="1201" y="335"/>
                  </a:cubicBezTo>
                  <a:cubicBezTo>
                    <a:pt x="1089" y="335"/>
                    <a:pt x="977" y="279"/>
                    <a:pt x="894" y="196"/>
                  </a:cubicBezTo>
                  <a:cubicBezTo>
                    <a:pt x="810" y="84"/>
                    <a:pt x="866" y="0"/>
                    <a:pt x="671" y="0"/>
                  </a:cubicBezTo>
                  <a:close/>
                </a:path>
              </a:pathLst>
            </a:custGeom>
            <a:solidFill>
              <a:srgbClr val="B0BE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2079;p36">
              <a:extLst>
                <a:ext uri="{FF2B5EF4-FFF2-40B4-BE49-F238E27FC236}">
                  <a16:creationId xmlns:a16="http://schemas.microsoft.com/office/drawing/2014/main" id="{1AC23979-18BE-9B60-A946-552099C0B54C}"/>
                </a:ext>
              </a:extLst>
            </p:cNvPr>
            <p:cNvSpPr/>
            <p:nvPr/>
          </p:nvSpPr>
          <p:spPr>
            <a:xfrm>
              <a:off x="5950810" y="3312188"/>
              <a:ext cx="750723" cy="750723"/>
            </a:xfrm>
            <a:custGeom>
              <a:avLst/>
              <a:gdLst/>
              <a:ahLst/>
              <a:cxnLst/>
              <a:rect l="l" t="t" r="r" b="b"/>
              <a:pathLst>
                <a:path w="12054" h="12054" extrusionOk="0">
                  <a:moveTo>
                    <a:pt x="6027" y="782"/>
                  </a:moveTo>
                  <a:cubicBezTo>
                    <a:pt x="8929" y="782"/>
                    <a:pt x="11272" y="3125"/>
                    <a:pt x="11272" y="6027"/>
                  </a:cubicBezTo>
                  <a:cubicBezTo>
                    <a:pt x="11272" y="8928"/>
                    <a:pt x="8929" y="11272"/>
                    <a:pt x="6027" y="11272"/>
                  </a:cubicBezTo>
                  <a:cubicBezTo>
                    <a:pt x="3126" y="11272"/>
                    <a:pt x="782" y="8928"/>
                    <a:pt x="782" y="6027"/>
                  </a:cubicBezTo>
                  <a:cubicBezTo>
                    <a:pt x="782" y="3125"/>
                    <a:pt x="3126" y="782"/>
                    <a:pt x="6027" y="782"/>
                  </a:cubicBezTo>
                  <a:close/>
                  <a:moveTo>
                    <a:pt x="6027" y="1"/>
                  </a:moveTo>
                  <a:cubicBezTo>
                    <a:pt x="2679" y="1"/>
                    <a:pt x="1" y="2707"/>
                    <a:pt x="1" y="6027"/>
                  </a:cubicBezTo>
                  <a:cubicBezTo>
                    <a:pt x="1" y="9347"/>
                    <a:pt x="2679" y="12053"/>
                    <a:pt x="6027" y="12053"/>
                  </a:cubicBezTo>
                  <a:cubicBezTo>
                    <a:pt x="9347" y="12053"/>
                    <a:pt x="12053" y="9347"/>
                    <a:pt x="12053" y="6027"/>
                  </a:cubicBezTo>
                  <a:cubicBezTo>
                    <a:pt x="12053" y="2707"/>
                    <a:pt x="9347" y="1"/>
                    <a:pt x="6027" y="1"/>
                  </a:cubicBezTo>
                  <a:close/>
                </a:path>
              </a:pathLst>
            </a:custGeom>
            <a:solidFill>
              <a:srgbClr val="575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2080;p36">
              <a:extLst>
                <a:ext uri="{FF2B5EF4-FFF2-40B4-BE49-F238E27FC236}">
                  <a16:creationId xmlns:a16="http://schemas.microsoft.com/office/drawing/2014/main" id="{984D7FB3-DC52-C5D4-7F1F-F67D8D647D0A}"/>
                </a:ext>
              </a:extLst>
            </p:cNvPr>
            <p:cNvSpPr/>
            <p:nvPr/>
          </p:nvSpPr>
          <p:spPr>
            <a:xfrm>
              <a:off x="5950810" y="3312188"/>
              <a:ext cx="750723" cy="750723"/>
            </a:xfrm>
            <a:custGeom>
              <a:avLst/>
              <a:gdLst/>
              <a:ahLst/>
              <a:cxnLst/>
              <a:rect l="l" t="t" r="r" b="b"/>
              <a:pathLst>
                <a:path w="12054" h="12054" extrusionOk="0">
                  <a:moveTo>
                    <a:pt x="6027" y="140"/>
                  </a:moveTo>
                  <a:cubicBezTo>
                    <a:pt x="9263" y="140"/>
                    <a:pt x="11914" y="2763"/>
                    <a:pt x="11914" y="6027"/>
                  </a:cubicBezTo>
                  <a:cubicBezTo>
                    <a:pt x="11914" y="9263"/>
                    <a:pt x="9263" y="11914"/>
                    <a:pt x="6027" y="11914"/>
                  </a:cubicBezTo>
                  <a:cubicBezTo>
                    <a:pt x="2791" y="11914"/>
                    <a:pt x="140" y="9263"/>
                    <a:pt x="140" y="6027"/>
                  </a:cubicBezTo>
                  <a:cubicBezTo>
                    <a:pt x="140" y="2763"/>
                    <a:pt x="2791" y="140"/>
                    <a:pt x="6027" y="140"/>
                  </a:cubicBezTo>
                  <a:close/>
                  <a:moveTo>
                    <a:pt x="6027" y="1"/>
                  </a:moveTo>
                  <a:cubicBezTo>
                    <a:pt x="2679" y="1"/>
                    <a:pt x="1" y="2707"/>
                    <a:pt x="1" y="6027"/>
                  </a:cubicBezTo>
                  <a:cubicBezTo>
                    <a:pt x="1" y="9347"/>
                    <a:pt x="2679" y="12053"/>
                    <a:pt x="6027" y="12053"/>
                  </a:cubicBezTo>
                  <a:cubicBezTo>
                    <a:pt x="9347" y="12053"/>
                    <a:pt x="12053" y="9347"/>
                    <a:pt x="12053" y="6027"/>
                  </a:cubicBezTo>
                  <a:cubicBezTo>
                    <a:pt x="12053" y="2707"/>
                    <a:pt x="9347" y="1"/>
                    <a:pt x="6027" y="1"/>
                  </a:cubicBezTo>
                  <a:close/>
                </a:path>
              </a:pathLst>
            </a:custGeom>
            <a:solidFill>
              <a:srgbClr val="3334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2081;p36">
              <a:extLst>
                <a:ext uri="{FF2B5EF4-FFF2-40B4-BE49-F238E27FC236}">
                  <a16:creationId xmlns:a16="http://schemas.microsoft.com/office/drawing/2014/main" id="{F0848004-EF31-7A36-1F18-231FED665786}"/>
                </a:ext>
              </a:extLst>
            </p:cNvPr>
            <p:cNvSpPr/>
            <p:nvPr/>
          </p:nvSpPr>
          <p:spPr>
            <a:xfrm>
              <a:off x="6095052" y="3687491"/>
              <a:ext cx="231183" cy="116526"/>
            </a:xfrm>
            <a:custGeom>
              <a:avLst/>
              <a:gdLst/>
              <a:ahLst/>
              <a:cxnLst/>
              <a:rect l="l" t="t" r="r" b="b"/>
              <a:pathLst>
                <a:path w="3712" h="1871" extrusionOk="0">
                  <a:moveTo>
                    <a:pt x="3711" y="1"/>
                  </a:moveTo>
                  <a:lnTo>
                    <a:pt x="0" y="1870"/>
                  </a:lnTo>
                  <a:cubicBezTo>
                    <a:pt x="0" y="1870"/>
                    <a:pt x="3041" y="670"/>
                    <a:pt x="3711" y="1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2082;p36">
              <a:extLst>
                <a:ext uri="{FF2B5EF4-FFF2-40B4-BE49-F238E27FC236}">
                  <a16:creationId xmlns:a16="http://schemas.microsoft.com/office/drawing/2014/main" id="{D55B24C6-F031-E937-E02E-E3F71DA88841}"/>
                </a:ext>
              </a:extLst>
            </p:cNvPr>
            <p:cNvSpPr/>
            <p:nvPr/>
          </p:nvSpPr>
          <p:spPr>
            <a:xfrm>
              <a:off x="6082907" y="3687491"/>
              <a:ext cx="243328" cy="90431"/>
            </a:xfrm>
            <a:custGeom>
              <a:avLst/>
              <a:gdLst/>
              <a:ahLst/>
              <a:cxnLst/>
              <a:rect l="l" t="t" r="r" b="b"/>
              <a:pathLst>
                <a:path w="3907" h="1452" extrusionOk="0">
                  <a:moveTo>
                    <a:pt x="3906" y="1"/>
                  </a:moveTo>
                  <a:lnTo>
                    <a:pt x="0" y="1452"/>
                  </a:lnTo>
                  <a:cubicBezTo>
                    <a:pt x="0" y="1452"/>
                    <a:pt x="3181" y="587"/>
                    <a:pt x="3906" y="1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2083;p36">
              <a:extLst>
                <a:ext uri="{FF2B5EF4-FFF2-40B4-BE49-F238E27FC236}">
                  <a16:creationId xmlns:a16="http://schemas.microsoft.com/office/drawing/2014/main" id="{AA3D4049-407E-2A2D-AF1E-DC9A5B7D1DE6}"/>
                </a:ext>
              </a:extLst>
            </p:cNvPr>
            <p:cNvSpPr/>
            <p:nvPr/>
          </p:nvSpPr>
          <p:spPr>
            <a:xfrm>
              <a:off x="6128060" y="3684066"/>
              <a:ext cx="198175" cy="166848"/>
            </a:xfrm>
            <a:custGeom>
              <a:avLst/>
              <a:gdLst/>
              <a:ahLst/>
              <a:cxnLst/>
              <a:rect l="l" t="t" r="r" b="b"/>
              <a:pathLst>
                <a:path w="3182" h="2679" extrusionOk="0">
                  <a:moveTo>
                    <a:pt x="3181" y="0"/>
                  </a:moveTo>
                  <a:lnTo>
                    <a:pt x="1" y="2678"/>
                  </a:lnTo>
                  <a:cubicBezTo>
                    <a:pt x="1" y="2678"/>
                    <a:pt x="2707" y="809"/>
                    <a:pt x="3181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2084;p36">
              <a:extLst>
                <a:ext uri="{FF2B5EF4-FFF2-40B4-BE49-F238E27FC236}">
                  <a16:creationId xmlns:a16="http://schemas.microsoft.com/office/drawing/2014/main" id="{418B209C-77FF-D4A6-2DB4-E3E2ECADAD96}"/>
                </a:ext>
              </a:extLst>
            </p:cNvPr>
            <p:cNvSpPr/>
            <p:nvPr/>
          </p:nvSpPr>
          <p:spPr>
            <a:xfrm>
              <a:off x="6110684" y="3684066"/>
              <a:ext cx="215551" cy="144240"/>
            </a:xfrm>
            <a:custGeom>
              <a:avLst/>
              <a:gdLst/>
              <a:ahLst/>
              <a:cxnLst/>
              <a:rect l="l" t="t" r="r" b="b"/>
              <a:pathLst>
                <a:path w="3461" h="2316" extrusionOk="0">
                  <a:moveTo>
                    <a:pt x="3460" y="0"/>
                  </a:moveTo>
                  <a:lnTo>
                    <a:pt x="1" y="2316"/>
                  </a:lnTo>
                  <a:cubicBezTo>
                    <a:pt x="1" y="2316"/>
                    <a:pt x="2902" y="753"/>
                    <a:pt x="3460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2085;p36">
              <a:extLst>
                <a:ext uri="{FF2B5EF4-FFF2-40B4-BE49-F238E27FC236}">
                  <a16:creationId xmlns:a16="http://schemas.microsoft.com/office/drawing/2014/main" id="{4DA0F7D1-35F3-4630-CC26-D4E8884EFCC8}"/>
                </a:ext>
              </a:extLst>
            </p:cNvPr>
            <p:cNvSpPr/>
            <p:nvPr/>
          </p:nvSpPr>
          <p:spPr>
            <a:xfrm>
              <a:off x="6308799" y="3518960"/>
              <a:ext cx="185968" cy="179055"/>
            </a:xfrm>
            <a:custGeom>
              <a:avLst/>
              <a:gdLst/>
              <a:ahLst/>
              <a:cxnLst/>
              <a:rect l="l" t="t" r="r" b="b"/>
              <a:pathLst>
                <a:path w="2986" h="2875" extrusionOk="0">
                  <a:moveTo>
                    <a:pt x="2985" y="1"/>
                  </a:moveTo>
                  <a:lnTo>
                    <a:pt x="0" y="2874"/>
                  </a:lnTo>
                  <a:cubicBezTo>
                    <a:pt x="837" y="2484"/>
                    <a:pt x="2985" y="1"/>
                    <a:pt x="2985" y="1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2086;p36">
              <a:extLst>
                <a:ext uri="{FF2B5EF4-FFF2-40B4-BE49-F238E27FC236}">
                  <a16:creationId xmlns:a16="http://schemas.microsoft.com/office/drawing/2014/main" id="{F5B477A9-17A2-90FE-922D-10CB2F2A6AD6}"/>
                </a:ext>
              </a:extLst>
            </p:cNvPr>
            <p:cNvSpPr/>
            <p:nvPr/>
          </p:nvSpPr>
          <p:spPr>
            <a:xfrm>
              <a:off x="6308799" y="3498096"/>
              <a:ext cx="165104" cy="199919"/>
            </a:xfrm>
            <a:custGeom>
              <a:avLst/>
              <a:gdLst/>
              <a:ahLst/>
              <a:cxnLst/>
              <a:rect l="l" t="t" r="r" b="b"/>
              <a:pathLst>
                <a:path w="2651" h="3210" extrusionOk="0">
                  <a:moveTo>
                    <a:pt x="2650" y="1"/>
                  </a:moveTo>
                  <a:lnTo>
                    <a:pt x="0" y="3209"/>
                  </a:lnTo>
                  <a:cubicBezTo>
                    <a:pt x="809" y="2735"/>
                    <a:pt x="2650" y="2"/>
                    <a:pt x="2650" y="1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2087;p36">
              <a:extLst>
                <a:ext uri="{FF2B5EF4-FFF2-40B4-BE49-F238E27FC236}">
                  <a16:creationId xmlns:a16="http://schemas.microsoft.com/office/drawing/2014/main" id="{A4C4382D-DBC1-18FB-7C63-67295C3DCE5C}"/>
                </a:ext>
              </a:extLst>
            </p:cNvPr>
            <p:cNvSpPr/>
            <p:nvPr/>
          </p:nvSpPr>
          <p:spPr>
            <a:xfrm>
              <a:off x="6305311" y="3565857"/>
              <a:ext cx="222464" cy="132158"/>
            </a:xfrm>
            <a:custGeom>
              <a:avLst/>
              <a:gdLst/>
              <a:ahLst/>
              <a:cxnLst/>
              <a:rect l="l" t="t" r="r" b="b"/>
              <a:pathLst>
                <a:path w="3572" h="2122" extrusionOk="0">
                  <a:moveTo>
                    <a:pt x="3571" y="1"/>
                  </a:moveTo>
                  <a:lnTo>
                    <a:pt x="0" y="2121"/>
                  </a:lnTo>
                  <a:cubicBezTo>
                    <a:pt x="921" y="1926"/>
                    <a:pt x="3571" y="1"/>
                    <a:pt x="3571" y="1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2088;p36">
              <a:extLst>
                <a:ext uri="{FF2B5EF4-FFF2-40B4-BE49-F238E27FC236}">
                  <a16:creationId xmlns:a16="http://schemas.microsoft.com/office/drawing/2014/main" id="{902AE7CA-1D59-967A-AC5A-8D22F26E913C}"/>
                </a:ext>
              </a:extLst>
            </p:cNvPr>
            <p:cNvSpPr/>
            <p:nvPr/>
          </p:nvSpPr>
          <p:spPr>
            <a:xfrm>
              <a:off x="6305311" y="3541568"/>
              <a:ext cx="206832" cy="156447"/>
            </a:xfrm>
            <a:custGeom>
              <a:avLst/>
              <a:gdLst/>
              <a:ahLst/>
              <a:cxnLst/>
              <a:rect l="l" t="t" r="r" b="b"/>
              <a:pathLst>
                <a:path w="3321" h="2512" extrusionOk="0">
                  <a:moveTo>
                    <a:pt x="3320" y="0"/>
                  </a:moveTo>
                  <a:lnTo>
                    <a:pt x="0" y="2511"/>
                  </a:lnTo>
                  <a:cubicBezTo>
                    <a:pt x="893" y="2232"/>
                    <a:pt x="3320" y="1"/>
                    <a:pt x="3320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2089;p36">
              <a:extLst>
                <a:ext uri="{FF2B5EF4-FFF2-40B4-BE49-F238E27FC236}">
                  <a16:creationId xmlns:a16="http://schemas.microsoft.com/office/drawing/2014/main" id="{58C4E323-70CD-BFB6-D875-2A6B760463A6}"/>
                </a:ext>
              </a:extLst>
            </p:cNvPr>
            <p:cNvSpPr/>
            <p:nvPr/>
          </p:nvSpPr>
          <p:spPr>
            <a:xfrm>
              <a:off x="6590244" y="3770948"/>
              <a:ext cx="437953" cy="463986"/>
            </a:xfrm>
            <a:custGeom>
              <a:avLst/>
              <a:gdLst/>
              <a:ahLst/>
              <a:cxnLst/>
              <a:rect l="l" t="t" r="r" b="b"/>
              <a:pathLst>
                <a:path w="7032" h="7450" extrusionOk="0">
                  <a:moveTo>
                    <a:pt x="6418" y="0"/>
                  </a:moveTo>
                  <a:cubicBezTo>
                    <a:pt x="5525" y="2650"/>
                    <a:pt x="3265" y="5078"/>
                    <a:pt x="1" y="7058"/>
                  </a:cubicBezTo>
                  <a:cubicBezTo>
                    <a:pt x="615" y="7310"/>
                    <a:pt x="1284" y="7449"/>
                    <a:pt x="2009" y="7449"/>
                  </a:cubicBezTo>
                  <a:cubicBezTo>
                    <a:pt x="4771" y="7449"/>
                    <a:pt x="7031" y="5189"/>
                    <a:pt x="7031" y="2427"/>
                  </a:cubicBezTo>
                  <a:cubicBezTo>
                    <a:pt x="7031" y="1534"/>
                    <a:pt x="6808" y="725"/>
                    <a:pt x="6418" y="0"/>
                  </a:cubicBezTo>
                  <a:close/>
                </a:path>
              </a:pathLst>
            </a:custGeom>
            <a:solidFill>
              <a:srgbClr val="FAFC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2090;p36">
              <a:extLst>
                <a:ext uri="{FF2B5EF4-FFF2-40B4-BE49-F238E27FC236}">
                  <a16:creationId xmlns:a16="http://schemas.microsoft.com/office/drawing/2014/main" id="{4A609E9E-9179-EFED-A3E0-C37BF372FA60}"/>
                </a:ext>
              </a:extLst>
            </p:cNvPr>
            <p:cNvSpPr/>
            <p:nvPr/>
          </p:nvSpPr>
          <p:spPr>
            <a:xfrm>
              <a:off x="6692758" y="3607585"/>
              <a:ext cx="88687" cy="7038"/>
            </a:xfrm>
            <a:custGeom>
              <a:avLst/>
              <a:gdLst/>
              <a:ahLst/>
              <a:cxnLst/>
              <a:rect l="l" t="t" r="r" b="b"/>
              <a:pathLst>
                <a:path w="1424" h="113" extrusionOk="0">
                  <a:moveTo>
                    <a:pt x="1" y="0"/>
                  </a:moveTo>
                  <a:cubicBezTo>
                    <a:pt x="29" y="56"/>
                    <a:pt x="29" y="84"/>
                    <a:pt x="29" y="112"/>
                  </a:cubicBezTo>
                  <a:lnTo>
                    <a:pt x="1424" y="112"/>
                  </a:lnTo>
                  <a:cubicBezTo>
                    <a:pt x="1089" y="28"/>
                    <a:pt x="726" y="0"/>
                    <a:pt x="363" y="0"/>
                  </a:cubicBezTo>
                  <a:close/>
                </a:path>
              </a:pathLst>
            </a:custGeom>
            <a:solidFill>
              <a:srgbClr val="AEBB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2091;p36">
              <a:extLst>
                <a:ext uri="{FF2B5EF4-FFF2-40B4-BE49-F238E27FC236}">
                  <a16:creationId xmlns:a16="http://schemas.microsoft.com/office/drawing/2014/main" id="{73085440-7489-5472-1059-69E8A21A9D3D}"/>
                </a:ext>
              </a:extLst>
            </p:cNvPr>
            <p:cNvSpPr/>
            <p:nvPr/>
          </p:nvSpPr>
          <p:spPr>
            <a:xfrm>
              <a:off x="6407825" y="3616242"/>
              <a:ext cx="245072" cy="385825"/>
            </a:xfrm>
            <a:custGeom>
              <a:avLst/>
              <a:gdLst/>
              <a:ahLst/>
              <a:cxnLst/>
              <a:rect l="l" t="t" r="r" b="b"/>
              <a:pathLst>
                <a:path w="3935" h="6195" extrusionOk="0">
                  <a:moveTo>
                    <a:pt x="3795" y="1"/>
                  </a:moveTo>
                  <a:cubicBezTo>
                    <a:pt x="3683" y="1"/>
                    <a:pt x="3599" y="29"/>
                    <a:pt x="3488" y="57"/>
                  </a:cubicBezTo>
                  <a:cubicBezTo>
                    <a:pt x="3571" y="419"/>
                    <a:pt x="3627" y="782"/>
                    <a:pt x="3627" y="1145"/>
                  </a:cubicBezTo>
                  <a:cubicBezTo>
                    <a:pt x="3627" y="3405"/>
                    <a:pt x="2093" y="5330"/>
                    <a:pt x="0" y="5916"/>
                  </a:cubicBezTo>
                  <a:cubicBezTo>
                    <a:pt x="0" y="5999"/>
                    <a:pt x="28" y="6111"/>
                    <a:pt x="56" y="6195"/>
                  </a:cubicBezTo>
                  <a:cubicBezTo>
                    <a:pt x="2288" y="5609"/>
                    <a:pt x="3934" y="3572"/>
                    <a:pt x="3934" y="1145"/>
                  </a:cubicBezTo>
                  <a:cubicBezTo>
                    <a:pt x="3934" y="754"/>
                    <a:pt x="3878" y="364"/>
                    <a:pt x="3795" y="1"/>
                  </a:cubicBezTo>
                  <a:close/>
                </a:path>
              </a:pathLst>
            </a:custGeom>
            <a:solidFill>
              <a:srgbClr val="898B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2092;p36">
              <a:extLst>
                <a:ext uri="{FF2B5EF4-FFF2-40B4-BE49-F238E27FC236}">
                  <a16:creationId xmlns:a16="http://schemas.microsoft.com/office/drawing/2014/main" id="{EA9E3BA4-BDD7-B435-0577-B79C70AB32C4}"/>
                </a:ext>
              </a:extLst>
            </p:cNvPr>
            <p:cNvSpPr/>
            <p:nvPr/>
          </p:nvSpPr>
          <p:spPr>
            <a:xfrm>
              <a:off x="6411312" y="3609329"/>
              <a:ext cx="281506" cy="430978"/>
            </a:xfrm>
            <a:custGeom>
              <a:avLst/>
              <a:gdLst/>
              <a:ahLst/>
              <a:cxnLst/>
              <a:rect l="l" t="t" r="r" b="b"/>
              <a:pathLst>
                <a:path w="4520" h="6920" extrusionOk="0">
                  <a:moveTo>
                    <a:pt x="4380" y="0"/>
                  </a:moveTo>
                  <a:cubicBezTo>
                    <a:pt x="4157" y="28"/>
                    <a:pt x="3962" y="56"/>
                    <a:pt x="3739" y="112"/>
                  </a:cubicBezTo>
                  <a:cubicBezTo>
                    <a:pt x="3822" y="475"/>
                    <a:pt x="3878" y="865"/>
                    <a:pt x="3878" y="1256"/>
                  </a:cubicBezTo>
                  <a:cubicBezTo>
                    <a:pt x="3878" y="3683"/>
                    <a:pt x="2232" y="5720"/>
                    <a:pt x="0" y="6306"/>
                  </a:cubicBezTo>
                  <a:cubicBezTo>
                    <a:pt x="56" y="6529"/>
                    <a:pt x="140" y="6724"/>
                    <a:pt x="195" y="6919"/>
                  </a:cubicBezTo>
                  <a:cubicBezTo>
                    <a:pt x="2706" y="6222"/>
                    <a:pt x="4520" y="3962"/>
                    <a:pt x="4520" y="1256"/>
                  </a:cubicBezTo>
                  <a:cubicBezTo>
                    <a:pt x="4520" y="809"/>
                    <a:pt x="4464" y="391"/>
                    <a:pt x="4380" y="0"/>
                  </a:cubicBezTo>
                  <a:close/>
                </a:path>
              </a:pathLst>
            </a:custGeom>
            <a:solidFill>
              <a:srgbClr val="7A7D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2093;p36">
              <a:extLst>
                <a:ext uri="{FF2B5EF4-FFF2-40B4-BE49-F238E27FC236}">
                  <a16:creationId xmlns:a16="http://schemas.microsoft.com/office/drawing/2014/main" id="{E3D6BD09-3651-4074-7C57-F71DC0A9A539}"/>
                </a:ext>
              </a:extLst>
            </p:cNvPr>
            <p:cNvSpPr/>
            <p:nvPr/>
          </p:nvSpPr>
          <p:spPr>
            <a:xfrm>
              <a:off x="6423457" y="3607585"/>
              <a:ext cx="278080" cy="441378"/>
            </a:xfrm>
            <a:custGeom>
              <a:avLst/>
              <a:gdLst/>
              <a:ahLst/>
              <a:cxnLst/>
              <a:rect l="l" t="t" r="r" b="b"/>
              <a:pathLst>
                <a:path w="4465" h="7087" extrusionOk="0">
                  <a:moveTo>
                    <a:pt x="4325" y="0"/>
                  </a:moveTo>
                  <a:cubicBezTo>
                    <a:pt x="4297" y="0"/>
                    <a:pt x="4241" y="28"/>
                    <a:pt x="4185" y="28"/>
                  </a:cubicBezTo>
                  <a:cubicBezTo>
                    <a:pt x="4269" y="419"/>
                    <a:pt x="4325" y="837"/>
                    <a:pt x="4325" y="1284"/>
                  </a:cubicBezTo>
                  <a:cubicBezTo>
                    <a:pt x="4325" y="3990"/>
                    <a:pt x="2511" y="6250"/>
                    <a:pt x="0" y="6947"/>
                  </a:cubicBezTo>
                  <a:cubicBezTo>
                    <a:pt x="28" y="7003"/>
                    <a:pt x="56" y="7059"/>
                    <a:pt x="84" y="7087"/>
                  </a:cubicBezTo>
                  <a:cubicBezTo>
                    <a:pt x="2623" y="6389"/>
                    <a:pt x="4464" y="4046"/>
                    <a:pt x="4464" y="1284"/>
                  </a:cubicBezTo>
                  <a:cubicBezTo>
                    <a:pt x="4464" y="837"/>
                    <a:pt x="4436" y="419"/>
                    <a:pt x="4325" y="0"/>
                  </a:cubicBezTo>
                  <a:close/>
                </a:path>
              </a:pathLst>
            </a:custGeom>
            <a:solidFill>
              <a:srgbClr val="5F61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2094;p36">
              <a:extLst>
                <a:ext uri="{FF2B5EF4-FFF2-40B4-BE49-F238E27FC236}">
                  <a16:creationId xmlns:a16="http://schemas.microsoft.com/office/drawing/2014/main" id="{8405FC9B-A938-C6FE-C1C1-929185D8F8C6}"/>
                </a:ext>
              </a:extLst>
            </p:cNvPr>
            <p:cNvSpPr/>
            <p:nvPr/>
          </p:nvSpPr>
          <p:spPr>
            <a:xfrm>
              <a:off x="6338320" y="3545055"/>
              <a:ext cx="752405" cy="752405"/>
            </a:xfrm>
            <a:custGeom>
              <a:avLst/>
              <a:gdLst/>
              <a:ahLst/>
              <a:cxnLst/>
              <a:rect l="l" t="t" r="r" b="b"/>
              <a:pathLst>
                <a:path w="12081" h="12081" extrusionOk="0">
                  <a:moveTo>
                    <a:pt x="6054" y="1116"/>
                  </a:moveTo>
                  <a:cubicBezTo>
                    <a:pt x="8761" y="1116"/>
                    <a:pt x="10965" y="3320"/>
                    <a:pt x="10965" y="6054"/>
                  </a:cubicBezTo>
                  <a:cubicBezTo>
                    <a:pt x="10965" y="8760"/>
                    <a:pt x="8761" y="10964"/>
                    <a:pt x="6054" y="10964"/>
                  </a:cubicBezTo>
                  <a:cubicBezTo>
                    <a:pt x="3320" y="10964"/>
                    <a:pt x="1116" y="8760"/>
                    <a:pt x="1116" y="6054"/>
                  </a:cubicBezTo>
                  <a:cubicBezTo>
                    <a:pt x="1116" y="3320"/>
                    <a:pt x="3320" y="1116"/>
                    <a:pt x="6054" y="1116"/>
                  </a:cubicBezTo>
                  <a:close/>
                  <a:moveTo>
                    <a:pt x="6054" y="0"/>
                  </a:moveTo>
                  <a:cubicBezTo>
                    <a:pt x="2707" y="0"/>
                    <a:pt x="0" y="2706"/>
                    <a:pt x="0" y="6054"/>
                  </a:cubicBezTo>
                  <a:cubicBezTo>
                    <a:pt x="0" y="9374"/>
                    <a:pt x="2707" y="12080"/>
                    <a:pt x="6054" y="12080"/>
                  </a:cubicBezTo>
                  <a:cubicBezTo>
                    <a:pt x="9374" y="12080"/>
                    <a:pt x="12081" y="9374"/>
                    <a:pt x="12081" y="6054"/>
                  </a:cubicBezTo>
                  <a:cubicBezTo>
                    <a:pt x="12081" y="2706"/>
                    <a:pt x="9374" y="0"/>
                    <a:pt x="6054" y="0"/>
                  </a:cubicBezTo>
                  <a:close/>
                </a:path>
              </a:pathLst>
            </a:custGeom>
            <a:solidFill>
              <a:srgbClr val="A5AA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2095;p36">
              <a:extLst>
                <a:ext uri="{FF2B5EF4-FFF2-40B4-BE49-F238E27FC236}">
                  <a16:creationId xmlns:a16="http://schemas.microsoft.com/office/drawing/2014/main" id="{6E8E9DC0-A389-913D-0ADD-DEA856FE7DC6}"/>
                </a:ext>
              </a:extLst>
            </p:cNvPr>
            <p:cNvSpPr/>
            <p:nvPr/>
          </p:nvSpPr>
          <p:spPr>
            <a:xfrm>
              <a:off x="6338320" y="3545055"/>
              <a:ext cx="752405" cy="752405"/>
            </a:xfrm>
            <a:custGeom>
              <a:avLst/>
              <a:gdLst/>
              <a:ahLst/>
              <a:cxnLst/>
              <a:rect l="l" t="t" r="r" b="b"/>
              <a:pathLst>
                <a:path w="12081" h="12081" extrusionOk="0">
                  <a:moveTo>
                    <a:pt x="6054" y="809"/>
                  </a:moveTo>
                  <a:cubicBezTo>
                    <a:pt x="8928" y="809"/>
                    <a:pt x="11272" y="3153"/>
                    <a:pt x="11272" y="6054"/>
                  </a:cubicBezTo>
                  <a:cubicBezTo>
                    <a:pt x="11272" y="8928"/>
                    <a:pt x="8928" y="11271"/>
                    <a:pt x="6054" y="11271"/>
                  </a:cubicBezTo>
                  <a:cubicBezTo>
                    <a:pt x="3153" y="11271"/>
                    <a:pt x="809" y="8928"/>
                    <a:pt x="809" y="6054"/>
                  </a:cubicBezTo>
                  <a:cubicBezTo>
                    <a:pt x="809" y="3153"/>
                    <a:pt x="3153" y="809"/>
                    <a:pt x="6054" y="809"/>
                  </a:cubicBezTo>
                  <a:close/>
                  <a:moveTo>
                    <a:pt x="6054" y="0"/>
                  </a:moveTo>
                  <a:cubicBezTo>
                    <a:pt x="2707" y="0"/>
                    <a:pt x="0" y="2706"/>
                    <a:pt x="0" y="6054"/>
                  </a:cubicBezTo>
                  <a:cubicBezTo>
                    <a:pt x="0" y="9374"/>
                    <a:pt x="2707" y="12080"/>
                    <a:pt x="6054" y="12080"/>
                  </a:cubicBezTo>
                  <a:cubicBezTo>
                    <a:pt x="9374" y="12080"/>
                    <a:pt x="12081" y="9374"/>
                    <a:pt x="12081" y="6054"/>
                  </a:cubicBezTo>
                  <a:cubicBezTo>
                    <a:pt x="12081" y="2706"/>
                    <a:pt x="9374" y="0"/>
                    <a:pt x="6054" y="0"/>
                  </a:cubicBezTo>
                  <a:close/>
                </a:path>
              </a:pathLst>
            </a:custGeom>
            <a:solidFill>
              <a:srgbClr val="868E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2096;p36">
              <a:extLst>
                <a:ext uri="{FF2B5EF4-FFF2-40B4-BE49-F238E27FC236}">
                  <a16:creationId xmlns:a16="http://schemas.microsoft.com/office/drawing/2014/main" id="{537BC3A0-26CF-E5AC-8F8A-170D7AD2F050}"/>
                </a:ext>
              </a:extLst>
            </p:cNvPr>
            <p:cNvSpPr/>
            <p:nvPr/>
          </p:nvSpPr>
          <p:spPr>
            <a:xfrm>
              <a:off x="6338320" y="3545055"/>
              <a:ext cx="752405" cy="752405"/>
            </a:xfrm>
            <a:custGeom>
              <a:avLst/>
              <a:gdLst/>
              <a:ahLst/>
              <a:cxnLst/>
              <a:rect l="l" t="t" r="r" b="b"/>
              <a:pathLst>
                <a:path w="12081" h="12081" extrusionOk="0">
                  <a:moveTo>
                    <a:pt x="6054" y="168"/>
                  </a:moveTo>
                  <a:cubicBezTo>
                    <a:pt x="9291" y="168"/>
                    <a:pt x="11941" y="2790"/>
                    <a:pt x="11941" y="6054"/>
                  </a:cubicBezTo>
                  <a:cubicBezTo>
                    <a:pt x="11941" y="9291"/>
                    <a:pt x="9291" y="11941"/>
                    <a:pt x="6054" y="11941"/>
                  </a:cubicBezTo>
                  <a:cubicBezTo>
                    <a:pt x="2790" y="11941"/>
                    <a:pt x="168" y="9291"/>
                    <a:pt x="168" y="6054"/>
                  </a:cubicBezTo>
                  <a:cubicBezTo>
                    <a:pt x="168" y="2790"/>
                    <a:pt x="2790" y="168"/>
                    <a:pt x="6054" y="168"/>
                  </a:cubicBezTo>
                  <a:close/>
                  <a:moveTo>
                    <a:pt x="6054" y="0"/>
                  </a:moveTo>
                  <a:cubicBezTo>
                    <a:pt x="2707" y="0"/>
                    <a:pt x="0" y="2706"/>
                    <a:pt x="0" y="6054"/>
                  </a:cubicBezTo>
                  <a:cubicBezTo>
                    <a:pt x="0" y="9374"/>
                    <a:pt x="2707" y="12080"/>
                    <a:pt x="6054" y="12080"/>
                  </a:cubicBezTo>
                  <a:cubicBezTo>
                    <a:pt x="9374" y="12080"/>
                    <a:pt x="12081" y="9374"/>
                    <a:pt x="12081" y="6054"/>
                  </a:cubicBezTo>
                  <a:cubicBezTo>
                    <a:pt x="12081" y="2706"/>
                    <a:pt x="9374" y="0"/>
                    <a:pt x="6054" y="0"/>
                  </a:cubicBezTo>
                  <a:close/>
                </a:path>
              </a:pathLst>
            </a:custGeom>
            <a:solidFill>
              <a:srgbClr val="4F5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2097;p36">
              <a:extLst>
                <a:ext uri="{FF2B5EF4-FFF2-40B4-BE49-F238E27FC236}">
                  <a16:creationId xmlns:a16="http://schemas.microsoft.com/office/drawing/2014/main" id="{16AEE331-49B7-B7C2-8D29-81E578BB8A60}"/>
                </a:ext>
              </a:extLst>
            </p:cNvPr>
            <p:cNvSpPr/>
            <p:nvPr/>
          </p:nvSpPr>
          <p:spPr>
            <a:xfrm>
              <a:off x="6482499" y="3922103"/>
              <a:ext cx="232927" cy="116464"/>
            </a:xfrm>
            <a:custGeom>
              <a:avLst/>
              <a:gdLst/>
              <a:ahLst/>
              <a:cxnLst/>
              <a:rect l="l" t="t" r="r" b="b"/>
              <a:pathLst>
                <a:path w="3740" h="1870" extrusionOk="0">
                  <a:moveTo>
                    <a:pt x="3739" y="0"/>
                  </a:moveTo>
                  <a:lnTo>
                    <a:pt x="1" y="1869"/>
                  </a:lnTo>
                  <a:cubicBezTo>
                    <a:pt x="1" y="1869"/>
                    <a:pt x="3070" y="670"/>
                    <a:pt x="3739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2098;p36">
              <a:extLst>
                <a:ext uri="{FF2B5EF4-FFF2-40B4-BE49-F238E27FC236}">
                  <a16:creationId xmlns:a16="http://schemas.microsoft.com/office/drawing/2014/main" id="{EC31F2E4-B616-3781-8DE5-8E73F77F095D}"/>
                </a:ext>
              </a:extLst>
            </p:cNvPr>
            <p:cNvSpPr/>
            <p:nvPr/>
          </p:nvSpPr>
          <p:spPr>
            <a:xfrm>
              <a:off x="6472098" y="3922103"/>
              <a:ext cx="243328" cy="90368"/>
            </a:xfrm>
            <a:custGeom>
              <a:avLst/>
              <a:gdLst/>
              <a:ahLst/>
              <a:cxnLst/>
              <a:rect l="l" t="t" r="r" b="b"/>
              <a:pathLst>
                <a:path w="3907" h="1451" extrusionOk="0">
                  <a:moveTo>
                    <a:pt x="3906" y="0"/>
                  </a:moveTo>
                  <a:lnTo>
                    <a:pt x="1" y="1451"/>
                  </a:lnTo>
                  <a:cubicBezTo>
                    <a:pt x="1" y="1451"/>
                    <a:pt x="3153" y="586"/>
                    <a:pt x="3906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2099;p36">
              <a:extLst>
                <a:ext uri="{FF2B5EF4-FFF2-40B4-BE49-F238E27FC236}">
                  <a16:creationId xmlns:a16="http://schemas.microsoft.com/office/drawing/2014/main" id="{7D602339-AB9B-CB42-4F54-85AAB65B3E66}"/>
                </a:ext>
              </a:extLst>
            </p:cNvPr>
            <p:cNvSpPr/>
            <p:nvPr/>
          </p:nvSpPr>
          <p:spPr>
            <a:xfrm>
              <a:off x="6517252" y="3918615"/>
              <a:ext cx="198175" cy="166848"/>
            </a:xfrm>
            <a:custGeom>
              <a:avLst/>
              <a:gdLst/>
              <a:ahLst/>
              <a:cxnLst/>
              <a:rect l="l" t="t" r="r" b="b"/>
              <a:pathLst>
                <a:path w="3182" h="2679" extrusionOk="0">
                  <a:moveTo>
                    <a:pt x="3181" y="0"/>
                  </a:moveTo>
                  <a:lnTo>
                    <a:pt x="1" y="2679"/>
                  </a:lnTo>
                  <a:cubicBezTo>
                    <a:pt x="1" y="2679"/>
                    <a:pt x="2707" y="810"/>
                    <a:pt x="3181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2100;p36">
              <a:extLst>
                <a:ext uri="{FF2B5EF4-FFF2-40B4-BE49-F238E27FC236}">
                  <a16:creationId xmlns:a16="http://schemas.microsoft.com/office/drawing/2014/main" id="{3759B9E6-E13C-39BE-23DA-A61007AAD144}"/>
                </a:ext>
              </a:extLst>
            </p:cNvPr>
            <p:cNvSpPr/>
            <p:nvPr/>
          </p:nvSpPr>
          <p:spPr>
            <a:xfrm>
              <a:off x="6499875" y="3918615"/>
              <a:ext cx="215551" cy="142559"/>
            </a:xfrm>
            <a:custGeom>
              <a:avLst/>
              <a:gdLst/>
              <a:ahLst/>
              <a:cxnLst/>
              <a:rect l="l" t="t" r="r" b="b"/>
              <a:pathLst>
                <a:path w="3461" h="2289" extrusionOk="0">
                  <a:moveTo>
                    <a:pt x="3460" y="0"/>
                  </a:moveTo>
                  <a:lnTo>
                    <a:pt x="1" y="2288"/>
                  </a:lnTo>
                  <a:cubicBezTo>
                    <a:pt x="1" y="2288"/>
                    <a:pt x="2875" y="754"/>
                    <a:pt x="3460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2101;p36">
              <a:extLst>
                <a:ext uri="{FF2B5EF4-FFF2-40B4-BE49-F238E27FC236}">
                  <a16:creationId xmlns:a16="http://schemas.microsoft.com/office/drawing/2014/main" id="{279C2374-B65E-990B-EAE6-AB3249E2155A}"/>
                </a:ext>
              </a:extLst>
            </p:cNvPr>
            <p:cNvSpPr/>
            <p:nvPr/>
          </p:nvSpPr>
          <p:spPr>
            <a:xfrm>
              <a:off x="6696246" y="3751827"/>
              <a:ext cx="187712" cy="180737"/>
            </a:xfrm>
            <a:custGeom>
              <a:avLst/>
              <a:gdLst/>
              <a:ahLst/>
              <a:cxnLst/>
              <a:rect l="l" t="t" r="r" b="b"/>
              <a:pathLst>
                <a:path w="3014" h="2902" extrusionOk="0">
                  <a:moveTo>
                    <a:pt x="3014" y="0"/>
                  </a:moveTo>
                  <a:lnTo>
                    <a:pt x="1" y="2902"/>
                  </a:lnTo>
                  <a:cubicBezTo>
                    <a:pt x="865" y="2511"/>
                    <a:pt x="3013" y="1"/>
                    <a:pt x="3014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2102;p36">
              <a:extLst>
                <a:ext uri="{FF2B5EF4-FFF2-40B4-BE49-F238E27FC236}">
                  <a16:creationId xmlns:a16="http://schemas.microsoft.com/office/drawing/2014/main" id="{9A801F84-3993-C63F-E743-C60F8D8FAAEB}"/>
                </a:ext>
              </a:extLst>
            </p:cNvPr>
            <p:cNvSpPr/>
            <p:nvPr/>
          </p:nvSpPr>
          <p:spPr>
            <a:xfrm>
              <a:off x="6696246" y="3732707"/>
              <a:ext cx="166848" cy="199857"/>
            </a:xfrm>
            <a:custGeom>
              <a:avLst/>
              <a:gdLst/>
              <a:ahLst/>
              <a:cxnLst/>
              <a:rect l="l" t="t" r="r" b="b"/>
              <a:pathLst>
                <a:path w="2679" h="3209" extrusionOk="0">
                  <a:moveTo>
                    <a:pt x="2679" y="0"/>
                  </a:moveTo>
                  <a:lnTo>
                    <a:pt x="1" y="3209"/>
                  </a:lnTo>
                  <a:cubicBezTo>
                    <a:pt x="810" y="2707"/>
                    <a:pt x="2678" y="1"/>
                    <a:pt x="2679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2103;p36">
              <a:extLst>
                <a:ext uri="{FF2B5EF4-FFF2-40B4-BE49-F238E27FC236}">
                  <a16:creationId xmlns:a16="http://schemas.microsoft.com/office/drawing/2014/main" id="{1F1A70F9-AA0F-3497-BAAA-19E62692E489}"/>
                </a:ext>
              </a:extLst>
            </p:cNvPr>
            <p:cNvSpPr/>
            <p:nvPr/>
          </p:nvSpPr>
          <p:spPr>
            <a:xfrm>
              <a:off x="6694502" y="3798725"/>
              <a:ext cx="222464" cy="133840"/>
            </a:xfrm>
            <a:custGeom>
              <a:avLst/>
              <a:gdLst/>
              <a:ahLst/>
              <a:cxnLst/>
              <a:rect l="l" t="t" r="r" b="b"/>
              <a:pathLst>
                <a:path w="3572" h="2149" extrusionOk="0">
                  <a:moveTo>
                    <a:pt x="3572" y="0"/>
                  </a:moveTo>
                  <a:lnTo>
                    <a:pt x="1" y="2149"/>
                  </a:lnTo>
                  <a:cubicBezTo>
                    <a:pt x="921" y="1953"/>
                    <a:pt x="3571" y="1"/>
                    <a:pt x="3572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2104;p36">
              <a:extLst>
                <a:ext uri="{FF2B5EF4-FFF2-40B4-BE49-F238E27FC236}">
                  <a16:creationId xmlns:a16="http://schemas.microsoft.com/office/drawing/2014/main" id="{C441C9D7-D76D-271D-37AC-E5471716B481}"/>
                </a:ext>
              </a:extLst>
            </p:cNvPr>
            <p:cNvSpPr/>
            <p:nvPr/>
          </p:nvSpPr>
          <p:spPr>
            <a:xfrm>
              <a:off x="6694502" y="3776117"/>
              <a:ext cx="206832" cy="156447"/>
            </a:xfrm>
            <a:custGeom>
              <a:avLst/>
              <a:gdLst/>
              <a:ahLst/>
              <a:cxnLst/>
              <a:rect l="l" t="t" r="r" b="b"/>
              <a:pathLst>
                <a:path w="3321" h="2512" extrusionOk="0">
                  <a:moveTo>
                    <a:pt x="3321" y="1"/>
                  </a:moveTo>
                  <a:lnTo>
                    <a:pt x="1" y="2512"/>
                  </a:lnTo>
                  <a:cubicBezTo>
                    <a:pt x="893" y="2205"/>
                    <a:pt x="3320" y="1"/>
                    <a:pt x="3321" y="1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2105;p36">
              <a:extLst>
                <a:ext uri="{FF2B5EF4-FFF2-40B4-BE49-F238E27FC236}">
                  <a16:creationId xmlns:a16="http://schemas.microsoft.com/office/drawing/2014/main" id="{D9FAAED0-6895-533C-BD35-4CE57C0D0280}"/>
                </a:ext>
              </a:extLst>
            </p:cNvPr>
            <p:cNvSpPr/>
            <p:nvPr/>
          </p:nvSpPr>
          <p:spPr>
            <a:xfrm>
              <a:off x="5990794" y="3265851"/>
              <a:ext cx="236353" cy="196867"/>
            </a:xfrm>
            <a:custGeom>
              <a:avLst/>
              <a:gdLst/>
              <a:ahLst/>
              <a:cxnLst/>
              <a:rect l="l" t="t" r="r" b="b"/>
              <a:pathLst>
                <a:path w="3795" h="3161" extrusionOk="0">
                  <a:moveTo>
                    <a:pt x="514" y="0"/>
                  </a:moveTo>
                  <a:cubicBezTo>
                    <a:pt x="383" y="0"/>
                    <a:pt x="270" y="29"/>
                    <a:pt x="196" y="103"/>
                  </a:cubicBezTo>
                  <a:cubicBezTo>
                    <a:pt x="1" y="298"/>
                    <a:pt x="140" y="1247"/>
                    <a:pt x="280" y="1442"/>
                  </a:cubicBezTo>
                  <a:cubicBezTo>
                    <a:pt x="614" y="1916"/>
                    <a:pt x="1284" y="2335"/>
                    <a:pt x="1730" y="2670"/>
                  </a:cubicBezTo>
                  <a:cubicBezTo>
                    <a:pt x="1898" y="2809"/>
                    <a:pt x="2177" y="3088"/>
                    <a:pt x="2400" y="3144"/>
                  </a:cubicBezTo>
                  <a:cubicBezTo>
                    <a:pt x="2434" y="3155"/>
                    <a:pt x="2470" y="3161"/>
                    <a:pt x="2505" y="3161"/>
                  </a:cubicBezTo>
                  <a:cubicBezTo>
                    <a:pt x="2727" y="3161"/>
                    <a:pt x="2961" y="2957"/>
                    <a:pt x="3153" y="2837"/>
                  </a:cubicBezTo>
                  <a:cubicBezTo>
                    <a:pt x="3348" y="2698"/>
                    <a:pt x="3572" y="2530"/>
                    <a:pt x="3655" y="2279"/>
                  </a:cubicBezTo>
                  <a:cubicBezTo>
                    <a:pt x="3795" y="1944"/>
                    <a:pt x="3460" y="1665"/>
                    <a:pt x="3237" y="1414"/>
                  </a:cubicBezTo>
                  <a:lnTo>
                    <a:pt x="2790" y="466"/>
                  </a:lnTo>
                  <a:cubicBezTo>
                    <a:pt x="2672" y="575"/>
                    <a:pt x="2546" y="616"/>
                    <a:pt x="2416" y="616"/>
                  </a:cubicBezTo>
                  <a:cubicBezTo>
                    <a:pt x="2146" y="616"/>
                    <a:pt x="1863" y="439"/>
                    <a:pt x="1619" y="326"/>
                  </a:cubicBezTo>
                  <a:cubicBezTo>
                    <a:pt x="1393" y="224"/>
                    <a:pt x="881" y="0"/>
                    <a:pt x="514" y="0"/>
                  </a:cubicBezTo>
                  <a:close/>
                </a:path>
              </a:pathLst>
            </a:custGeom>
            <a:solidFill>
              <a:srgbClr val="3B3D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2106;p36">
              <a:extLst>
                <a:ext uri="{FF2B5EF4-FFF2-40B4-BE49-F238E27FC236}">
                  <a16:creationId xmlns:a16="http://schemas.microsoft.com/office/drawing/2014/main" id="{39E3C825-6D03-1070-068C-5C5916A3B2FE}"/>
                </a:ext>
              </a:extLst>
            </p:cNvPr>
            <p:cNvSpPr/>
            <p:nvPr/>
          </p:nvSpPr>
          <p:spPr>
            <a:xfrm>
              <a:off x="6508595" y="3337598"/>
              <a:ext cx="524771" cy="150157"/>
            </a:xfrm>
            <a:custGeom>
              <a:avLst/>
              <a:gdLst/>
              <a:ahLst/>
              <a:cxnLst/>
              <a:rect l="l" t="t" r="r" b="b"/>
              <a:pathLst>
                <a:path w="8426" h="2411" extrusionOk="0">
                  <a:moveTo>
                    <a:pt x="801" y="0"/>
                  </a:moveTo>
                  <a:cubicBezTo>
                    <a:pt x="646" y="0"/>
                    <a:pt x="497" y="30"/>
                    <a:pt x="391" y="123"/>
                  </a:cubicBezTo>
                  <a:cubicBezTo>
                    <a:pt x="0" y="513"/>
                    <a:pt x="140" y="848"/>
                    <a:pt x="503" y="1127"/>
                  </a:cubicBezTo>
                  <a:cubicBezTo>
                    <a:pt x="949" y="1434"/>
                    <a:pt x="1507" y="1573"/>
                    <a:pt x="1981" y="1797"/>
                  </a:cubicBezTo>
                  <a:cubicBezTo>
                    <a:pt x="2511" y="2020"/>
                    <a:pt x="2958" y="2410"/>
                    <a:pt x="3544" y="2410"/>
                  </a:cubicBezTo>
                  <a:cubicBezTo>
                    <a:pt x="3962" y="2410"/>
                    <a:pt x="4325" y="2215"/>
                    <a:pt x="4688" y="2076"/>
                  </a:cubicBezTo>
                  <a:cubicBezTo>
                    <a:pt x="5050" y="1908"/>
                    <a:pt x="5357" y="1741"/>
                    <a:pt x="5748" y="1713"/>
                  </a:cubicBezTo>
                  <a:cubicBezTo>
                    <a:pt x="5802" y="1709"/>
                    <a:pt x="5857" y="1707"/>
                    <a:pt x="5911" y="1707"/>
                  </a:cubicBezTo>
                  <a:cubicBezTo>
                    <a:pt x="6247" y="1707"/>
                    <a:pt x="6583" y="1773"/>
                    <a:pt x="6919" y="1797"/>
                  </a:cubicBezTo>
                  <a:cubicBezTo>
                    <a:pt x="7050" y="1806"/>
                    <a:pt x="7174" y="1818"/>
                    <a:pt x="7290" y="1818"/>
                  </a:cubicBezTo>
                  <a:cubicBezTo>
                    <a:pt x="7524" y="1818"/>
                    <a:pt x="7729" y="1769"/>
                    <a:pt x="7896" y="1546"/>
                  </a:cubicBezTo>
                  <a:cubicBezTo>
                    <a:pt x="8091" y="1267"/>
                    <a:pt x="8342" y="988"/>
                    <a:pt x="8426" y="653"/>
                  </a:cubicBezTo>
                  <a:lnTo>
                    <a:pt x="8398" y="625"/>
                  </a:lnTo>
                  <a:cubicBezTo>
                    <a:pt x="8231" y="402"/>
                    <a:pt x="7701" y="458"/>
                    <a:pt x="7394" y="430"/>
                  </a:cubicBezTo>
                  <a:cubicBezTo>
                    <a:pt x="7006" y="389"/>
                    <a:pt x="6618" y="363"/>
                    <a:pt x="6219" y="363"/>
                  </a:cubicBezTo>
                  <a:cubicBezTo>
                    <a:pt x="6073" y="363"/>
                    <a:pt x="5925" y="366"/>
                    <a:pt x="5776" y="374"/>
                  </a:cubicBezTo>
                  <a:cubicBezTo>
                    <a:pt x="5413" y="402"/>
                    <a:pt x="5050" y="513"/>
                    <a:pt x="4660" y="513"/>
                  </a:cubicBezTo>
                  <a:cubicBezTo>
                    <a:pt x="4569" y="518"/>
                    <a:pt x="4479" y="520"/>
                    <a:pt x="4389" y="520"/>
                  </a:cubicBezTo>
                  <a:cubicBezTo>
                    <a:pt x="3957" y="520"/>
                    <a:pt x="3541" y="466"/>
                    <a:pt x="3125" y="374"/>
                  </a:cubicBezTo>
                  <a:cubicBezTo>
                    <a:pt x="2511" y="262"/>
                    <a:pt x="1898" y="179"/>
                    <a:pt x="1284" y="67"/>
                  </a:cubicBezTo>
                  <a:cubicBezTo>
                    <a:pt x="1152" y="38"/>
                    <a:pt x="973" y="0"/>
                    <a:pt x="801" y="0"/>
                  </a:cubicBezTo>
                  <a:close/>
                </a:path>
              </a:pathLst>
            </a:custGeom>
            <a:solidFill>
              <a:srgbClr val="332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2107;p36">
              <a:extLst>
                <a:ext uri="{FF2B5EF4-FFF2-40B4-BE49-F238E27FC236}">
                  <a16:creationId xmlns:a16="http://schemas.microsoft.com/office/drawing/2014/main" id="{ACCEEEEE-2891-E6D8-4619-0DFE2D025F76}"/>
                </a:ext>
              </a:extLst>
            </p:cNvPr>
            <p:cNvSpPr/>
            <p:nvPr/>
          </p:nvSpPr>
          <p:spPr>
            <a:xfrm>
              <a:off x="6508595" y="3337598"/>
              <a:ext cx="524771" cy="150157"/>
            </a:xfrm>
            <a:custGeom>
              <a:avLst/>
              <a:gdLst/>
              <a:ahLst/>
              <a:cxnLst/>
              <a:rect l="l" t="t" r="r" b="b"/>
              <a:pathLst>
                <a:path w="8426" h="2411" extrusionOk="0">
                  <a:moveTo>
                    <a:pt x="801" y="0"/>
                  </a:moveTo>
                  <a:cubicBezTo>
                    <a:pt x="646" y="0"/>
                    <a:pt x="497" y="30"/>
                    <a:pt x="391" y="123"/>
                  </a:cubicBezTo>
                  <a:cubicBezTo>
                    <a:pt x="0" y="513"/>
                    <a:pt x="140" y="848"/>
                    <a:pt x="503" y="1099"/>
                  </a:cubicBezTo>
                  <a:cubicBezTo>
                    <a:pt x="531" y="1071"/>
                    <a:pt x="558" y="1016"/>
                    <a:pt x="586" y="960"/>
                  </a:cubicBezTo>
                  <a:cubicBezTo>
                    <a:pt x="689" y="823"/>
                    <a:pt x="844" y="773"/>
                    <a:pt x="1021" y="773"/>
                  </a:cubicBezTo>
                  <a:cubicBezTo>
                    <a:pt x="1421" y="773"/>
                    <a:pt x="1934" y="1030"/>
                    <a:pt x="2204" y="1127"/>
                  </a:cubicBezTo>
                  <a:cubicBezTo>
                    <a:pt x="2874" y="1322"/>
                    <a:pt x="3265" y="1657"/>
                    <a:pt x="3320" y="2383"/>
                  </a:cubicBezTo>
                  <a:cubicBezTo>
                    <a:pt x="3404" y="2410"/>
                    <a:pt x="3460" y="2410"/>
                    <a:pt x="3544" y="2410"/>
                  </a:cubicBezTo>
                  <a:lnTo>
                    <a:pt x="3655" y="2410"/>
                  </a:lnTo>
                  <a:cubicBezTo>
                    <a:pt x="4130" y="1434"/>
                    <a:pt x="5357" y="1127"/>
                    <a:pt x="6361" y="1071"/>
                  </a:cubicBezTo>
                  <a:cubicBezTo>
                    <a:pt x="6431" y="1067"/>
                    <a:pt x="6516" y="1064"/>
                    <a:pt x="6611" y="1064"/>
                  </a:cubicBezTo>
                  <a:cubicBezTo>
                    <a:pt x="7083" y="1064"/>
                    <a:pt x="7784" y="1141"/>
                    <a:pt x="7924" y="1490"/>
                  </a:cubicBezTo>
                  <a:cubicBezTo>
                    <a:pt x="8119" y="1239"/>
                    <a:pt x="8342" y="960"/>
                    <a:pt x="8426" y="653"/>
                  </a:cubicBezTo>
                  <a:lnTo>
                    <a:pt x="8398" y="625"/>
                  </a:lnTo>
                  <a:cubicBezTo>
                    <a:pt x="8231" y="402"/>
                    <a:pt x="7701" y="458"/>
                    <a:pt x="7394" y="430"/>
                  </a:cubicBezTo>
                  <a:cubicBezTo>
                    <a:pt x="7006" y="389"/>
                    <a:pt x="6618" y="363"/>
                    <a:pt x="6219" y="363"/>
                  </a:cubicBezTo>
                  <a:cubicBezTo>
                    <a:pt x="6073" y="363"/>
                    <a:pt x="5925" y="366"/>
                    <a:pt x="5776" y="374"/>
                  </a:cubicBezTo>
                  <a:cubicBezTo>
                    <a:pt x="5413" y="402"/>
                    <a:pt x="5050" y="513"/>
                    <a:pt x="4660" y="513"/>
                  </a:cubicBezTo>
                  <a:cubicBezTo>
                    <a:pt x="4569" y="518"/>
                    <a:pt x="4479" y="520"/>
                    <a:pt x="4389" y="520"/>
                  </a:cubicBezTo>
                  <a:cubicBezTo>
                    <a:pt x="3957" y="520"/>
                    <a:pt x="3541" y="466"/>
                    <a:pt x="3125" y="374"/>
                  </a:cubicBezTo>
                  <a:cubicBezTo>
                    <a:pt x="2511" y="262"/>
                    <a:pt x="1898" y="179"/>
                    <a:pt x="1284" y="67"/>
                  </a:cubicBezTo>
                  <a:cubicBezTo>
                    <a:pt x="1152" y="38"/>
                    <a:pt x="973" y="0"/>
                    <a:pt x="801" y="0"/>
                  </a:cubicBezTo>
                  <a:close/>
                </a:path>
              </a:pathLst>
            </a:custGeom>
            <a:solidFill>
              <a:srgbClr val="120E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2108;p36">
              <a:extLst>
                <a:ext uri="{FF2B5EF4-FFF2-40B4-BE49-F238E27FC236}">
                  <a16:creationId xmlns:a16="http://schemas.microsoft.com/office/drawing/2014/main" id="{6210D86B-6E35-4E26-E376-8DFCC9B88C61}"/>
                </a:ext>
              </a:extLst>
            </p:cNvPr>
            <p:cNvSpPr/>
            <p:nvPr/>
          </p:nvSpPr>
          <p:spPr>
            <a:xfrm>
              <a:off x="6541603" y="3300417"/>
              <a:ext cx="528259" cy="133466"/>
            </a:xfrm>
            <a:custGeom>
              <a:avLst/>
              <a:gdLst/>
              <a:ahLst/>
              <a:cxnLst/>
              <a:rect l="l" t="t" r="r" b="b"/>
              <a:pathLst>
                <a:path w="8482" h="2143" extrusionOk="0">
                  <a:moveTo>
                    <a:pt x="5208" y="1"/>
                  </a:moveTo>
                  <a:cubicBezTo>
                    <a:pt x="4563" y="1"/>
                    <a:pt x="3910" y="50"/>
                    <a:pt x="3516" y="50"/>
                  </a:cubicBezTo>
                  <a:cubicBezTo>
                    <a:pt x="3222" y="50"/>
                    <a:pt x="2743" y="21"/>
                    <a:pt x="2229" y="21"/>
                  </a:cubicBezTo>
                  <a:cubicBezTo>
                    <a:pt x="1329" y="21"/>
                    <a:pt x="320" y="111"/>
                    <a:pt x="1" y="608"/>
                  </a:cubicBezTo>
                  <a:cubicBezTo>
                    <a:pt x="307" y="1222"/>
                    <a:pt x="1674" y="1501"/>
                    <a:pt x="2260" y="1724"/>
                  </a:cubicBezTo>
                  <a:cubicBezTo>
                    <a:pt x="2539" y="1836"/>
                    <a:pt x="3014" y="2143"/>
                    <a:pt x="3321" y="2143"/>
                  </a:cubicBezTo>
                  <a:cubicBezTo>
                    <a:pt x="3711" y="2115"/>
                    <a:pt x="4018" y="1780"/>
                    <a:pt x="4353" y="1640"/>
                  </a:cubicBezTo>
                  <a:cubicBezTo>
                    <a:pt x="4721" y="1501"/>
                    <a:pt x="5124" y="1465"/>
                    <a:pt x="5541" y="1465"/>
                  </a:cubicBezTo>
                  <a:cubicBezTo>
                    <a:pt x="5975" y="1465"/>
                    <a:pt x="6423" y="1504"/>
                    <a:pt x="6863" y="1504"/>
                  </a:cubicBezTo>
                  <a:cubicBezTo>
                    <a:pt x="6929" y="1504"/>
                    <a:pt x="6994" y="1503"/>
                    <a:pt x="7059" y="1501"/>
                  </a:cubicBezTo>
                  <a:cubicBezTo>
                    <a:pt x="8482" y="1501"/>
                    <a:pt x="7980" y="524"/>
                    <a:pt x="6920" y="329"/>
                  </a:cubicBezTo>
                  <a:lnTo>
                    <a:pt x="6975" y="329"/>
                  </a:lnTo>
                  <a:cubicBezTo>
                    <a:pt x="6650" y="63"/>
                    <a:pt x="5934" y="1"/>
                    <a:pt x="5208" y="1"/>
                  </a:cubicBezTo>
                  <a:close/>
                </a:path>
              </a:pathLst>
            </a:custGeom>
            <a:solidFill>
              <a:srgbClr val="857B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2109;p36">
              <a:extLst>
                <a:ext uri="{FF2B5EF4-FFF2-40B4-BE49-F238E27FC236}">
                  <a16:creationId xmlns:a16="http://schemas.microsoft.com/office/drawing/2014/main" id="{2978947D-E48C-1970-C779-FBD60D6BA17F}"/>
                </a:ext>
              </a:extLst>
            </p:cNvPr>
            <p:cNvSpPr/>
            <p:nvPr/>
          </p:nvSpPr>
          <p:spPr>
            <a:xfrm>
              <a:off x="6541603" y="3327820"/>
              <a:ext cx="505714" cy="106063"/>
            </a:xfrm>
            <a:custGeom>
              <a:avLst/>
              <a:gdLst/>
              <a:ahLst/>
              <a:cxnLst/>
              <a:rect l="l" t="t" r="r" b="b"/>
              <a:pathLst>
                <a:path w="8120" h="1703" extrusionOk="0">
                  <a:moveTo>
                    <a:pt x="168" y="1"/>
                  </a:moveTo>
                  <a:cubicBezTo>
                    <a:pt x="112" y="57"/>
                    <a:pt x="56" y="112"/>
                    <a:pt x="1" y="168"/>
                  </a:cubicBezTo>
                  <a:cubicBezTo>
                    <a:pt x="307" y="782"/>
                    <a:pt x="1674" y="1061"/>
                    <a:pt x="2260" y="1284"/>
                  </a:cubicBezTo>
                  <a:cubicBezTo>
                    <a:pt x="2539" y="1396"/>
                    <a:pt x="3014" y="1703"/>
                    <a:pt x="3321" y="1703"/>
                  </a:cubicBezTo>
                  <a:cubicBezTo>
                    <a:pt x="3711" y="1675"/>
                    <a:pt x="4018" y="1340"/>
                    <a:pt x="4353" y="1200"/>
                  </a:cubicBezTo>
                  <a:cubicBezTo>
                    <a:pt x="4721" y="1061"/>
                    <a:pt x="5124" y="1025"/>
                    <a:pt x="5541" y="1025"/>
                  </a:cubicBezTo>
                  <a:cubicBezTo>
                    <a:pt x="5975" y="1025"/>
                    <a:pt x="6423" y="1064"/>
                    <a:pt x="6863" y="1064"/>
                  </a:cubicBezTo>
                  <a:cubicBezTo>
                    <a:pt x="6929" y="1064"/>
                    <a:pt x="6994" y="1063"/>
                    <a:pt x="7059" y="1061"/>
                  </a:cubicBezTo>
                  <a:cubicBezTo>
                    <a:pt x="8063" y="1061"/>
                    <a:pt x="8119" y="559"/>
                    <a:pt x="7673" y="224"/>
                  </a:cubicBezTo>
                  <a:lnTo>
                    <a:pt x="7673" y="224"/>
                  </a:lnTo>
                  <a:cubicBezTo>
                    <a:pt x="7729" y="308"/>
                    <a:pt x="7673" y="447"/>
                    <a:pt x="7589" y="503"/>
                  </a:cubicBezTo>
                  <a:cubicBezTo>
                    <a:pt x="7150" y="804"/>
                    <a:pt x="6705" y="857"/>
                    <a:pt x="6253" y="857"/>
                  </a:cubicBezTo>
                  <a:cubicBezTo>
                    <a:pt x="6007" y="857"/>
                    <a:pt x="5759" y="841"/>
                    <a:pt x="5509" y="841"/>
                  </a:cubicBezTo>
                  <a:cubicBezTo>
                    <a:pt x="5193" y="841"/>
                    <a:pt x="4873" y="866"/>
                    <a:pt x="4548" y="977"/>
                  </a:cubicBezTo>
                  <a:cubicBezTo>
                    <a:pt x="4162" y="1106"/>
                    <a:pt x="3771" y="1162"/>
                    <a:pt x="3385" y="1162"/>
                  </a:cubicBezTo>
                  <a:cubicBezTo>
                    <a:pt x="2178" y="1162"/>
                    <a:pt x="1013" y="613"/>
                    <a:pt x="168" y="1"/>
                  </a:cubicBezTo>
                  <a:close/>
                </a:path>
              </a:pathLst>
            </a:custGeom>
            <a:solidFill>
              <a:srgbClr val="685B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2110;p36">
              <a:extLst>
                <a:ext uri="{FF2B5EF4-FFF2-40B4-BE49-F238E27FC236}">
                  <a16:creationId xmlns:a16="http://schemas.microsoft.com/office/drawing/2014/main" id="{348D7DCF-9675-D880-E3E4-17568F05DFB7}"/>
                </a:ext>
              </a:extLst>
            </p:cNvPr>
            <p:cNvSpPr/>
            <p:nvPr/>
          </p:nvSpPr>
          <p:spPr>
            <a:xfrm>
              <a:off x="6140205" y="3107222"/>
              <a:ext cx="719459" cy="302307"/>
            </a:xfrm>
            <a:custGeom>
              <a:avLst/>
              <a:gdLst/>
              <a:ahLst/>
              <a:cxnLst/>
              <a:rect l="l" t="t" r="r" b="b"/>
              <a:pathLst>
                <a:path w="11552" h="4854" extrusionOk="0">
                  <a:moveTo>
                    <a:pt x="6667" y="0"/>
                  </a:moveTo>
                  <a:cubicBezTo>
                    <a:pt x="5917" y="0"/>
                    <a:pt x="5250" y="61"/>
                    <a:pt x="4800" y="195"/>
                  </a:cubicBezTo>
                  <a:cubicBezTo>
                    <a:pt x="3460" y="613"/>
                    <a:pt x="1173" y="2231"/>
                    <a:pt x="1" y="3264"/>
                  </a:cubicBezTo>
                  <a:cubicBezTo>
                    <a:pt x="57" y="3320"/>
                    <a:pt x="112" y="3403"/>
                    <a:pt x="168" y="3487"/>
                  </a:cubicBezTo>
                  <a:cubicBezTo>
                    <a:pt x="670" y="3738"/>
                    <a:pt x="1033" y="4491"/>
                    <a:pt x="1284" y="4854"/>
                  </a:cubicBezTo>
                  <a:cubicBezTo>
                    <a:pt x="2093" y="4519"/>
                    <a:pt x="4548" y="2510"/>
                    <a:pt x="5664" y="2455"/>
                  </a:cubicBezTo>
                  <a:cubicBezTo>
                    <a:pt x="5706" y="2452"/>
                    <a:pt x="5754" y="2451"/>
                    <a:pt x="5806" y="2451"/>
                  </a:cubicBezTo>
                  <a:cubicBezTo>
                    <a:pt x="6830" y="2451"/>
                    <a:pt x="9677" y="2882"/>
                    <a:pt x="10601" y="2882"/>
                  </a:cubicBezTo>
                  <a:cubicBezTo>
                    <a:pt x="10749" y="2882"/>
                    <a:pt x="10848" y="2871"/>
                    <a:pt x="10882" y="2845"/>
                  </a:cubicBezTo>
                  <a:cubicBezTo>
                    <a:pt x="11300" y="2510"/>
                    <a:pt x="11328" y="1255"/>
                    <a:pt x="11551" y="864"/>
                  </a:cubicBezTo>
                  <a:cubicBezTo>
                    <a:pt x="10632" y="336"/>
                    <a:pt x="8424" y="0"/>
                    <a:pt x="66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2111;p36">
              <a:extLst>
                <a:ext uri="{FF2B5EF4-FFF2-40B4-BE49-F238E27FC236}">
                  <a16:creationId xmlns:a16="http://schemas.microsoft.com/office/drawing/2014/main" id="{5967F80E-854A-C848-8C6B-043ACA00BA23}"/>
                </a:ext>
              </a:extLst>
            </p:cNvPr>
            <p:cNvSpPr/>
            <p:nvPr/>
          </p:nvSpPr>
          <p:spPr>
            <a:xfrm>
              <a:off x="6140205" y="3122792"/>
              <a:ext cx="719459" cy="286737"/>
            </a:xfrm>
            <a:custGeom>
              <a:avLst/>
              <a:gdLst/>
              <a:ahLst/>
              <a:cxnLst/>
              <a:rect l="l" t="t" r="r" b="b"/>
              <a:pathLst>
                <a:path w="11552" h="4604" extrusionOk="0">
                  <a:moveTo>
                    <a:pt x="9570" y="1"/>
                  </a:moveTo>
                  <a:lnTo>
                    <a:pt x="9570" y="1"/>
                  </a:lnTo>
                  <a:cubicBezTo>
                    <a:pt x="9598" y="84"/>
                    <a:pt x="9598" y="196"/>
                    <a:pt x="9542" y="280"/>
                  </a:cubicBezTo>
                  <a:cubicBezTo>
                    <a:pt x="9180" y="670"/>
                    <a:pt x="8594" y="670"/>
                    <a:pt x="8092" y="670"/>
                  </a:cubicBezTo>
                  <a:cubicBezTo>
                    <a:pt x="7749" y="670"/>
                    <a:pt x="7427" y="661"/>
                    <a:pt x="7115" y="661"/>
                  </a:cubicBezTo>
                  <a:cubicBezTo>
                    <a:pt x="6336" y="661"/>
                    <a:pt x="5625" y="718"/>
                    <a:pt x="4827" y="1117"/>
                  </a:cubicBezTo>
                  <a:cubicBezTo>
                    <a:pt x="4139" y="1494"/>
                    <a:pt x="3010" y="2048"/>
                    <a:pt x="2057" y="2048"/>
                  </a:cubicBezTo>
                  <a:cubicBezTo>
                    <a:pt x="1812" y="2048"/>
                    <a:pt x="1579" y="2011"/>
                    <a:pt x="1368" y="1926"/>
                  </a:cubicBezTo>
                  <a:cubicBezTo>
                    <a:pt x="838" y="2288"/>
                    <a:pt x="364" y="2679"/>
                    <a:pt x="1" y="3014"/>
                  </a:cubicBezTo>
                  <a:cubicBezTo>
                    <a:pt x="57" y="3070"/>
                    <a:pt x="112" y="3153"/>
                    <a:pt x="168" y="3237"/>
                  </a:cubicBezTo>
                  <a:cubicBezTo>
                    <a:pt x="670" y="3488"/>
                    <a:pt x="1033" y="4241"/>
                    <a:pt x="1284" y="4604"/>
                  </a:cubicBezTo>
                  <a:cubicBezTo>
                    <a:pt x="2093" y="4269"/>
                    <a:pt x="4548" y="2260"/>
                    <a:pt x="5664" y="2205"/>
                  </a:cubicBezTo>
                  <a:cubicBezTo>
                    <a:pt x="5706" y="2202"/>
                    <a:pt x="5754" y="2201"/>
                    <a:pt x="5806" y="2201"/>
                  </a:cubicBezTo>
                  <a:cubicBezTo>
                    <a:pt x="6830" y="2201"/>
                    <a:pt x="9677" y="2632"/>
                    <a:pt x="10601" y="2632"/>
                  </a:cubicBezTo>
                  <a:cubicBezTo>
                    <a:pt x="10749" y="2632"/>
                    <a:pt x="10848" y="2621"/>
                    <a:pt x="10882" y="2595"/>
                  </a:cubicBezTo>
                  <a:cubicBezTo>
                    <a:pt x="11300" y="2260"/>
                    <a:pt x="11328" y="1005"/>
                    <a:pt x="11551" y="614"/>
                  </a:cubicBezTo>
                  <a:cubicBezTo>
                    <a:pt x="11133" y="363"/>
                    <a:pt x="10407" y="168"/>
                    <a:pt x="95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2112;p36">
              <a:extLst>
                <a:ext uri="{FF2B5EF4-FFF2-40B4-BE49-F238E27FC236}">
                  <a16:creationId xmlns:a16="http://schemas.microsoft.com/office/drawing/2014/main" id="{E968A6CF-E715-DEE1-CAF5-C08A80250F15}"/>
                </a:ext>
              </a:extLst>
            </p:cNvPr>
            <p:cNvSpPr/>
            <p:nvPr/>
          </p:nvSpPr>
          <p:spPr>
            <a:xfrm>
              <a:off x="6755350" y="2739516"/>
              <a:ext cx="337122" cy="564070"/>
            </a:xfrm>
            <a:custGeom>
              <a:avLst/>
              <a:gdLst/>
              <a:ahLst/>
              <a:cxnLst/>
              <a:rect l="l" t="t" r="r" b="b"/>
              <a:pathLst>
                <a:path w="5413" h="9057" extrusionOk="0">
                  <a:moveTo>
                    <a:pt x="2957" y="1"/>
                  </a:moveTo>
                  <a:cubicBezTo>
                    <a:pt x="2435" y="1"/>
                    <a:pt x="2074" y="454"/>
                    <a:pt x="1367" y="631"/>
                  </a:cubicBezTo>
                  <a:cubicBezTo>
                    <a:pt x="168" y="2221"/>
                    <a:pt x="0" y="4788"/>
                    <a:pt x="726" y="7103"/>
                  </a:cubicBezTo>
                  <a:cubicBezTo>
                    <a:pt x="2706" y="7466"/>
                    <a:pt x="3097" y="7382"/>
                    <a:pt x="4576" y="9056"/>
                  </a:cubicBezTo>
                  <a:cubicBezTo>
                    <a:pt x="5189" y="8526"/>
                    <a:pt x="5134" y="7215"/>
                    <a:pt x="5217" y="6434"/>
                  </a:cubicBezTo>
                  <a:cubicBezTo>
                    <a:pt x="5329" y="5318"/>
                    <a:pt x="5413" y="3923"/>
                    <a:pt x="5189" y="2835"/>
                  </a:cubicBezTo>
                  <a:cubicBezTo>
                    <a:pt x="4994" y="1802"/>
                    <a:pt x="4687" y="938"/>
                    <a:pt x="3739" y="296"/>
                  </a:cubicBezTo>
                  <a:cubicBezTo>
                    <a:pt x="3425" y="81"/>
                    <a:pt x="3177" y="1"/>
                    <a:pt x="2957" y="1"/>
                  </a:cubicBezTo>
                  <a:close/>
                </a:path>
              </a:pathLst>
            </a:custGeom>
            <a:solidFill>
              <a:srgbClr val="3698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2113;p36">
              <a:extLst>
                <a:ext uri="{FF2B5EF4-FFF2-40B4-BE49-F238E27FC236}">
                  <a16:creationId xmlns:a16="http://schemas.microsoft.com/office/drawing/2014/main" id="{46A47F16-5C6A-93C9-FCDB-7513A0471520}"/>
                </a:ext>
              </a:extLst>
            </p:cNvPr>
            <p:cNvSpPr/>
            <p:nvPr/>
          </p:nvSpPr>
          <p:spPr>
            <a:xfrm>
              <a:off x="6755350" y="2739578"/>
              <a:ext cx="331890" cy="564008"/>
            </a:xfrm>
            <a:custGeom>
              <a:avLst/>
              <a:gdLst/>
              <a:ahLst/>
              <a:cxnLst/>
              <a:rect l="l" t="t" r="r" b="b"/>
              <a:pathLst>
                <a:path w="5329" h="9056" extrusionOk="0">
                  <a:moveTo>
                    <a:pt x="2958" y="1"/>
                  </a:moveTo>
                  <a:cubicBezTo>
                    <a:pt x="2439" y="1"/>
                    <a:pt x="2075" y="453"/>
                    <a:pt x="1367" y="630"/>
                  </a:cubicBezTo>
                  <a:cubicBezTo>
                    <a:pt x="168" y="2220"/>
                    <a:pt x="0" y="4787"/>
                    <a:pt x="726" y="7102"/>
                  </a:cubicBezTo>
                  <a:cubicBezTo>
                    <a:pt x="2706" y="7465"/>
                    <a:pt x="3097" y="7381"/>
                    <a:pt x="4576" y="9055"/>
                  </a:cubicBezTo>
                  <a:cubicBezTo>
                    <a:pt x="5189" y="8525"/>
                    <a:pt x="5134" y="7214"/>
                    <a:pt x="5217" y="6433"/>
                  </a:cubicBezTo>
                  <a:cubicBezTo>
                    <a:pt x="5273" y="5958"/>
                    <a:pt x="5301" y="5428"/>
                    <a:pt x="5329" y="4898"/>
                  </a:cubicBezTo>
                  <a:lnTo>
                    <a:pt x="5329" y="4898"/>
                  </a:lnTo>
                  <a:cubicBezTo>
                    <a:pt x="5078" y="5596"/>
                    <a:pt x="5106" y="6293"/>
                    <a:pt x="4966" y="7019"/>
                  </a:cubicBezTo>
                  <a:cubicBezTo>
                    <a:pt x="4910" y="7381"/>
                    <a:pt x="4520" y="7437"/>
                    <a:pt x="4241" y="7465"/>
                  </a:cubicBezTo>
                  <a:cubicBezTo>
                    <a:pt x="4191" y="7473"/>
                    <a:pt x="4142" y="7477"/>
                    <a:pt x="4092" y="7477"/>
                  </a:cubicBezTo>
                  <a:cubicBezTo>
                    <a:pt x="3437" y="7477"/>
                    <a:pt x="2747" y="6839"/>
                    <a:pt x="2176" y="6684"/>
                  </a:cubicBezTo>
                  <a:cubicBezTo>
                    <a:pt x="1925" y="6628"/>
                    <a:pt x="1674" y="6572"/>
                    <a:pt x="1618" y="6265"/>
                  </a:cubicBezTo>
                  <a:cubicBezTo>
                    <a:pt x="1451" y="5400"/>
                    <a:pt x="1088" y="4563"/>
                    <a:pt x="977" y="3699"/>
                  </a:cubicBezTo>
                  <a:cubicBezTo>
                    <a:pt x="865" y="3029"/>
                    <a:pt x="1116" y="2304"/>
                    <a:pt x="1339" y="1690"/>
                  </a:cubicBezTo>
                  <a:cubicBezTo>
                    <a:pt x="1562" y="964"/>
                    <a:pt x="2316" y="267"/>
                    <a:pt x="3125" y="16"/>
                  </a:cubicBezTo>
                  <a:cubicBezTo>
                    <a:pt x="3067" y="5"/>
                    <a:pt x="3012" y="1"/>
                    <a:pt x="295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2114;p36">
              <a:extLst>
                <a:ext uri="{FF2B5EF4-FFF2-40B4-BE49-F238E27FC236}">
                  <a16:creationId xmlns:a16="http://schemas.microsoft.com/office/drawing/2014/main" id="{132833F4-360B-8088-86F6-DC74C99E373E}"/>
                </a:ext>
              </a:extLst>
            </p:cNvPr>
            <p:cNvSpPr/>
            <p:nvPr/>
          </p:nvSpPr>
          <p:spPr>
            <a:xfrm>
              <a:off x="6856120" y="2626975"/>
              <a:ext cx="107807" cy="103198"/>
            </a:xfrm>
            <a:custGeom>
              <a:avLst/>
              <a:gdLst/>
              <a:ahLst/>
              <a:cxnLst/>
              <a:rect l="l" t="t" r="r" b="b"/>
              <a:pathLst>
                <a:path w="1731" h="1657" extrusionOk="0">
                  <a:moveTo>
                    <a:pt x="804" y="0"/>
                  </a:moveTo>
                  <a:cubicBezTo>
                    <a:pt x="686" y="0"/>
                    <a:pt x="563" y="38"/>
                    <a:pt x="419" y="122"/>
                  </a:cubicBezTo>
                  <a:cubicBezTo>
                    <a:pt x="0" y="345"/>
                    <a:pt x="140" y="513"/>
                    <a:pt x="419" y="819"/>
                  </a:cubicBezTo>
                  <a:cubicBezTo>
                    <a:pt x="558" y="1015"/>
                    <a:pt x="754" y="1182"/>
                    <a:pt x="893" y="1377"/>
                  </a:cubicBezTo>
                  <a:cubicBezTo>
                    <a:pt x="949" y="1461"/>
                    <a:pt x="949" y="1545"/>
                    <a:pt x="1005" y="1629"/>
                  </a:cubicBezTo>
                  <a:lnTo>
                    <a:pt x="1033" y="1656"/>
                  </a:lnTo>
                  <a:cubicBezTo>
                    <a:pt x="1144" y="1545"/>
                    <a:pt x="1284" y="1461"/>
                    <a:pt x="1423" y="1350"/>
                  </a:cubicBezTo>
                  <a:cubicBezTo>
                    <a:pt x="1479" y="1238"/>
                    <a:pt x="1535" y="1154"/>
                    <a:pt x="1591" y="1043"/>
                  </a:cubicBezTo>
                  <a:cubicBezTo>
                    <a:pt x="1730" y="680"/>
                    <a:pt x="1535" y="373"/>
                    <a:pt x="1284" y="178"/>
                  </a:cubicBezTo>
                  <a:cubicBezTo>
                    <a:pt x="1109" y="66"/>
                    <a:pt x="961" y="0"/>
                    <a:pt x="804" y="0"/>
                  </a:cubicBezTo>
                  <a:close/>
                </a:path>
              </a:pathLst>
            </a:custGeom>
            <a:solidFill>
              <a:srgbClr val="230F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2115;p36">
              <a:extLst>
                <a:ext uri="{FF2B5EF4-FFF2-40B4-BE49-F238E27FC236}">
                  <a16:creationId xmlns:a16="http://schemas.microsoft.com/office/drawing/2014/main" id="{BE4554E9-33FE-A17F-2398-9A2E98F1E971}"/>
                </a:ext>
              </a:extLst>
            </p:cNvPr>
            <p:cNvSpPr/>
            <p:nvPr/>
          </p:nvSpPr>
          <p:spPr>
            <a:xfrm>
              <a:off x="6713622" y="2538972"/>
              <a:ext cx="257216" cy="278018"/>
            </a:xfrm>
            <a:custGeom>
              <a:avLst/>
              <a:gdLst/>
              <a:ahLst/>
              <a:cxnLst/>
              <a:rect l="l" t="t" r="r" b="b"/>
              <a:pathLst>
                <a:path w="4130" h="4464" extrusionOk="0">
                  <a:moveTo>
                    <a:pt x="698" y="1"/>
                  </a:moveTo>
                  <a:cubicBezTo>
                    <a:pt x="531" y="307"/>
                    <a:pt x="475" y="475"/>
                    <a:pt x="503" y="838"/>
                  </a:cubicBezTo>
                  <a:cubicBezTo>
                    <a:pt x="503" y="1172"/>
                    <a:pt x="698" y="1200"/>
                    <a:pt x="503" y="1535"/>
                  </a:cubicBezTo>
                  <a:cubicBezTo>
                    <a:pt x="224" y="2037"/>
                    <a:pt x="1" y="1981"/>
                    <a:pt x="1" y="2149"/>
                  </a:cubicBezTo>
                  <a:cubicBezTo>
                    <a:pt x="1" y="2288"/>
                    <a:pt x="335" y="2400"/>
                    <a:pt x="363" y="2456"/>
                  </a:cubicBezTo>
                  <a:cubicBezTo>
                    <a:pt x="503" y="2567"/>
                    <a:pt x="280" y="2623"/>
                    <a:pt x="307" y="2763"/>
                  </a:cubicBezTo>
                  <a:cubicBezTo>
                    <a:pt x="335" y="2846"/>
                    <a:pt x="559" y="2874"/>
                    <a:pt x="614" y="2986"/>
                  </a:cubicBezTo>
                  <a:cubicBezTo>
                    <a:pt x="670" y="3042"/>
                    <a:pt x="503" y="3042"/>
                    <a:pt x="363" y="3069"/>
                  </a:cubicBezTo>
                  <a:cubicBezTo>
                    <a:pt x="252" y="3125"/>
                    <a:pt x="224" y="3181"/>
                    <a:pt x="335" y="3265"/>
                  </a:cubicBezTo>
                  <a:cubicBezTo>
                    <a:pt x="475" y="3348"/>
                    <a:pt x="252" y="3627"/>
                    <a:pt x="419" y="3795"/>
                  </a:cubicBezTo>
                  <a:cubicBezTo>
                    <a:pt x="556" y="3915"/>
                    <a:pt x="820" y="3972"/>
                    <a:pt x="1081" y="3972"/>
                  </a:cubicBezTo>
                  <a:cubicBezTo>
                    <a:pt x="1244" y="3972"/>
                    <a:pt x="1406" y="3949"/>
                    <a:pt x="1535" y="3906"/>
                  </a:cubicBezTo>
                  <a:cubicBezTo>
                    <a:pt x="1580" y="3906"/>
                    <a:pt x="1731" y="3871"/>
                    <a:pt x="1805" y="3871"/>
                  </a:cubicBezTo>
                  <a:cubicBezTo>
                    <a:pt x="1823" y="3871"/>
                    <a:pt x="1836" y="3873"/>
                    <a:pt x="1842" y="3879"/>
                  </a:cubicBezTo>
                  <a:cubicBezTo>
                    <a:pt x="2065" y="3990"/>
                    <a:pt x="2037" y="4241"/>
                    <a:pt x="2065" y="4381"/>
                  </a:cubicBezTo>
                  <a:cubicBezTo>
                    <a:pt x="2065" y="4381"/>
                    <a:pt x="2049" y="4463"/>
                    <a:pt x="2181" y="4463"/>
                  </a:cubicBezTo>
                  <a:cubicBezTo>
                    <a:pt x="2220" y="4463"/>
                    <a:pt x="2273" y="4456"/>
                    <a:pt x="2344" y="4437"/>
                  </a:cubicBezTo>
                  <a:cubicBezTo>
                    <a:pt x="2986" y="4269"/>
                    <a:pt x="4130" y="3488"/>
                    <a:pt x="3879" y="3209"/>
                  </a:cubicBezTo>
                  <a:cubicBezTo>
                    <a:pt x="3655" y="2986"/>
                    <a:pt x="3209" y="2567"/>
                    <a:pt x="3321" y="2484"/>
                  </a:cubicBezTo>
                  <a:cubicBezTo>
                    <a:pt x="3460" y="2372"/>
                    <a:pt x="3460" y="2232"/>
                    <a:pt x="3348" y="1953"/>
                  </a:cubicBezTo>
                  <a:cubicBezTo>
                    <a:pt x="3282" y="1798"/>
                    <a:pt x="3127" y="1713"/>
                    <a:pt x="3024" y="1713"/>
                  </a:cubicBezTo>
                  <a:cubicBezTo>
                    <a:pt x="2998" y="1713"/>
                    <a:pt x="2975" y="1719"/>
                    <a:pt x="2958" y="1730"/>
                  </a:cubicBezTo>
                  <a:cubicBezTo>
                    <a:pt x="2846" y="1814"/>
                    <a:pt x="2790" y="2093"/>
                    <a:pt x="2790" y="2093"/>
                  </a:cubicBezTo>
                  <a:cubicBezTo>
                    <a:pt x="2484" y="1953"/>
                    <a:pt x="1898" y="1256"/>
                    <a:pt x="1702" y="1005"/>
                  </a:cubicBezTo>
                  <a:cubicBezTo>
                    <a:pt x="1423" y="614"/>
                    <a:pt x="1089" y="280"/>
                    <a:pt x="698" y="1"/>
                  </a:cubicBezTo>
                  <a:close/>
                </a:path>
              </a:pathLst>
            </a:custGeom>
            <a:solidFill>
              <a:srgbClr val="FFD3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2116;p36">
              <a:extLst>
                <a:ext uri="{FF2B5EF4-FFF2-40B4-BE49-F238E27FC236}">
                  <a16:creationId xmlns:a16="http://schemas.microsoft.com/office/drawing/2014/main" id="{8D3F6031-F998-DE39-05ED-2AADDA557C81}"/>
                </a:ext>
              </a:extLst>
            </p:cNvPr>
            <p:cNvSpPr/>
            <p:nvPr/>
          </p:nvSpPr>
          <p:spPr>
            <a:xfrm>
              <a:off x="6736230" y="2538972"/>
              <a:ext cx="238096" cy="279575"/>
            </a:xfrm>
            <a:custGeom>
              <a:avLst/>
              <a:gdLst/>
              <a:ahLst/>
              <a:cxnLst/>
              <a:rect l="l" t="t" r="r" b="b"/>
              <a:pathLst>
                <a:path w="3823" h="4489" extrusionOk="0">
                  <a:moveTo>
                    <a:pt x="335" y="1"/>
                  </a:moveTo>
                  <a:cubicBezTo>
                    <a:pt x="168" y="307"/>
                    <a:pt x="112" y="475"/>
                    <a:pt x="140" y="838"/>
                  </a:cubicBezTo>
                  <a:cubicBezTo>
                    <a:pt x="140" y="1172"/>
                    <a:pt x="335" y="1200"/>
                    <a:pt x="140" y="1535"/>
                  </a:cubicBezTo>
                  <a:cubicBezTo>
                    <a:pt x="212" y="1528"/>
                    <a:pt x="283" y="1525"/>
                    <a:pt x="353" y="1525"/>
                  </a:cubicBezTo>
                  <a:cubicBezTo>
                    <a:pt x="580" y="1525"/>
                    <a:pt x="798" y="1561"/>
                    <a:pt x="1033" y="1647"/>
                  </a:cubicBezTo>
                  <a:cubicBezTo>
                    <a:pt x="1172" y="1702"/>
                    <a:pt x="1284" y="1842"/>
                    <a:pt x="1395" y="1953"/>
                  </a:cubicBezTo>
                  <a:cubicBezTo>
                    <a:pt x="1591" y="2149"/>
                    <a:pt x="1744" y="2238"/>
                    <a:pt x="2004" y="2238"/>
                  </a:cubicBezTo>
                  <a:cubicBezTo>
                    <a:pt x="2041" y="2238"/>
                    <a:pt x="2079" y="2236"/>
                    <a:pt x="2121" y="2232"/>
                  </a:cubicBezTo>
                  <a:cubicBezTo>
                    <a:pt x="2155" y="2226"/>
                    <a:pt x="2190" y="2222"/>
                    <a:pt x="2224" y="2222"/>
                  </a:cubicBezTo>
                  <a:cubicBezTo>
                    <a:pt x="2326" y="2222"/>
                    <a:pt x="2420" y="2253"/>
                    <a:pt x="2483" y="2316"/>
                  </a:cubicBezTo>
                  <a:cubicBezTo>
                    <a:pt x="3013" y="2484"/>
                    <a:pt x="2260" y="3293"/>
                    <a:pt x="1981" y="3432"/>
                  </a:cubicBezTo>
                  <a:cubicBezTo>
                    <a:pt x="1814" y="3544"/>
                    <a:pt x="1618" y="3600"/>
                    <a:pt x="1423" y="3655"/>
                  </a:cubicBezTo>
                  <a:cubicBezTo>
                    <a:pt x="1367" y="3683"/>
                    <a:pt x="1312" y="3711"/>
                    <a:pt x="1228" y="3711"/>
                  </a:cubicBezTo>
                  <a:cubicBezTo>
                    <a:pt x="1064" y="3752"/>
                    <a:pt x="908" y="3771"/>
                    <a:pt x="756" y="3771"/>
                  </a:cubicBezTo>
                  <a:cubicBezTo>
                    <a:pt x="495" y="3771"/>
                    <a:pt x="247" y="3716"/>
                    <a:pt x="0" y="3627"/>
                  </a:cubicBezTo>
                  <a:lnTo>
                    <a:pt x="0" y="3627"/>
                  </a:lnTo>
                  <a:cubicBezTo>
                    <a:pt x="0" y="3683"/>
                    <a:pt x="0" y="3739"/>
                    <a:pt x="56" y="3795"/>
                  </a:cubicBezTo>
                  <a:cubicBezTo>
                    <a:pt x="193" y="3915"/>
                    <a:pt x="457" y="3972"/>
                    <a:pt x="718" y="3972"/>
                  </a:cubicBezTo>
                  <a:cubicBezTo>
                    <a:pt x="881" y="3972"/>
                    <a:pt x="1043" y="3949"/>
                    <a:pt x="1172" y="3906"/>
                  </a:cubicBezTo>
                  <a:cubicBezTo>
                    <a:pt x="1217" y="3906"/>
                    <a:pt x="1368" y="3871"/>
                    <a:pt x="1442" y="3871"/>
                  </a:cubicBezTo>
                  <a:cubicBezTo>
                    <a:pt x="1460" y="3871"/>
                    <a:pt x="1473" y="3873"/>
                    <a:pt x="1479" y="3879"/>
                  </a:cubicBezTo>
                  <a:cubicBezTo>
                    <a:pt x="1702" y="3990"/>
                    <a:pt x="1674" y="4241"/>
                    <a:pt x="1702" y="4381"/>
                  </a:cubicBezTo>
                  <a:cubicBezTo>
                    <a:pt x="1702" y="4381"/>
                    <a:pt x="1689" y="4489"/>
                    <a:pt x="1831" y="4489"/>
                  </a:cubicBezTo>
                  <a:cubicBezTo>
                    <a:pt x="1893" y="4489"/>
                    <a:pt x="1985" y="4468"/>
                    <a:pt x="2121" y="4409"/>
                  </a:cubicBezTo>
                  <a:cubicBezTo>
                    <a:pt x="2734" y="4185"/>
                    <a:pt x="3822" y="3488"/>
                    <a:pt x="3488" y="3181"/>
                  </a:cubicBezTo>
                  <a:cubicBezTo>
                    <a:pt x="3292" y="2986"/>
                    <a:pt x="2846" y="2567"/>
                    <a:pt x="2958" y="2484"/>
                  </a:cubicBezTo>
                  <a:cubicBezTo>
                    <a:pt x="3097" y="2372"/>
                    <a:pt x="3097" y="2232"/>
                    <a:pt x="2985" y="1953"/>
                  </a:cubicBezTo>
                  <a:cubicBezTo>
                    <a:pt x="2919" y="1798"/>
                    <a:pt x="2764" y="1713"/>
                    <a:pt x="2661" y="1713"/>
                  </a:cubicBezTo>
                  <a:cubicBezTo>
                    <a:pt x="2635" y="1713"/>
                    <a:pt x="2612" y="1719"/>
                    <a:pt x="2595" y="1730"/>
                  </a:cubicBezTo>
                  <a:cubicBezTo>
                    <a:pt x="2483" y="1814"/>
                    <a:pt x="2427" y="2093"/>
                    <a:pt x="2427" y="2093"/>
                  </a:cubicBezTo>
                  <a:cubicBezTo>
                    <a:pt x="2121" y="1953"/>
                    <a:pt x="1535" y="1256"/>
                    <a:pt x="1339" y="1005"/>
                  </a:cubicBezTo>
                  <a:cubicBezTo>
                    <a:pt x="1060" y="614"/>
                    <a:pt x="726" y="280"/>
                    <a:pt x="335" y="1"/>
                  </a:cubicBezTo>
                  <a:close/>
                </a:path>
              </a:pathLst>
            </a:custGeom>
            <a:solidFill>
              <a:srgbClr val="F9AE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2117;p36">
              <a:extLst>
                <a:ext uri="{FF2B5EF4-FFF2-40B4-BE49-F238E27FC236}">
                  <a16:creationId xmlns:a16="http://schemas.microsoft.com/office/drawing/2014/main" id="{AC61701D-9B7D-E4BA-38FA-39D027CD1467}"/>
                </a:ext>
              </a:extLst>
            </p:cNvPr>
            <p:cNvSpPr/>
            <p:nvPr/>
          </p:nvSpPr>
          <p:spPr>
            <a:xfrm>
              <a:off x="6828281" y="2768352"/>
              <a:ext cx="19182" cy="18559"/>
            </a:xfrm>
            <a:custGeom>
              <a:avLst/>
              <a:gdLst/>
              <a:ahLst/>
              <a:cxnLst/>
              <a:rect l="l" t="t" r="r" b="b"/>
              <a:pathLst>
                <a:path w="308" h="298" extrusionOk="0">
                  <a:moveTo>
                    <a:pt x="280" y="0"/>
                  </a:moveTo>
                  <a:lnTo>
                    <a:pt x="168" y="28"/>
                  </a:lnTo>
                  <a:cubicBezTo>
                    <a:pt x="140" y="56"/>
                    <a:pt x="85" y="112"/>
                    <a:pt x="57" y="168"/>
                  </a:cubicBezTo>
                  <a:cubicBezTo>
                    <a:pt x="29" y="196"/>
                    <a:pt x="1" y="196"/>
                    <a:pt x="57" y="251"/>
                  </a:cubicBezTo>
                  <a:cubicBezTo>
                    <a:pt x="73" y="284"/>
                    <a:pt x="99" y="298"/>
                    <a:pt x="123" y="298"/>
                  </a:cubicBezTo>
                  <a:cubicBezTo>
                    <a:pt x="140" y="298"/>
                    <a:pt x="157" y="291"/>
                    <a:pt x="168" y="279"/>
                  </a:cubicBezTo>
                  <a:cubicBezTo>
                    <a:pt x="224" y="223"/>
                    <a:pt x="280" y="168"/>
                    <a:pt x="308" y="112"/>
                  </a:cubicBezTo>
                  <a:lnTo>
                    <a:pt x="280" y="0"/>
                  </a:ln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2118;p36">
              <a:extLst>
                <a:ext uri="{FF2B5EF4-FFF2-40B4-BE49-F238E27FC236}">
                  <a16:creationId xmlns:a16="http://schemas.microsoft.com/office/drawing/2014/main" id="{FD6CDEA0-1948-8F0B-1C6A-977C2DFBB0C8}"/>
                </a:ext>
              </a:extLst>
            </p:cNvPr>
            <p:cNvSpPr/>
            <p:nvPr/>
          </p:nvSpPr>
          <p:spPr>
            <a:xfrm>
              <a:off x="6859608" y="2688384"/>
              <a:ext cx="100831" cy="67823"/>
            </a:xfrm>
            <a:custGeom>
              <a:avLst/>
              <a:gdLst/>
              <a:ahLst/>
              <a:cxnLst/>
              <a:rect l="l" t="t" r="r" b="b"/>
              <a:pathLst>
                <a:path w="1619" h="1089" extrusionOk="0">
                  <a:moveTo>
                    <a:pt x="1590" y="1"/>
                  </a:moveTo>
                  <a:lnTo>
                    <a:pt x="1479" y="29"/>
                  </a:lnTo>
                  <a:cubicBezTo>
                    <a:pt x="1088" y="559"/>
                    <a:pt x="698" y="810"/>
                    <a:pt x="84" y="922"/>
                  </a:cubicBezTo>
                  <a:cubicBezTo>
                    <a:pt x="28" y="949"/>
                    <a:pt x="0" y="977"/>
                    <a:pt x="0" y="1033"/>
                  </a:cubicBezTo>
                  <a:lnTo>
                    <a:pt x="56" y="1089"/>
                  </a:lnTo>
                  <a:lnTo>
                    <a:pt x="112" y="1089"/>
                  </a:lnTo>
                  <a:cubicBezTo>
                    <a:pt x="753" y="977"/>
                    <a:pt x="1200" y="698"/>
                    <a:pt x="1618" y="112"/>
                  </a:cubicBezTo>
                  <a:lnTo>
                    <a:pt x="1590" y="1"/>
                  </a:ln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2119;p36">
              <a:extLst>
                <a:ext uri="{FF2B5EF4-FFF2-40B4-BE49-F238E27FC236}">
                  <a16:creationId xmlns:a16="http://schemas.microsoft.com/office/drawing/2014/main" id="{FE88027B-CD0A-DA00-6EE0-012AC783EAB9}"/>
                </a:ext>
              </a:extLst>
            </p:cNvPr>
            <p:cNvSpPr/>
            <p:nvPr/>
          </p:nvSpPr>
          <p:spPr>
            <a:xfrm>
              <a:off x="6833512" y="2651264"/>
              <a:ext cx="29583" cy="103260"/>
            </a:xfrm>
            <a:custGeom>
              <a:avLst/>
              <a:gdLst/>
              <a:ahLst/>
              <a:cxnLst/>
              <a:rect l="l" t="t" r="r" b="b"/>
              <a:pathLst>
                <a:path w="475" h="1658" extrusionOk="0">
                  <a:moveTo>
                    <a:pt x="320" y="0"/>
                  </a:moveTo>
                  <a:cubicBezTo>
                    <a:pt x="282" y="0"/>
                    <a:pt x="252" y="26"/>
                    <a:pt x="252" y="67"/>
                  </a:cubicBezTo>
                  <a:cubicBezTo>
                    <a:pt x="140" y="346"/>
                    <a:pt x="1" y="1294"/>
                    <a:pt x="363" y="1629"/>
                  </a:cubicBezTo>
                  <a:lnTo>
                    <a:pt x="391" y="1657"/>
                  </a:lnTo>
                  <a:lnTo>
                    <a:pt x="475" y="1629"/>
                  </a:lnTo>
                  <a:lnTo>
                    <a:pt x="475" y="1518"/>
                  </a:lnTo>
                  <a:cubicBezTo>
                    <a:pt x="224" y="1266"/>
                    <a:pt x="280" y="457"/>
                    <a:pt x="419" y="123"/>
                  </a:cubicBezTo>
                  <a:cubicBezTo>
                    <a:pt x="419" y="67"/>
                    <a:pt x="391" y="11"/>
                    <a:pt x="363" y="11"/>
                  </a:cubicBezTo>
                  <a:cubicBezTo>
                    <a:pt x="348" y="4"/>
                    <a:pt x="333" y="0"/>
                    <a:pt x="320" y="0"/>
                  </a:cubicBez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2120;p36">
              <a:extLst>
                <a:ext uri="{FF2B5EF4-FFF2-40B4-BE49-F238E27FC236}">
                  <a16:creationId xmlns:a16="http://schemas.microsoft.com/office/drawing/2014/main" id="{2ED1C9C7-FB5A-C9EC-67F1-81715DD3495C}"/>
                </a:ext>
              </a:extLst>
            </p:cNvPr>
            <p:cNvSpPr/>
            <p:nvPr/>
          </p:nvSpPr>
          <p:spPr>
            <a:xfrm>
              <a:off x="6936026" y="2688384"/>
              <a:ext cx="24414" cy="29645"/>
            </a:xfrm>
            <a:custGeom>
              <a:avLst/>
              <a:gdLst/>
              <a:ahLst/>
              <a:cxnLst/>
              <a:rect l="l" t="t" r="r" b="b"/>
              <a:pathLst>
                <a:path w="392" h="476" extrusionOk="0">
                  <a:moveTo>
                    <a:pt x="363" y="1"/>
                  </a:moveTo>
                  <a:lnTo>
                    <a:pt x="252" y="29"/>
                  </a:lnTo>
                  <a:cubicBezTo>
                    <a:pt x="168" y="140"/>
                    <a:pt x="84" y="224"/>
                    <a:pt x="1" y="308"/>
                  </a:cubicBezTo>
                  <a:cubicBezTo>
                    <a:pt x="29" y="364"/>
                    <a:pt x="56" y="419"/>
                    <a:pt x="84" y="475"/>
                  </a:cubicBezTo>
                  <a:cubicBezTo>
                    <a:pt x="196" y="391"/>
                    <a:pt x="280" y="252"/>
                    <a:pt x="391" y="112"/>
                  </a:cubicBezTo>
                  <a:lnTo>
                    <a:pt x="363" y="1"/>
                  </a:ln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2121;p36">
              <a:extLst>
                <a:ext uri="{FF2B5EF4-FFF2-40B4-BE49-F238E27FC236}">
                  <a16:creationId xmlns:a16="http://schemas.microsoft.com/office/drawing/2014/main" id="{4D16C3E8-96BD-D056-EA8D-23AA0F1774A0}"/>
                </a:ext>
              </a:extLst>
            </p:cNvPr>
            <p:cNvSpPr/>
            <p:nvPr/>
          </p:nvSpPr>
          <p:spPr>
            <a:xfrm>
              <a:off x="6859608" y="2738769"/>
              <a:ext cx="29583" cy="17438"/>
            </a:xfrm>
            <a:custGeom>
              <a:avLst/>
              <a:gdLst/>
              <a:ahLst/>
              <a:cxnLst/>
              <a:rect l="l" t="t" r="r" b="b"/>
              <a:pathLst>
                <a:path w="475" h="280" extrusionOk="0">
                  <a:moveTo>
                    <a:pt x="474" y="1"/>
                  </a:moveTo>
                  <a:cubicBezTo>
                    <a:pt x="363" y="57"/>
                    <a:pt x="223" y="85"/>
                    <a:pt x="84" y="113"/>
                  </a:cubicBezTo>
                  <a:cubicBezTo>
                    <a:pt x="28" y="140"/>
                    <a:pt x="0" y="168"/>
                    <a:pt x="0" y="224"/>
                  </a:cubicBezTo>
                  <a:lnTo>
                    <a:pt x="56" y="280"/>
                  </a:lnTo>
                  <a:lnTo>
                    <a:pt x="112" y="280"/>
                  </a:lnTo>
                  <a:cubicBezTo>
                    <a:pt x="223" y="280"/>
                    <a:pt x="307" y="252"/>
                    <a:pt x="391" y="224"/>
                  </a:cubicBezTo>
                  <a:cubicBezTo>
                    <a:pt x="419" y="168"/>
                    <a:pt x="446" y="113"/>
                    <a:pt x="446" y="85"/>
                  </a:cubicBezTo>
                  <a:lnTo>
                    <a:pt x="474" y="1"/>
                  </a:ln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2122;p36">
              <a:extLst>
                <a:ext uri="{FF2B5EF4-FFF2-40B4-BE49-F238E27FC236}">
                  <a16:creationId xmlns:a16="http://schemas.microsoft.com/office/drawing/2014/main" id="{142C9045-7B05-9279-EEDD-AE1D5387582D}"/>
                </a:ext>
              </a:extLst>
            </p:cNvPr>
            <p:cNvSpPr/>
            <p:nvPr/>
          </p:nvSpPr>
          <p:spPr>
            <a:xfrm>
              <a:off x="6896042" y="2728368"/>
              <a:ext cx="15757" cy="19182"/>
            </a:xfrm>
            <a:custGeom>
              <a:avLst/>
              <a:gdLst/>
              <a:ahLst/>
              <a:cxnLst/>
              <a:rect l="l" t="t" r="r" b="b"/>
              <a:pathLst>
                <a:path w="253" h="308" extrusionOk="0">
                  <a:moveTo>
                    <a:pt x="252" y="1"/>
                  </a:moveTo>
                  <a:cubicBezTo>
                    <a:pt x="196" y="28"/>
                    <a:pt x="140" y="56"/>
                    <a:pt x="85" y="84"/>
                  </a:cubicBezTo>
                  <a:cubicBezTo>
                    <a:pt x="85" y="168"/>
                    <a:pt x="29" y="252"/>
                    <a:pt x="1" y="307"/>
                  </a:cubicBezTo>
                  <a:cubicBezTo>
                    <a:pt x="85" y="280"/>
                    <a:pt x="168" y="252"/>
                    <a:pt x="224" y="224"/>
                  </a:cubicBezTo>
                  <a:cubicBezTo>
                    <a:pt x="252" y="140"/>
                    <a:pt x="252" y="84"/>
                    <a:pt x="252" y="1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2123;p36">
              <a:extLst>
                <a:ext uri="{FF2B5EF4-FFF2-40B4-BE49-F238E27FC236}">
                  <a16:creationId xmlns:a16="http://schemas.microsoft.com/office/drawing/2014/main" id="{38CBAD17-50CE-BF7C-BED1-2AC4973129D3}"/>
                </a:ext>
              </a:extLst>
            </p:cNvPr>
            <p:cNvSpPr/>
            <p:nvPr/>
          </p:nvSpPr>
          <p:spPr>
            <a:xfrm>
              <a:off x="6920394" y="2714479"/>
              <a:ext cx="12207" cy="20926"/>
            </a:xfrm>
            <a:custGeom>
              <a:avLst/>
              <a:gdLst/>
              <a:ahLst/>
              <a:cxnLst/>
              <a:rect l="l" t="t" r="r" b="b"/>
              <a:pathLst>
                <a:path w="196" h="336" extrusionOk="0">
                  <a:moveTo>
                    <a:pt x="140" y="0"/>
                  </a:moveTo>
                  <a:cubicBezTo>
                    <a:pt x="84" y="56"/>
                    <a:pt x="56" y="84"/>
                    <a:pt x="1" y="112"/>
                  </a:cubicBezTo>
                  <a:cubicBezTo>
                    <a:pt x="28" y="196"/>
                    <a:pt x="28" y="251"/>
                    <a:pt x="28" y="335"/>
                  </a:cubicBezTo>
                  <a:cubicBezTo>
                    <a:pt x="84" y="279"/>
                    <a:pt x="140" y="224"/>
                    <a:pt x="196" y="196"/>
                  </a:cubicBezTo>
                  <a:cubicBezTo>
                    <a:pt x="196" y="140"/>
                    <a:pt x="168" y="84"/>
                    <a:pt x="140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2124;p36">
              <a:extLst>
                <a:ext uri="{FF2B5EF4-FFF2-40B4-BE49-F238E27FC236}">
                  <a16:creationId xmlns:a16="http://schemas.microsoft.com/office/drawing/2014/main" id="{8F8A83B2-2A91-213F-7427-6E971B1672FC}"/>
                </a:ext>
              </a:extLst>
            </p:cNvPr>
            <p:cNvSpPr/>
            <p:nvPr/>
          </p:nvSpPr>
          <p:spPr>
            <a:xfrm>
              <a:off x="6849145" y="2731856"/>
              <a:ext cx="13951" cy="22670"/>
            </a:xfrm>
            <a:custGeom>
              <a:avLst/>
              <a:gdLst/>
              <a:ahLst/>
              <a:cxnLst/>
              <a:rect l="l" t="t" r="r" b="b"/>
              <a:pathLst>
                <a:path w="224" h="364" extrusionOk="0">
                  <a:moveTo>
                    <a:pt x="112" y="0"/>
                  </a:moveTo>
                  <a:cubicBezTo>
                    <a:pt x="56" y="56"/>
                    <a:pt x="29" y="140"/>
                    <a:pt x="1" y="196"/>
                  </a:cubicBezTo>
                  <a:cubicBezTo>
                    <a:pt x="29" y="251"/>
                    <a:pt x="56" y="307"/>
                    <a:pt x="112" y="335"/>
                  </a:cubicBezTo>
                  <a:lnTo>
                    <a:pt x="140" y="363"/>
                  </a:lnTo>
                  <a:lnTo>
                    <a:pt x="224" y="335"/>
                  </a:lnTo>
                  <a:lnTo>
                    <a:pt x="224" y="224"/>
                  </a:lnTo>
                  <a:cubicBezTo>
                    <a:pt x="168" y="168"/>
                    <a:pt x="140" y="84"/>
                    <a:pt x="112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2125;p36">
              <a:extLst>
                <a:ext uri="{FF2B5EF4-FFF2-40B4-BE49-F238E27FC236}">
                  <a16:creationId xmlns:a16="http://schemas.microsoft.com/office/drawing/2014/main" id="{145BFAB3-9494-FC6C-CDB3-EF8CE9D4BFD1}"/>
                </a:ext>
              </a:extLst>
            </p:cNvPr>
            <p:cNvSpPr/>
            <p:nvPr/>
          </p:nvSpPr>
          <p:spPr>
            <a:xfrm>
              <a:off x="6843913" y="2651264"/>
              <a:ext cx="15757" cy="18061"/>
            </a:xfrm>
            <a:custGeom>
              <a:avLst/>
              <a:gdLst/>
              <a:ahLst/>
              <a:cxnLst/>
              <a:rect l="l" t="t" r="r" b="b"/>
              <a:pathLst>
                <a:path w="253" h="290" extrusionOk="0">
                  <a:moveTo>
                    <a:pt x="153" y="0"/>
                  </a:moveTo>
                  <a:cubicBezTo>
                    <a:pt x="115" y="0"/>
                    <a:pt x="85" y="26"/>
                    <a:pt x="85" y="67"/>
                  </a:cubicBezTo>
                  <a:cubicBezTo>
                    <a:pt x="57" y="123"/>
                    <a:pt x="29" y="206"/>
                    <a:pt x="1" y="290"/>
                  </a:cubicBezTo>
                  <a:cubicBezTo>
                    <a:pt x="85" y="262"/>
                    <a:pt x="140" y="262"/>
                    <a:pt x="196" y="262"/>
                  </a:cubicBezTo>
                  <a:cubicBezTo>
                    <a:pt x="224" y="206"/>
                    <a:pt x="224" y="150"/>
                    <a:pt x="252" y="123"/>
                  </a:cubicBezTo>
                  <a:cubicBezTo>
                    <a:pt x="252" y="67"/>
                    <a:pt x="224" y="11"/>
                    <a:pt x="196" y="11"/>
                  </a:cubicBezTo>
                  <a:cubicBezTo>
                    <a:pt x="181" y="4"/>
                    <a:pt x="166" y="0"/>
                    <a:pt x="153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2126;p36">
              <a:extLst>
                <a:ext uri="{FF2B5EF4-FFF2-40B4-BE49-F238E27FC236}">
                  <a16:creationId xmlns:a16="http://schemas.microsoft.com/office/drawing/2014/main" id="{29C353CB-DD89-8A2C-7184-B2327510ECC3}"/>
                </a:ext>
              </a:extLst>
            </p:cNvPr>
            <p:cNvSpPr/>
            <p:nvPr/>
          </p:nvSpPr>
          <p:spPr>
            <a:xfrm>
              <a:off x="6842232" y="2677983"/>
              <a:ext cx="12207" cy="22670"/>
            </a:xfrm>
            <a:custGeom>
              <a:avLst/>
              <a:gdLst/>
              <a:ahLst/>
              <a:cxnLst/>
              <a:rect l="l" t="t" r="r" b="b"/>
              <a:pathLst>
                <a:path w="196" h="364" extrusionOk="0">
                  <a:moveTo>
                    <a:pt x="195" y="0"/>
                  </a:moveTo>
                  <a:cubicBezTo>
                    <a:pt x="140" y="0"/>
                    <a:pt x="84" y="28"/>
                    <a:pt x="28" y="28"/>
                  </a:cubicBezTo>
                  <a:cubicBezTo>
                    <a:pt x="0" y="140"/>
                    <a:pt x="0" y="252"/>
                    <a:pt x="0" y="363"/>
                  </a:cubicBezTo>
                  <a:cubicBezTo>
                    <a:pt x="28" y="307"/>
                    <a:pt x="84" y="252"/>
                    <a:pt x="167" y="224"/>
                  </a:cubicBezTo>
                  <a:cubicBezTo>
                    <a:pt x="167" y="140"/>
                    <a:pt x="195" y="56"/>
                    <a:pt x="195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2127;p36">
              <a:extLst>
                <a:ext uri="{FF2B5EF4-FFF2-40B4-BE49-F238E27FC236}">
                  <a16:creationId xmlns:a16="http://schemas.microsoft.com/office/drawing/2014/main" id="{91DFE39F-7EAC-AFB5-B71E-E13A06E73C07}"/>
                </a:ext>
              </a:extLst>
            </p:cNvPr>
            <p:cNvSpPr/>
            <p:nvPr/>
          </p:nvSpPr>
          <p:spPr>
            <a:xfrm>
              <a:off x="6842232" y="2704016"/>
              <a:ext cx="10463" cy="27901"/>
            </a:xfrm>
            <a:custGeom>
              <a:avLst/>
              <a:gdLst/>
              <a:ahLst/>
              <a:cxnLst/>
              <a:rect l="l" t="t" r="r" b="b"/>
              <a:pathLst>
                <a:path w="168" h="448" extrusionOk="0">
                  <a:moveTo>
                    <a:pt x="167" y="1"/>
                  </a:moveTo>
                  <a:cubicBezTo>
                    <a:pt x="112" y="29"/>
                    <a:pt x="56" y="113"/>
                    <a:pt x="0" y="168"/>
                  </a:cubicBezTo>
                  <a:cubicBezTo>
                    <a:pt x="0" y="280"/>
                    <a:pt x="0" y="364"/>
                    <a:pt x="28" y="447"/>
                  </a:cubicBezTo>
                  <a:cubicBezTo>
                    <a:pt x="84" y="392"/>
                    <a:pt x="112" y="308"/>
                    <a:pt x="167" y="252"/>
                  </a:cubicBezTo>
                  <a:lnTo>
                    <a:pt x="167" y="224"/>
                  </a:lnTo>
                  <a:cubicBezTo>
                    <a:pt x="167" y="140"/>
                    <a:pt x="167" y="57"/>
                    <a:pt x="167" y="1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2128;p36">
              <a:extLst>
                <a:ext uri="{FF2B5EF4-FFF2-40B4-BE49-F238E27FC236}">
                  <a16:creationId xmlns:a16="http://schemas.microsoft.com/office/drawing/2014/main" id="{F8908778-04E4-63AB-C9FB-B43EEEDA44BA}"/>
                </a:ext>
              </a:extLst>
            </p:cNvPr>
            <p:cNvSpPr/>
            <p:nvPr/>
          </p:nvSpPr>
          <p:spPr>
            <a:xfrm>
              <a:off x="6854376" y="2738769"/>
              <a:ext cx="20926" cy="24414"/>
            </a:xfrm>
            <a:custGeom>
              <a:avLst/>
              <a:gdLst/>
              <a:ahLst/>
              <a:cxnLst/>
              <a:rect l="l" t="t" r="r" b="b"/>
              <a:pathLst>
                <a:path w="336" h="392" extrusionOk="0">
                  <a:moveTo>
                    <a:pt x="140" y="1"/>
                  </a:moveTo>
                  <a:lnTo>
                    <a:pt x="140" y="113"/>
                  </a:lnTo>
                  <a:lnTo>
                    <a:pt x="140" y="168"/>
                  </a:lnTo>
                  <a:lnTo>
                    <a:pt x="56" y="252"/>
                  </a:lnTo>
                  <a:cubicBezTo>
                    <a:pt x="28" y="252"/>
                    <a:pt x="0" y="308"/>
                    <a:pt x="0" y="336"/>
                  </a:cubicBezTo>
                  <a:lnTo>
                    <a:pt x="56" y="392"/>
                  </a:lnTo>
                  <a:lnTo>
                    <a:pt x="112" y="392"/>
                  </a:lnTo>
                  <a:cubicBezTo>
                    <a:pt x="196" y="392"/>
                    <a:pt x="279" y="308"/>
                    <a:pt x="307" y="224"/>
                  </a:cubicBezTo>
                  <a:cubicBezTo>
                    <a:pt x="335" y="140"/>
                    <a:pt x="335" y="57"/>
                    <a:pt x="279" y="1"/>
                  </a:cubicBezTo>
                  <a:close/>
                </a:path>
              </a:pathLst>
            </a:custGeom>
            <a:solidFill>
              <a:srgbClr val="4C21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2129;p36">
              <a:extLst>
                <a:ext uri="{FF2B5EF4-FFF2-40B4-BE49-F238E27FC236}">
                  <a16:creationId xmlns:a16="http://schemas.microsoft.com/office/drawing/2014/main" id="{BD732112-18B8-595B-2A83-78225E3867B6}"/>
                </a:ext>
              </a:extLst>
            </p:cNvPr>
            <p:cNvSpPr/>
            <p:nvPr/>
          </p:nvSpPr>
          <p:spPr>
            <a:xfrm>
              <a:off x="6854376" y="2738769"/>
              <a:ext cx="17438" cy="24414"/>
            </a:xfrm>
            <a:custGeom>
              <a:avLst/>
              <a:gdLst/>
              <a:ahLst/>
              <a:cxnLst/>
              <a:rect l="l" t="t" r="r" b="b"/>
              <a:pathLst>
                <a:path w="280" h="392" extrusionOk="0">
                  <a:moveTo>
                    <a:pt x="140" y="1"/>
                  </a:moveTo>
                  <a:lnTo>
                    <a:pt x="140" y="113"/>
                  </a:lnTo>
                  <a:lnTo>
                    <a:pt x="140" y="168"/>
                  </a:lnTo>
                  <a:lnTo>
                    <a:pt x="56" y="252"/>
                  </a:lnTo>
                  <a:cubicBezTo>
                    <a:pt x="28" y="252"/>
                    <a:pt x="0" y="308"/>
                    <a:pt x="0" y="336"/>
                  </a:cubicBezTo>
                  <a:lnTo>
                    <a:pt x="56" y="392"/>
                  </a:lnTo>
                  <a:lnTo>
                    <a:pt x="112" y="392"/>
                  </a:lnTo>
                  <a:cubicBezTo>
                    <a:pt x="168" y="392"/>
                    <a:pt x="196" y="364"/>
                    <a:pt x="224" y="336"/>
                  </a:cubicBezTo>
                  <a:lnTo>
                    <a:pt x="196" y="280"/>
                  </a:lnTo>
                  <a:cubicBezTo>
                    <a:pt x="196" y="196"/>
                    <a:pt x="224" y="85"/>
                    <a:pt x="279" y="29"/>
                  </a:cubicBezTo>
                  <a:lnTo>
                    <a:pt x="279" y="1"/>
                  </a:ln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2130;p36">
              <a:extLst>
                <a:ext uri="{FF2B5EF4-FFF2-40B4-BE49-F238E27FC236}">
                  <a16:creationId xmlns:a16="http://schemas.microsoft.com/office/drawing/2014/main" id="{80CC601A-94FD-F8F4-45C0-4EBC67058648}"/>
                </a:ext>
              </a:extLst>
            </p:cNvPr>
            <p:cNvSpPr/>
            <p:nvPr/>
          </p:nvSpPr>
          <p:spPr>
            <a:xfrm>
              <a:off x="6842232" y="2734658"/>
              <a:ext cx="26095" cy="23293"/>
            </a:xfrm>
            <a:custGeom>
              <a:avLst/>
              <a:gdLst/>
              <a:ahLst/>
              <a:cxnLst/>
              <a:rect l="l" t="t" r="r" b="b"/>
              <a:pathLst>
                <a:path w="419" h="374" extrusionOk="0">
                  <a:moveTo>
                    <a:pt x="318" y="0"/>
                  </a:moveTo>
                  <a:cubicBezTo>
                    <a:pt x="307" y="0"/>
                    <a:pt x="294" y="4"/>
                    <a:pt x="279" y="11"/>
                  </a:cubicBezTo>
                  <a:cubicBezTo>
                    <a:pt x="223" y="11"/>
                    <a:pt x="195" y="67"/>
                    <a:pt x="223" y="123"/>
                  </a:cubicBezTo>
                  <a:lnTo>
                    <a:pt x="195" y="151"/>
                  </a:lnTo>
                  <a:lnTo>
                    <a:pt x="112" y="206"/>
                  </a:lnTo>
                  <a:cubicBezTo>
                    <a:pt x="56" y="206"/>
                    <a:pt x="28" y="234"/>
                    <a:pt x="0" y="290"/>
                  </a:cubicBezTo>
                  <a:lnTo>
                    <a:pt x="84" y="374"/>
                  </a:lnTo>
                  <a:cubicBezTo>
                    <a:pt x="195" y="374"/>
                    <a:pt x="279" y="346"/>
                    <a:pt x="335" y="262"/>
                  </a:cubicBezTo>
                  <a:cubicBezTo>
                    <a:pt x="391" y="206"/>
                    <a:pt x="419" y="151"/>
                    <a:pt x="391" y="67"/>
                  </a:cubicBezTo>
                  <a:cubicBezTo>
                    <a:pt x="370" y="26"/>
                    <a:pt x="350" y="0"/>
                    <a:pt x="318" y="0"/>
                  </a:cubicBezTo>
                  <a:close/>
                </a:path>
              </a:pathLst>
            </a:custGeom>
            <a:solidFill>
              <a:srgbClr val="6635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2131;p36">
              <a:extLst>
                <a:ext uri="{FF2B5EF4-FFF2-40B4-BE49-F238E27FC236}">
                  <a16:creationId xmlns:a16="http://schemas.microsoft.com/office/drawing/2014/main" id="{9B665E29-837F-07C4-AF31-69C0854EB3AC}"/>
                </a:ext>
              </a:extLst>
            </p:cNvPr>
            <p:cNvSpPr/>
            <p:nvPr/>
          </p:nvSpPr>
          <p:spPr>
            <a:xfrm>
              <a:off x="6842232" y="2735343"/>
              <a:ext cx="22608" cy="22608"/>
            </a:xfrm>
            <a:custGeom>
              <a:avLst/>
              <a:gdLst/>
              <a:ahLst/>
              <a:cxnLst/>
              <a:rect l="l" t="t" r="r" b="b"/>
              <a:pathLst>
                <a:path w="363" h="363" extrusionOk="0">
                  <a:moveTo>
                    <a:pt x="279" y="0"/>
                  </a:moveTo>
                  <a:cubicBezTo>
                    <a:pt x="223" y="0"/>
                    <a:pt x="195" y="56"/>
                    <a:pt x="223" y="112"/>
                  </a:cubicBezTo>
                  <a:lnTo>
                    <a:pt x="195" y="140"/>
                  </a:lnTo>
                  <a:lnTo>
                    <a:pt x="112" y="195"/>
                  </a:lnTo>
                  <a:cubicBezTo>
                    <a:pt x="56" y="195"/>
                    <a:pt x="28" y="223"/>
                    <a:pt x="0" y="279"/>
                  </a:cubicBezTo>
                  <a:lnTo>
                    <a:pt x="84" y="363"/>
                  </a:lnTo>
                  <a:lnTo>
                    <a:pt x="223" y="363"/>
                  </a:lnTo>
                  <a:lnTo>
                    <a:pt x="195" y="335"/>
                  </a:lnTo>
                  <a:lnTo>
                    <a:pt x="223" y="251"/>
                  </a:lnTo>
                  <a:lnTo>
                    <a:pt x="279" y="168"/>
                  </a:lnTo>
                  <a:lnTo>
                    <a:pt x="279" y="140"/>
                  </a:lnTo>
                  <a:cubicBezTo>
                    <a:pt x="279" y="84"/>
                    <a:pt x="307" y="28"/>
                    <a:pt x="363" y="28"/>
                  </a:cubicBezTo>
                  <a:lnTo>
                    <a:pt x="279" y="0"/>
                  </a:ln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2132;p36">
              <a:extLst>
                <a:ext uri="{FF2B5EF4-FFF2-40B4-BE49-F238E27FC236}">
                  <a16:creationId xmlns:a16="http://schemas.microsoft.com/office/drawing/2014/main" id="{FEDB42C8-6086-DEDA-C611-D55B6A5797D0}"/>
                </a:ext>
              </a:extLst>
            </p:cNvPr>
            <p:cNvSpPr/>
            <p:nvPr/>
          </p:nvSpPr>
          <p:spPr>
            <a:xfrm>
              <a:off x="6830025" y="2745744"/>
              <a:ext cx="38302" cy="33071"/>
            </a:xfrm>
            <a:custGeom>
              <a:avLst/>
              <a:gdLst/>
              <a:ahLst/>
              <a:cxnLst/>
              <a:rect l="l" t="t" r="r" b="b"/>
              <a:pathLst>
                <a:path w="615" h="531" extrusionOk="0">
                  <a:moveTo>
                    <a:pt x="280" y="1"/>
                  </a:moveTo>
                  <a:cubicBezTo>
                    <a:pt x="224" y="28"/>
                    <a:pt x="84" y="168"/>
                    <a:pt x="57" y="224"/>
                  </a:cubicBezTo>
                  <a:cubicBezTo>
                    <a:pt x="1" y="307"/>
                    <a:pt x="168" y="531"/>
                    <a:pt x="363" y="531"/>
                  </a:cubicBezTo>
                  <a:cubicBezTo>
                    <a:pt x="531" y="531"/>
                    <a:pt x="615" y="335"/>
                    <a:pt x="615" y="252"/>
                  </a:cubicBezTo>
                  <a:lnTo>
                    <a:pt x="615" y="252"/>
                  </a:lnTo>
                  <a:cubicBezTo>
                    <a:pt x="602" y="254"/>
                    <a:pt x="590" y="255"/>
                    <a:pt x="577" y="255"/>
                  </a:cubicBezTo>
                  <a:cubicBezTo>
                    <a:pt x="443" y="255"/>
                    <a:pt x="280" y="128"/>
                    <a:pt x="280" y="1"/>
                  </a:cubicBezTo>
                  <a:close/>
                </a:path>
              </a:pathLst>
            </a:custGeom>
            <a:solidFill>
              <a:srgbClr val="602B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2133;p36">
              <a:extLst>
                <a:ext uri="{FF2B5EF4-FFF2-40B4-BE49-F238E27FC236}">
                  <a16:creationId xmlns:a16="http://schemas.microsoft.com/office/drawing/2014/main" id="{1EC40CC4-53E5-2108-5D9B-65E3758016F0}"/>
                </a:ext>
              </a:extLst>
            </p:cNvPr>
            <p:cNvSpPr/>
            <p:nvPr/>
          </p:nvSpPr>
          <p:spPr>
            <a:xfrm>
              <a:off x="6852633" y="2773522"/>
              <a:ext cx="10463" cy="5294"/>
            </a:xfrm>
            <a:custGeom>
              <a:avLst/>
              <a:gdLst/>
              <a:ahLst/>
              <a:cxnLst/>
              <a:rect l="l" t="t" r="r" b="b"/>
              <a:pathLst>
                <a:path w="168" h="85" extrusionOk="0">
                  <a:moveTo>
                    <a:pt x="0" y="85"/>
                  </a:moveTo>
                  <a:lnTo>
                    <a:pt x="0" y="85"/>
                  </a:lnTo>
                  <a:cubicBezTo>
                    <a:pt x="84" y="85"/>
                    <a:pt x="140" y="57"/>
                    <a:pt x="168" y="1"/>
                  </a:cubicBezTo>
                  <a:lnTo>
                    <a:pt x="168" y="1"/>
                  </a:lnTo>
                  <a:cubicBezTo>
                    <a:pt x="140" y="57"/>
                    <a:pt x="84" y="85"/>
                    <a:pt x="0" y="85"/>
                  </a:cubicBezTo>
                  <a:close/>
                </a:path>
              </a:pathLst>
            </a:custGeom>
            <a:solidFill>
              <a:srgbClr val="AE71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2134;p36">
              <a:extLst>
                <a:ext uri="{FF2B5EF4-FFF2-40B4-BE49-F238E27FC236}">
                  <a16:creationId xmlns:a16="http://schemas.microsoft.com/office/drawing/2014/main" id="{DD56F334-4D95-3C82-E467-B4807BB372D9}"/>
                </a:ext>
              </a:extLst>
            </p:cNvPr>
            <p:cNvSpPr/>
            <p:nvPr/>
          </p:nvSpPr>
          <p:spPr>
            <a:xfrm>
              <a:off x="6847401" y="2745744"/>
              <a:ext cx="1806" cy="1806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29" y="28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9" y="28"/>
                  </a:lnTo>
                  <a:close/>
                </a:path>
              </a:pathLst>
            </a:custGeom>
            <a:solidFill>
              <a:srgbClr val="B187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2135;p36">
              <a:extLst>
                <a:ext uri="{FF2B5EF4-FFF2-40B4-BE49-F238E27FC236}">
                  <a16:creationId xmlns:a16="http://schemas.microsoft.com/office/drawing/2014/main" id="{C0E1F8B0-A17F-527D-650F-1D0BC4CBFB71}"/>
                </a:ext>
              </a:extLst>
            </p:cNvPr>
            <p:cNvSpPr/>
            <p:nvPr/>
          </p:nvSpPr>
          <p:spPr>
            <a:xfrm>
              <a:off x="6849145" y="2747488"/>
              <a:ext cx="62" cy="5294"/>
            </a:xfrm>
            <a:custGeom>
              <a:avLst/>
              <a:gdLst/>
              <a:ahLst/>
              <a:cxnLst/>
              <a:rect l="l" t="t" r="r" b="b"/>
              <a:pathLst>
                <a:path w="1" h="85" extrusionOk="0">
                  <a:moveTo>
                    <a:pt x="1" y="84"/>
                  </a:moveTo>
                  <a:cubicBezTo>
                    <a:pt x="1" y="56"/>
                    <a:pt x="1" y="28"/>
                    <a:pt x="1" y="28"/>
                  </a:cubicBez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84"/>
                  </a:lnTo>
                  <a:cubicBezTo>
                    <a:pt x="1" y="84"/>
                    <a:pt x="1" y="84"/>
                    <a:pt x="1" y="84"/>
                  </a:cubicBezTo>
                </a:path>
              </a:pathLst>
            </a:custGeom>
            <a:solidFill>
              <a:srgbClr val="4018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2136;p36">
              <a:extLst>
                <a:ext uri="{FF2B5EF4-FFF2-40B4-BE49-F238E27FC236}">
                  <a16:creationId xmlns:a16="http://schemas.microsoft.com/office/drawing/2014/main" id="{BC93B606-CD2A-EEB3-A0D4-2A17582103F1}"/>
                </a:ext>
              </a:extLst>
            </p:cNvPr>
            <p:cNvSpPr/>
            <p:nvPr/>
          </p:nvSpPr>
          <p:spPr>
            <a:xfrm>
              <a:off x="6838744" y="2749232"/>
              <a:ext cx="24351" cy="29583"/>
            </a:xfrm>
            <a:custGeom>
              <a:avLst/>
              <a:gdLst/>
              <a:ahLst/>
              <a:cxnLst/>
              <a:rect l="l" t="t" r="r" b="b"/>
              <a:pathLst>
                <a:path w="391" h="475" extrusionOk="0">
                  <a:moveTo>
                    <a:pt x="168" y="0"/>
                  </a:moveTo>
                  <a:cubicBezTo>
                    <a:pt x="28" y="28"/>
                    <a:pt x="0" y="168"/>
                    <a:pt x="56" y="307"/>
                  </a:cubicBezTo>
                  <a:cubicBezTo>
                    <a:pt x="112" y="363"/>
                    <a:pt x="140" y="391"/>
                    <a:pt x="196" y="419"/>
                  </a:cubicBezTo>
                  <a:cubicBezTo>
                    <a:pt x="223" y="419"/>
                    <a:pt x="251" y="447"/>
                    <a:pt x="307" y="447"/>
                  </a:cubicBezTo>
                  <a:lnTo>
                    <a:pt x="335" y="447"/>
                  </a:lnTo>
                  <a:lnTo>
                    <a:pt x="223" y="475"/>
                  </a:lnTo>
                  <a:cubicBezTo>
                    <a:pt x="307" y="475"/>
                    <a:pt x="363" y="447"/>
                    <a:pt x="391" y="391"/>
                  </a:cubicBezTo>
                  <a:cubicBezTo>
                    <a:pt x="251" y="391"/>
                    <a:pt x="112" y="279"/>
                    <a:pt x="112" y="168"/>
                  </a:cubicBezTo>
                  <a:cubicBezTo>
                    <a:pt x="112" y="84"/>
                    <a:pt x="140" y="56"/>
                    <a:pt x="168" y="56"/>
                  </a:cubicBezTo>
                  <a:cubicBezTo>
                    <a:pt x="168" y="28"/>
                    <a:pt x="168" y="0"/>
                    <a:pt x="168" y="0"/>
                  </a:cubicBezTo>
                  <a:close/>
                </a:path>
              </a:pathLst>
            </a:custGeom>
            <a:solidFill>
              <a:srgbClr val="5424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2137;p36">
              <a:extLst>
                <a:ext uri="{FF2B5EF4-FFF2-40B4-BE49-F238E27FC236}">
                  <a16:creationId xmlns:a16="http://schemas.microsoft.com/office/drawing/2014/main" id="{08C13575-82A9-2EB4-5F25-5C305E9922BB}"/>
                </a:ext>
              </a:extLst>
            </p:cNvPr>
            <p:cNvSpPr/>
            <p:nvPr/>
          </p:nvSpPr>
          <p:spPr>
            <a:xfrm>
              <a:off x="6847401" y="2745744"/>
              <a:ext cx="1806" cy="1806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1" y="1"/>
                  </a:moveTo>
                  <a:cubicBezTo>
                    <a:pt x="1" y="28"/>
                    <a:pt x="1" y="28"/>
                    <a:pt x="1" y="28"/>
                  </a:cubicBezTo>
                  <a:lnTo>
                    <a:pt x="29" y="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35A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2138;p36">
              <a:extLst>
                <a:ext uri="{FF2B5EF4-FFF2-40B4-BE49-F238E27FC236}">
                  <a16:creationId xmlns:a16="http://schemas.microsoft.com/office/drawing/2014/main" id="{AE00933F-6390-EFEC-7935-4A1712C0DF92}"/>
                </a:ext>
              </a:extLst>
            </p:cNvPr>
            <p:cNvSpPr/>
            <p:nvPr/>
          </p:nvSpPr>
          <p:spPr>
            <a:xfrm>
              <a:off x="6847401" y="2747488"/>
              <a:ext cx="1806" cy="1806"/>
            </a:xfrm>
            <a:custGeom>
              <a:avLst/>
              <a:gdLst/>
              <a:ahLst/>
              <a:cxnLst/>
              <a:rect l="l" t="t" r="r" b="b"/>
              <a:pathLst>
                <a:path w="29" h="29" extrusionOk="0">
                  <a:moveTo>
                    <a:pt x="1" y="0"/>
                  </a:moveTo>
                  <a:cubicBezTo>
                    <a:pt x="1" y="0"/>
                    <a:pt x="29" y="0"/>
                    <a:pt x="29" y="28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rgbClr val="4119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2139;p36">
              <a:extLst>
                <a:ext uri="{FF2B5EF4-FFF2-40B4-BE49-F238E27FC236}">
                  <a16:creationId xmlns:a16="http://schemas.microsoft.com/office/drawing/2014/main" id="{5B016CE8-8B11-F223-1413-89DB4A6224E5}"/>
                </a:ext>
              </a:extLst>
            </p:cNvPr>
            <p:cNvSpPr/>
            <p:nvPr/>
          </p:nvSpPr>
          <p:spPr>
            <a:xfrm>
              <a:off x="6833512" y="2745744"/>
              <a:ext cx="26158" cy="33071"/>
            </a:xfrm>
            <a:custGeom>
              <a:avLst/>
              <a:gdLst/>
              <a:ahLst/>
              <a:cxnLst/>
              <a:rect l="l" t="t" r="r" b="b"/>
              <a:pathLst>
                <a:path w="420" h="531" extrusionOk="0">
                  <a:moveTo>
                    <a:pt x="224" y="1"/>
                  </a:moveTo>
                  <a:cubicBezTo>
                    <a:pt x="168" y="28"/>
                    <a:pt x="28" y="168"/>
                    <a:pt x="1" y="224"/>
                  </a:cubicBezTo>
                  <a:cubicBezTo>
                    <a:pt x="1" y="224"/>
                    <a:pt x="1" y="224"/>
                    <a:pt x="1" y="252"/>
                  </a:cubicBezTo>
                  <a:cubicBezTo>
                    <a:pt x="1" y="280"/>
                    <a:pt x="28" y="363"/>
                    <a:pt x="56" y="391"/>
                  </a:cubicBezTo>
                  <a:cubicBezTo>
                    <a:pt x="112" y="447"/>
                    <a:pt x="140" y="475"/>
                    <a:pt x="196" y="503"/>
                  </a:cubicBezTo>
                  <a:cubicBezTo>
                    <a:pt x="252" y="531"/>
                    <a:pt x="280" y="531"/>
                    <a:pt x="307" y="531"/>
                  </a:cubicBezTo>
                  <a:lnTo>
                    <a:pt x="419" y="503"/>
                  </a:lnTo>
                  <a:lnTo>
                    <a:pt x="391" y="503"/>
                  </a:lnTo>
                  <a:cubicBezTo>
                    <a:pt x="335" y="503"/>
                    <a:pt x="307" y="475"/>
                    <a:pt x="280" y="475"/>
                  </a:cubicBezTo>
                  <a:cubicBezTo>
                    <a:pt x="224" y="447"/>
                    <a:pt x="196" y="419"/>
                    <a:pt x="140" y="363"/>
                  </a:cubicBezTo>
                  <a:cubicBezTo>
                    <a:pt x="84" y="224"/>
                    <a:pt x="112" y="84"/>
                    <a:pt x="252" y="56"/>
                  </a:cubicBezTo>
                  <a:cubicBezTo>
                    <a:pt x="252" y="28"/>
                    <a:pt x="224" y="28"/>
                    <a:pt x="224" y="28"/>
                  </a:cubicBezTo>
                  <a:cubicBezTo>
                    <a:pt x="224" y="28"/>
                    <a:pt x="224" y="28"/>
                    <a:pt x="224" y="1"/>
                  </a:cubicBezTo>
                  <a:close/>
                </a:path>
              </a:pathLst>
            </a:custGeom>
            <a:solidFill>
              <a:srgbClr val="4D20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2140;p36">
              <a:extLst>
                <a:ext uri="{FF2B5EF4-FFF2-40B4-BE49-F238E27FC236}">
                  <a16:creationId xmlns:a16="http://schemas.microsoft.com/office/drawing/2014/main" id="{FE2070A4-8B10-0E8B-1CA2-6E6EB75DF955}"/>
                </a:ext>
              </a:extLst>
            </p:cNvPr>
            <p:cNvSpPr/>
            <p:nvPr/>
          </p:nvSpPr>
          <p:spPr>
            <a:xfrm>
              <a:off x="6842232" y="2758948"/>
              <a:ext cx="19120" cy="15321"/>
            </a:xfrm>
            <a:custGeom>
              <a:avLst/>
              <a:gdLst/>
              <a:ahLst/>
              <a:cxnLst/>
              <a:rect l="l" t="t" r="r" b="b"/>
              <a:pathLst>
                <a:path w="307" h="246" extrusionOk="0">
                  <a:moveTo>
                    <a:pt x="130" y="1"/>
                  </a:moveTo>
                  <a:cubicBezTo>
                    <a:pt x="73" y="1"/>
                    <a:pt x="28" y="27"/>
                    <a:pt x="28" y="68"/>
                  </a:cubicBezTo>
                  <a:cubicBezTo>
                    <a:pt x="0" y="123"/>
                    <a:pt x="28" y="207"/>
                    <a:pt x="112" y="235"/>
                  </a:cubicBezTo>
                  <a:cubicBezTo>
                    <a:pt x="133" y="242"/>
                    <a:pt x="154" y="245"/>
                    <a:pt x="173" y="245"/>
                  </a:cubicBezTo>
                  <a:cubicBezTo>
                    <a:pt x="232" y="245"/>
                    <a:pt x="279" y="214"/>
                    <a:pt x="279" y="151"/>
                  </a:cubicBezTo>
                  <a:cubicBezTo>
                    <a:pt x="307" y="95"/>
                    <a:pt x="279" y="40"/>
                    <a:pt x="195" y="12"/>
                  </a:cubicBezTo>
                  <a:cubicBezTo>
                    <a:pt x="173" y="4"/>
                    <a:pt x="151" y="1"/>
                    <a:pt x="130" y="1"/>
                  </a:cubicBezTo>
                  <a:close/>
                </a:path>
              </a:pathLst>
            </a:custGeom>
            <a:solidFill>
              <a:srgbClr val="4DBA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2141;p36">
              <a:extLst>
                <a:ext uri="{FF2B5EF4-FFF2-40B4-BE49-F238E27FC236}">
                  <a16:creationId xmlns:a16="http://schemas.microsoft.com/office/drawing/2014/main" id="{972262F7-7E6B-D931-5C09-89699B2C2DE8}"/>
                </a:ext>
              </a:extLst>
            </p:cNvPr>
            <p:cNvSpPr/>
            <p:nvPr/>
          </p:nvSpPr>
          <p:spPr>
            <a:xfrm>
              <a:off x="6842232" y="2759633"/>
              <a:ext cx="17438" cy="14636"/>
            </a:xfrm>
            <a:custGeom>
              <a:avLst/>
              <a:gdLst/>
              <a:ahLst/>
              <a:cxnLst/>
              <a:rect l="l" t="t" r="r" b="b"/>
              <a:pathLst>
                <a:path w="280" h="235" extrusionOk="0">
                  <a:moveTo>
                    <a:pt x="84" y="1"/>
                  </a:moveTo>
                  <a:lnTo>
                    <a:pt x="87" y="17"/>
                  </a:lnTo>
                  <a:lnTo>
                    <a:pt x="112" y="1"/>
                  </a:lnTo>
                  <a:close/>
                  <a:moveTo>
                    <a:pt x="87" y="17"/>
                  </a:moveTo>
                  <a:lnTo>
                    <a:pt x="28" y="57"/>
                  </a:lnTo>
                  <a:cubicBezTo>
                    <a:pt x="0" y="112"/>
                    <a:pt x="28" y="196"/>
                    <a:pt x="112" y="224"/>
                  </a:cubicBezTo>
                  <a:cubicBezTo>
                    <a:pt x="134" y="231"/>
                    <a:pt x="155" y="235"/>
                    <a:pt x="173" y="235"/>
                  </a:cubicBezTo>
                  <a:cubicBezTo>
                    <a:pt x="223" y="235"/>
                    <a:pt x="259" y="209"/>
                    <a:pt x="279" y="168"/>
                  </a:cubicBezTo>
                  <a:lnTo>
                    <a:pt x="279" y="168"/>
                  </a:lnTo>
                  <a:cubicBezTo>
                    <a:pt x="271" y="176"/>
                    <a:pt x="256" y="180"/>
                    <a:pt x="237" y="180"/>
                  </a:cubicBezTo>
                  <a:cubicBezTo>
                    <a:pt x="193" y="180"/>
                    <a:pt x="131" y="160"/>
                    <a:pt x="112" y="140"/>
                  </a:cubicBezTo>
                  <a:lnTo>
                    <a:pt x="87" y="17"/>
                  </a:lnTo>
                  <a:close/>
                </a:path>
              </a:pathLst>
            </a:custGeom>
            <a:solidFill>
              <a:srgbClr val="3F82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2142;p36">
              <a:extLst>
                <a:ext uri="{FF2B5EF4-FFF2-40B4-BE49-F238E27FC236}">
                  <a16:creationId xmlns:a16="http://schemas.microsoft.com/office/drawing/2014/main" id="{99D6B5F1-580D-F8A7-0CE0-1B73EF78279E}"/>
                </a:ext>
              </a:extLst>
            </p:cNvPr>
            <p:cNvSpPr/>
            <p:nvPr/>
          </p:nvSpPr>
          <p:spPr>
            <a:xfrm>
              <a:off x="6727511" y="2488276"/>
              <a:ext cx="264192" cy="224769"/>
            </a:xfrm>
            <a:custGeom>
              <a:avLst/>
              <a:gdLst/>
              <a:ahLst/>
              <a:cxnLst/>
              <a:rect l="l" t="t" r="r" b="b"/>
              <a:pathLst>
                <a:path w="4242" h="3609" extrusionOk="0">
                  <a:moveTo>
                    <a:pt x="2143" y="0"/>
                  </a:moveTo>
                  <a:cubicBezTo>
                    <a:pt x="1224" y="0"/>
                    <a:pt x="285" y="475"/>
                    <a:pt x="1" y="1345"/>
                  </a:cubicBezTo>
                  <a:cubicBezTo>
                    <a:pt x="196" y="1596"/>
                    <a:pt x="447" y="1624"/>
                    <a:pt x="642" y="1763"/>
                  </a:cubicBezTo>
                  <a:cubicBezTo>
                    <a:pt x="921" y="1958"/>
                    <a:pt x="1200" y="2154"/>
                    <a:pt x="1424" y="2433"/>
                  </a:cubicBezTo>
                  <a:cubicBezTo>
                    <a:pt x="1606" y="2661"/>
                    <a:pt x="1807" y="2888"/>
                    <a:pt x="2087" y="2888"/>
                  </a:cubicBezTo>
                  <a:cubicBezTo>
                    <a:pt x="2150" y="2888"/>
                    <a:pt x="2217" y="2877"/>
                    <a:pt x="2288" y="2851"/>
                  </a:cubicBezTo>
                  <a:cubicBezTo>
                    <a:pt x="2517" y="2770"/>
                    <a:pt x="2669" y="2678"/>
                    <a:pt x="2835" y="2678"/>
                  </a:cubicBezTo>
                  <a:cubicBezTo>
                    <a:pt x="2952" y="2678"/>
                    <a:pt x="3075" y="2724"/>
                    <a:pt x="3237" y="2851"/>
                  </a:cubicBezTo>
                  <a:cubicBezTo>
                    <a:pt x="3432" y="2991"/>
                    <a:pt x="3404" y="3074"/>
                    <a:pt x="3404" y="3270"/>
                  </a:cubicBezTo>
                  <a:cubicBezTo>
                    <a:pt x="3404" y="3379"/>
                    <a:pt x="3404" y="3608"/>
                    <a:pt x="3512" y="3608"/>
                  </a:cubicBezTo>
                  <a:cubicBezTo>
                    <a:pt x="3542" y="3608"/>
                    <a:pt x="3579" y="3591"/>
                    <a:pt x="3628" y="3549"/>
                  </a:cubicBezTo>
                  <a:lnTo>
                    <a:pt x="3628" y="3549"/>
                  </a:lnTo>
                  <a:lnTo>
                    <a:pt x="3600" y="3577"/>
                  </a:lnTo>
                  <a:cubicBezTo>
                    <a:pt x="4046" y="3186"/>
                    <a:pt x="4241" y="2489"/>
                    <a:pt x="4241" y="1903"/>
                  </a:cubicBezTo>
                  <a:cubicBezTo>
                    <a:pt x="4214" y="1317"/>
                    <a:pt x="4046" y="898"/>
                    <a:pt x="3572" y="480"/>
                  </a:cubicBezTo>
                  <a:cubicBezTo>
                    <a:pt x="3186" y="155"/>
                    <a:pt x="2668" y="0"/>
                    <a:pt x="2143" y="0"/>
                  </a:cubicBezTo>
                  <a:close/>
                </a:path>
              </a:pathLst>
            </a:custGeom>
            <a:solidFill>
              <a:srgbClr val="7C44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2143;p36">
              <a:extLst>
                <a:ext uri="{FF2B5EF4-FFF2-40B4-BE49-F238E27FC236}">
                  <a16:creationId xmlns:a16="http://schemas.microsoft.com/office/drawing/2014/main" id="{1D5ECC98-F528-3588-163F-0F1A6BBA9A7F}"/>
                </a:ext>
              </a:extLst>
            </p:cNvPr>
            <p:cNvSpPr/>
            <p:nvPr/>
          </p:nvSpPr>
          <p:spPr>
            <a:xfrm>
              <a:off x="6784871" y="2535484"/>
              <a:ext cx="182480" cy="111294"/>
            </a:xfrm>
            <a:custGeom>
              <a:avLst/>
              <a:gdLst/>
              <a:ahLst/>
              <a:cxnLst/>
              <a:rect l="l" t="t" r="r" b="b"/>
              <a:pathLst>
                <a:path w="2930" h="1787" extrusionOk="0">
                  <a:moveTo>
                    <a:pt x="1870" y="1"/>
                  </a:moveTo>
                  <a:cubicBezTo>
                    <a:pt x="1507" y="1"/>
                    <a:pt x="1228" y="112"/>
                    <a:pt x="1061" y="168"/>
                  </a:cubicBezTo>
                  <a:cubicBezTo>
                    <a:pt x="809" y="308"/>
                    <a:pt x="307" y="642"/>
                    <a:pt x="0" y="1089"/>
                  </a:cubicBezTo>
                  <a:cubicBezTo>
                    <a:pt x="252" y="1173"/>
                    <a:pt x="503" y="1284"/>
                    <a:pt x="670" y="1368"/>
                  </a:cubicBezTo>
                  <a:cubicBezTo>
                    <a:pt x="782" y="1452"/>
                    <a:pt x="837" y="1507"/>
                    <a:pt x="782" y="1563"/>
                  </a:cubicBezTo>
                  <a:cubicBezTo>
                    <a:pt x="754" y="1591"/>
                    <a:pt x="726" y="1591"/>
                    <a:pt x="698" y="1619"/>
                  </a:cubicBezTo>
                  <a:cubicBezTo>
                    <a:pt x="726" y="1619"/>
                    <a:pt x="726" y="1619"/>
                    <a:pt x="754" y="1647"/>
                  </a:cubicBezTo>
                  <a:cubicBezTo>
                    <a:pt x="893" y="1703"/>
                    <a:pt x="1033" y="1758"/>
                    <a:pt x="1172" y="1786"/>
                  </a:cubicBezTo>
                  <a:lnTo>
                    <a:pt x="1228" y="1786"/>
                  </a:lnTo>
                  <a:cubicBezTo>
                    <a:pt x="1340" y="1786"/>
                    <a:pt x="1479" y="1731"/>
                    <a:pt x="1619" y="1703"/>
                  </a:cubicBezTo>
                  <a:cubicBezTo>
                    <a:pt x="1758" y="1647"/>
                    <a:pt x="1870" y="1619"/>
                    <a:pt x="2009" y="1619"/>
                  </a:cubicBezTo>
                  <a:lnTo>
                    <a:pt x="2121" y="1619"/>
                  </a:lnTo>
                  <a:cubicBezTo>
                    <a:pt x="2260" y="1647"/>
                    <a:pt x="2372" y="1731"/>
                    <a:pt x="2456" y="1786"/>
                  </a:cubicBezTo>
                  <a:cubicBezTo>
                    <a:pt x="2623" y="1731"/>
                    <a:pt x="2762" y="1591"/>
                    <a:pt x="2818" y="1424"/>
                  </a:cubicBezTo>
                  <a:cubicBezTo>
                    <a:pt x="2930" y="1145"/>
                    <a:pt x="2874" y="810"/>
                    <a:pt x="2818" y="531"/>
                  </a:cubicBezTo>
                  <a:cubicBezTo>
                    <a:pt x="2790" y="447"/>
                    <a:pt x="2762" y="336"/>
                    <a:pt x="2707" y="224"/>
                  </a:cubicBezTo>
                  <a:cubicBezTo>
                    <a:pt x="2651" y="168"/>
                    <a:pt x="2567" y="112"/>
                    <a:pt x="2483" y="84"/>
                  </a:cubicBezTo>
                  <a:cubicBezTo>
                    <a:pt x="2260" y="29"/>
                    <a:pt x="2037" y="1"/>
                    <a:pt x="1870" y="1"/>
                  </a:cubicBezTo>
                  <a:close/>
                </a:path>
              </a:pathLst>
            </a:custGeom>
            <a:solidFill>
              <a:srgbClr val="5A2A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2144;p36">
              <a:extLst>
                <a:ext uri="{FF2B5EF4-FFF2-40B4-BE49-F238E27FC236}">
                  <a16:creationId xmlns:a16="http://schemas.microsoft.com/office/drawing/2014/main" id="{2E7B5CC6-6BE4-B018-717C-CEF5DE7EE9A2}"/>
                </a:ext>
              </a:extLst>
            </p:cNvPr>
            <p:cNvSpPr/>
            <p:nvPr/>
          </p:nvSpPr>
          <p:spPr>
            <a:xfrm>
              <a:off x="6944745" y="2514683"/>
              <a:ext cx="48703" cy="199857"/>
            </a:xfrm>
            <a:custGeom>
              <a:avLst/>
              <a:gdLst/>
              <a:ahLst/>
              <a:cxnLst/>
              <a:rect l="l" t="t" r="r" b="b"/>
              <a:pathLst>
                <a:path w="782" h="3209" extrusionOk="0">
                  <a:moveTo>
                    <a:pt x="1" y="1"/>
                  </a:moveTo>
                  <a:lnTo>
                    <a:pt x="1" y="1"/>
                  </a:lnTo>
                  <a:cubicBezTo>
                    <a:pt x="29" y="28"/>
                    <a:pt x="56" y="56"/>
                    <a:pt x="84" y="84"/>
                  </a:cubicBezTo>
                  <a:cubicBezTo>
                    <a:pt x="84" y="84"/>
                    <a:pt x="84" y="56"/>
                    <a:pt x="84" y="56"/>
                  </a:cubicBezTo>
                  <a:cubicBezTo>
                    <a:pt x="56" y="56"/>
                    <a:pt x="29" y="28"/>
                    <a:pt x="1" y="1"/>
                  </a:cubicBezTo>
                  <a:close/>
                  <a:moveTo>
                    <a:pt x="97" y="94"/>
                  </a:moveTo>
                  <a:lnTo>
                    <a:pt x="97" y="94"/>
                  </a:lnTo>
                  <a:cubicBezTo>
                    <a:pt x="561" y="482"/>
                    <a:pt x="726" y="898"/>
                    <a:pt x="753" y="1507"/>
                  </a:cubicBezTo>
                  <a:cubicBezTo>
                    <a:pt x="753" y="1497"/>
                    <a:pt x="753" y="1488"/>
                    <a:pt x="753" y="1479"/>
                  </a:cubicBezTo>
                  <a:cubicBezTo>
                    <a:pt x="726" y="898"/>
                    <a:pt x="561" y="482"/>
                    <a:pt x="97" y="94"/>
                  </a:cubicBezTo>
                  <a:close/>
                  <a:moveTo>
                    <a:pt x="753" y="1507"/>
                  </a:moveTo>
                  <a:cubicBezTo>
                    <a:pt x="753" y="1525"/>
                    <a:pt x="753" y="1544"/>
                    <a:pt x="753" y="1562"/>
                  </a:cubicBezTo>
                  <a:cubicBezTo>
                    <a:pt x="753" y="2120"/>
                    <a:pt x="558" y="2762"/>
                    <a:pt x="140" y="3125"/>
                  </a:cubicBezTo>
                  <a:cubicBezTo>
                    <a:pt x="586" y="2762"/>
                    <a:pt x="781" y="2092"/>
                    <a:pt x="753" y="1507"/>
                  </a:cubicBezTo>
                  <a:close/>
                  <a:moveTo>
                    <a:pt x="140" y="3125"/>
                  </a:moveTo>
                  <a:cubicBezTo>
                    <a:pt x="84" y="3153"/>
                    <a:pt x="56" y="3180"/>
                    <a:pt x="28" y="3180"/>
                  </a:cubicBezTo>
                  <a:cubicBezTo>
                    <a:pt x="28" y="3180"/>
                    <a:pt x="28" y="3180"/>
                    <a:pt x="28" y="3208"/>
                  </a:cubicBezTo>
                  <a:cubicBezTo>
                    <a:pt x="56" y="3208"/>
                    <a:pt x="84" y="3180"/>
                    <a:pt x="140" y="3125"/>
                  </a:cubicBezTo>
                  <a:close/>
                </a:path>
              </a:pathLst>
            </a:custGeom>
            <a:solidFill>
              <a:srgbClr val="76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2145;p36">
              <a:extLst>
                <a:ext uri="{FF2B5EF4-FFF2-40B4-BE49-F238E27FC236}">
                  <a16:creationId xmlns:a16="http://schemas.microsoft.com/office/drawing/2014/main" id="{8CC2DE72-B277-FAA8-28EF-2D17B11FE267}"/>
                </a:ext>
              </a:extLst>
            </p:cNvPr>
            <p:cNvSpPr/>
            <p:nvPr/>
          </p:nvSpPr>
          <p:spPr>
            <a:xfrm>
              <a:off x="6946489" y="2712735"/>
              <a:ext cx="62" cy="1806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0" y="28"/>
                  </a:moveTo>
                  <a:lnTo>
                    <a:pt x="0" y="28"/>
                  </a:ln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28"/>
                  </a:cubicBezTo>
                  <a:close/>
                </a:path>
              </a:pathLst>
            </a:custGeom>
            <a:solidFill>
              <a:srgbClr val="4D20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2146;p36">
              <a:extLst>
                <a:ext uri="{FF2B5EF4-FFF2-40B4-BE49-F238E27FC236}">
                  <a16:creationId xmlns:a16="http://schemas.microsoft.com/office/drawing/2014/main" id="{77B4B0B5-72D9-88DC-926F-BEE5368D5F10}"/>
                </a:ext>
              </a:extLst>
            </p:cNvPr>
            <p:cNvSpPr/>
            <p:nvPr/>
          </p:nvSpPr>
          <p:spPr>
            <a:xfrm>
              <a:off x="6943002" y="2712735"/>
              <a:ext cx="3550" cy="1806"/>
            </a:xfrm>
            <a:custGeom>
              <a:avLst/>
              <a:gdLst/>
              <a:ahLst/>
              <a:cxnLst/>
              <a:rect l="l" t="t" r="r" b="b"/>
              <a:pathLst>
                <a:path w="57" h="29" extrusionOk="0">
                  <a:moveTo>
                    <a:pt x="0" y="0"/>
                  </a:moveTo>
                  <a:cubicBezTo>
                    <a:pt x="28" y="0"/>
                    <a:pt x="28" y="0"/>
                    <a:pt x="56" y="28"/>
                  </a:cubicBezTo>
                  <a:cubicBezTo>
                    <a:pt x="56" y="0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5527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2147;p36">
              <a:extLst>
                <a:ext uri="{FF2B5EF4-FFF2-40B4-BE49-F238E27FC236}">
                  <a16:creationId xmlns:a16="http://schemas.microsoft.com/office/drawing/2014/main" id="{8433BFF9-B84B-DF90-66DE-7BA19C96E658}"/>
                </a:ext>
              </a:extLst>
            </p:cNvPr>
            <p:cNvSpPr/>
            <p:nvPr/>
          </p:nvSpPr>
          <p:spPr>
            <a:xfrm>
              <a:off x="6876984" y="2657119"/>
              <a:ext cx="13951" cy="5294"/>
            </a:xfrm>
            <a:custGeom>
              <a:avLst/>
              <a:gdLst/>
              <a:ahLst/>
              <a:cxnLst/>
              <a:rect l="l" t="t" r="r" b="b"/>
              <a:pathLst>
                <a:path w="224" h="85" extrusionOk="0">
                  <a:moveTo>
                    <a:pt x="223" y="1"/>
                  </a:moveTo>
                  <a:cubicBezTo>
                    <a:pt x="167" y="29"/>
                    <a:pt x="84" y="56"/>
                    <a:pt x="0" y="84"/>
                  </a:cubicBezTo>
                  <a:lnTo>
                    <a:pt x="28" y="84"/>
                  </a:lnTo>
                  <a:cubicBezTo>
                    <a:pt x="84" y="56"/>
                    <a:pt x="140" y="29"/>
                    <a:pt x="223" y="29"/>
                  </a:cubicBezTo>
                  <a:cubicBezTo>
                    <a:pt x="223" y="1"/>
                    <a:pt x="223" y="1"/>
                    <a:pt x="223" y="1"/>
                  </a:cubicBezTo>
                  <a:close/>
                </a:path>
              </a:pathLst>
            </a:custGeom>
            <a:solidFill>
              <a:srgbClr val="471F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2148;p36">
              <a:extLst>
                <a:ext uri="{FF2B5EF4-FFF2-40B4-BE49-F238E27FC236}">
                  <a16:creationId xmlns:a16="http://schemas.microsoft.com/office/drawing/2014/main" id="{24E616C1-7D3D-A8CE-33BE-0FED076A3075}"/>
                </a:ext>
              </a:extLst>
            </p:cNvPr>
            <p:cNvSpPr/>
            <p:nvPr/>
          </p:nvSpPr>
          <p:spPr>
            <a:xfrm>
              <a:off x="6856120" y="2653631"/>
              <a:ext cx="66079" cy="15695"/>
            </a:xfrm>
            <a:custGeom>
              <a:avLst/>
              <a:gdLst/>
              <a:ahLst/>
              <a:cxnLst/>
              <a:rect l="l" t="t" r="r" b="b"/>
              <a:pathLst>
                <a:path w="1061" h="252" extrusionOk="0">
                  <a:moveTo>
                    <a:pt x="781" y="1"/>
                  </a:moveTo>
                  <a:cubicBezTo>
                    <a:pt x="698" y="1"/>
                    <a:pt x="642" y="29"/>
                    <a:pt x="558" y="57"/>
                  </a:cubicBezTo>
                  <a:cubicBezTo>
                    <a:pt x="558" y="57"/>
                    <a:pt x="558" y="57"/>
                    <a:pt x="558" y="85"/>
                  </a:cubicBezTo>
                  <a:cubicBezTo>
                    <a:pt x="642" y="29"/>
                    <a:pt x="698" y="29"/>
                    <a:pt x="781" y="29"/>
                  </a:cubicBezTo>
                  <a:cubicBezTo>
                    <a:pt x="865" y="29"/>
                    <a:pt x="949" y="57"/>
                    <a:pt x="1060" y="112"/>
                  </a:cubicBezTo>
                  <a:cubicBezTo>
                    <a:pt x="949" y="29"/>
                    <a:pt x="865" y="1"/>
                    <a:pt x="781" y="1"/>
                  </a:cubicBezTo>
                  <a:close/>
                  <a:moveTo>
                    <a:pt x="335" y="140"/>
                  </a:moveTo>
                  <a:cubicBezTo>
                    <a:pt x="307" y="168"/>
                    <a:pt x="251" y="168"/>
                    <a:pt x="223" y="196"/>
                  </a:cubicBezTo>
                  <a:cubicBezTo>
                    <a:pt x="279" y="196"/>
                    <a:pt x="307" y="168"/>
                    <a:pt x="363" y="140"/>
                  </a:cubicBezTo>
                  <a:close/>
                  <a:moveTo>
                    <a:pt x="223" y="196"/>
                  </a:moveTo>
                  <a:cubicBezTo>
                    <a:pt x="140" y="224"/>
                    <a:pt x="84" y="224"/>
                    <a:pt x="0" y="224"/>
                  </a:cubicBezTo>
                  <a:cubicBezTo>
                    <a:pt x="0" y="252"/>
                    <a:pt x="0" y="252"/>
                    <a:pt x="0" y="252"/>
                  </a:cubicBezTo>
                  <a:lnTo>
                    <a:pt x="28" y="252"/>
                  </a:lnTo>
                  <a:cubicBezTo>
                    <a:pt x="84" y="252"/>
                    <a:pt x="140" y="224"/>
                    <a:pt x="223" y="196"/>
                  </a:cubicBezTo>
                  <a:close/>
                </a:path>
              </a:pathLst>
            </a:custGeom>
            <a:solidFill>
              <a:srgbClr val="7540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2149;p36">
              <a:extLst>
                <a:ext uri="{FF2B5EF4-FFF2-40B4-BE49-F238E27FC236}">
                  <a16:creationId xmlns:a16="http://schemas.microsoft.com/office/drawing/2014/main" id="{98BE14C9-3C22-931F-2793-2221EF8DD4EE}"/>
                </a:ext>
              </a:extLst>
            </p:cNvPr>
            <p:cNvSpPr/>
            <p:nvPr/>
          </p:nvSpPr>
          <p:spPr>
            <a:xfrm>
              <a:off x="6850889" y="2667582"/>
              <a:ext cx="5294" cy="1744"/>
            </a:xfrm>
            <a:custGeom>
              <a:avLst/>
              <a:gdLst/>
              <a:ahLst/>
              <a:cxnLst/>
              <a:rect l="l" t="t" r="r" b="b"/>
              <a:pathLst>
                <a:path w="85" h="28" extrusionOk="0">
                  <a:moveTo>
                    <a:pt x="1" y="0"/>
                  </a:moveTo>
                  <a:cubicBezTo>
                    <a:pt x="28" y="0"/>
                    <a:pt x="56" y="28"/>
                    <a:pt x="84" y="28"/>
                  </a:cubicBezTo>
                  <a:cubicBezTo>
                    <a:pt x="84" y="28"/>
                    <a:pt x="84" y="28"/>
                    <a:pt x="84" y="0"/>
                  </a:cubicBezTo>
                  <a:close/>
                </a:path>
              </a:pathLst>
            </a:custGeom>
            <a:solidFill>
              <a:srgbClr val="4D20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2150;p36">
              <a:extLst>
                <a:ext uri="{FF2B5EF4-FFF2-40B4-BE49-F238E27FC236}">
                  <a16:creationId xmlns:a16="http://schemas.microsoft.com/office/drawing/2014/main" id="{7F6EFA1C-C6EF-FF25-DA17-2233A8CBEDD3}"/>
                </a:ext>
              </a:extLst>
            </p:cNvPr>
            <p:cNvSpPr/>
            <p:nvPr/>
          </p:nvSpPr>
          <p:spPr>
            <a:xfrm>
              <a:off x="6845657" y="2665838"/>
              <a:ext cx="5294" cy="1806"/>
            </a:xfrm>
            <a:custGeom>
              <a:avLst/>
              <a:gdLst/>
              <a:ahLst/>
              <a:cxnLst/>
              <a:rect l="l" t="t" r="r" b="b"/>
              <a:pathLst>
                <a:path w="85" h="29" extrusionOk="0">
                  <a:moveTo>
                    <a:pt x="85" y="28"/>
                  </a:moveTo>
                  <a:cubicBezTo>
                    <a:pt x="57" y="28"/>
                    <a:pt x="29" y="28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9" y="28"/>
                    <a:pt x="57" y="28"/>
                    <a:pt x="85" y="28"/>
                  </a:cubicBezTo>
                  <a:cubicBezTo>
                    <a:pt x="85" y="28"/>
                    <a:pt x="85" y="28"/>
                    <a:pt x="85" y="28"/>
                  </a:cubicBezTo>
                </a:path>
              </a:pathLst>
            </a:custGeom>
            <a:solidFill>
              <a:srgbClr val="5527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2151;p36">
              <a:extLst>
                <a:ext uri="{FF2B5EF4-FFF2-40B4-BE49-F238E27FC236}">
                  <a16:creationId xmlns:a16="http://schemas.microsoft.com/office/drawing/2014/main" id="{61842691-7827-DD58-531A-3E9DA6CF1ACD}"/>
                </a:ext>
              </a:extLst>
            </p:cNvPr>
            <p:cNvSpPr/>
            <p:nvPr/>
          </p:nvSpPr>
          <p:spPr>
            <a:xfrm>
              <a:off x="6727511" y="2488276"/>
              <a:ext cx="260704" cy="115031"/>
            </a:xfrm>
            <a:custGeom>
              <a:avLst/>
              <a:gdLst/>
              <a:ahLst/>
              <a:cxnLst/>
              <a:rect l="l" t="t" r="r" b="b"/>
              <a:pathLst>
                <a:path w="4186" h="1847" extrusionOk="0">
                  <a:moveTo>
                    <a:pt x="2143" y="0"/>
                  </a:moveTo>
                  <a:cubicBezTo>
                    <a:pt x="1224" y="0"/>
                    <a:pt x="285" y="475"/>
                    <a:pt x="1" y="1345"/>
                  </a:cubicBezTo>
                  <a:cubicBezTo>
                    <a:pt x="196" y="1596"/>
                    <a:pt x="447" y="1624"/>
                    <a:pt x="642" y="1763"/>
                  </a:cubicBezTo>
                  <a:cubicBezTo>
                    <a:pt x="698" y="1791"/>
                    <a:pt x="726" y="1819"/>
                    <a:pt x="782" y="1847"/>
                  </a:cubicBezTo>
                  <a:cubicBezTo>
                    <a:pt x="1117" y="1373"/>
                    <a:pt x="1591" y="1010"/>
                    <a:pt x="2177" y="815"/>
                  </a:cubicBezTo>
                  <a:cubicBezTo>
                    <a:pt x="2354" y="758"/>
                    <a:pt x="2542" y="730"/>
                    <a:pt x="2730" y="730"/>
                  </a:cubicBezTo>
                  <a:cubicBezTo>
                    <a:pt x="3283" y="730"/>
                    <a:pt x="3838" y="970"/>
                    <a:pt x="4130" y="1428"/>
                  </a:cubicBezTo>
                  <a:lnTo>
                    <a:pt x="4186" y="1512"/>
                  </a:lnTo>
                  <a:cubicBezTo>
                    <a:pt x="4102" y="1094"/>
                    <a:pt x="3935" y="787"/>
                    <a:pt x="3572" y="480"/>
                  </a:cubicBezTo>
                  <a:cubicBezTo>
                    <a:pt x="3186" y="155"/>
                    <a:pt x="2668" y="0"/>
                    <a:pt x="2143" y="0"/>
                  </a:cubicBezTo>
                  <a:close/>
                </a:path>
              </a:pathLst>
            </a:custGeom>
            <a:solidFill>
              <a:srgbClr val="8E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2152;p36">
              <a:extLst>
                <a:ext uri="{FF2B5EF4-FFF2-40B4-BE49-F238E27FC236}">
                  <a16:creationId xmlns:a16="http://schemas.microsoft.com/office/drawing/2014/main" id="{C3D84F77-2D1D-035D-0030-BA832F678D3A}"/>
                </a:ext>
              </a:extLst>
            </p:cNvPr>
            <p:cNvSpPr/>
            <p:nvPr/>
          </p:nvSpPr>
          <p:spPr>
            <a:xfrm>
              <a:off x="6772727" y="2528135"/>
              <a:ext cx="173823" cy="80403"/>
            </a:xfrm>
            <a:custGeom>
              <a:avLst/>
              <a:gdLst/>
              <a:ahLst/>
              <a:cxnLst/>
              <a:rect l="l" t="t" r="r" b="b"/>
              <a:pathLst>
                <a:path w="2791" h="1291" extrusionOk="0">
                  <a:moveTo>
                    <a:pt x="1832" y="0"/>
                  </a:moveTo>
                  <a:cubicBezTo>
                    <a:pt x="1590" y="0"/>
                    <a:pt x="1381" y="58"/>
                    <a:pt x="1172" y="175"/>
                  </a:cubicBezTo>
                  <a:cubicBezTo>
                    <a:pt x="921" y="342"/>
                    <a:pt x="670" y="454"/>
                    <a:pt x="474" y="677"/>
                  </a:cubicBezTo>
                  <a:cubicBezTo>
                    <a:pt x="307" y="844"/>
                    <a:pt x="140" y="1012"/>
                    <a:pt x="0" y="1179"/>
                  </a:cubicBezTo>
                  <a:cubicBezTo>
                    <a:pt x="56" y="1207"/>
                    <a:pt x="112" y="1235"/>
                    <a:pt x="140" y="1291"/>
                  </a:cubicBezTo>
                  <a:cubicBezTo>
                    <a:pt x="447" y="816"/>
                    <a:pt x="977" y="426"/>
                    <a:pt x="1256" y="286"/>
                  </a:cubicBezTo>
                  <a:cubicBezTo>
                    <a:pt x="1428" y="217"/>
                    <a:pt x="1695" y="127"/>
                    <a:pt x="2045" y="127"/>
                  </a:cubicBezTo>
                  <a:cubicBezTo>
                    <a:pt x="2263" y="127"/>
                    <a:pt x="2512" y="162"/>
                    <a:pt x="2790" y="258"/>
                  </a:cubicBezTo>
                  <a:cubicBezTo>
                    <a:pt x="2595" y="35"/>
                    <a:pt x="2288" y="7"/>
                    <a:pt x="1981" y="7"/>
                  </a:cubicBezTo>
                  <a:cubicBezTo>
                    <a:pt x="1930" y="3"/>
                    <a:pt x="1880" y="0"/>
                    <a:pt x="1832" y="0"/>
                  </a:cubicBezTo>
                  <a:close/>
                </a:path>
              </a:pathLst>
            </a:custGeom>
            <a:solidFill>
              <a:srgbClr val="7C44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2153;p36">
              <a:extLst>
                <a:ext uri="{FF2B5EF4-FFF2-40B4-BE49-F238E27FC236}">
                  <a16:creationId xmlns:a16="http://schemas.microsoft.com/office/drawing/2014/main" id="{CA9E0AE1-CFCC-A09E-F87B-0A7418F291AC}"/>
                </a:ext>
              </a:extLst>
            </p:cNvPr>
            <p:cNvSpPr/>
            <p:nvPr/>
          </p:nvSpPr>
          <p:spPr>
            <a:xfrm>
              <a:off x="6930795" y="2505963"/>
              <a:ext cx="14013" cy="8719"/>
            </a:xfrm>
            <a:custGeom>
              <a:avLst/>
              <a:gdLst/>
              <a:ahLst/>
              <a:cxnLst/>
              <a:rect l="l" t="t" r="r" b="b"/>
              <a:pathLst>
                <a:path w="225" h="140" extrusionOk="0">
                  <a:moveTo>
                    <a:pt x="1" y="0"/>
                  </a:moveTo>
                  <a:lnTo>
                    <a:pt x="1" y="0"/>
                  </a:lnTo>
                  <a:cubicBezTo>
                    <a:pt x="42" y="28"/>
                    <a:pt x="83" y="48"/>
                    <a:pt x="120" y="69"/>
                  </a:cubicBezTo>
                  <a:lnTo>
                    <a:pt x="120" y="69"/>
                  </a:lnTo>
                  <a:cubicBezTo>
                    <a:pt x="86" y="40"/>
                    <a:pt x="48" y="16"/>
                    <a:pt x="1" y="0"/>
                  </a:cubicBezTo>
                  <a:close/>
                  <a:moveTo>
                    <a:pt x="120" y="69"/>
                  </a:moveTo>
                  <a:cubicBezTo>
                    <a:pt x="147" y="91"/>
                    <a:pt x="172" y="115"/>
                    <a:pt x="196" y="140"/>
                  </a:cubicBezTo>
                  <a:lnTo>
                    <a:pt x="224" y="140"/>
                  </a:lnTo>
                  <a:cubicBezTo>
                    <a:pt x="196" y="111"/>
                    <a:pt x="160" y="90"/>
                    <a:pt x="120" y="69"/>
                  </a:cubicBezTo>
                  <a:close/>
                </a:path>
              </a:pathLst>
            </a:custGeom>
            <a:solidFill>
              <a:srgbClr val="76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2154;p36">
              <a:extLst>
                <a:ext uri="{FF2B5EF4-FFF2-40B4-BE49-F238E27FC236}">
                  <a16:creationId xmlns:a16="http://schemas.microsoft.com/office/drawing/2014/main" id="{D61F643F-2291-9E05-91D9-3B60A0254E72}"/>
                </a:ext>
              </a:extLst>
            </p:cNvPr>
            <p:cNvSpPr/>
            <p:nvPr/>
          </p:nvSpPr>
          <p:spPr>
            <a:xfrm>
              <a:off x="6937770" y="2549373"/>
              <a:ext cx="48703" cy="109551"/>
            </a:xfrm>
            <a:custGeom>
              <a:avLst/>
              <a:gdLst/>
              <a:ahLst/>
              <a:cxnLst/>
              <a:rect l="l" t="t" r="r" b="b"/>
              <a:pathLst>
                <a:path w="782" h="1759" extrusionOk="0">
                  <a:moveTo>
                    <a:pt x="252" y="1"/>
                  </a:moveTo>
                  <a:lnTo>
                    <a:pt x="252" y="1"/>
                  </a:lnTo>
                  <a:cubicBezTo>
                    <a:pt x="307" y="113"/>
                    <a:pt x="335" y="224"/>
                    <a:pt x="363" y="308"/>
                  </a:cubicBezTo>
                  <a:cubicBezTo>
                    <a:pt x="419" y="587"/>
                    <a:pt x="475" y="922"/>
                    <a:pt x="363" y="1201"/>
                  </a:cubicBezTo>
                  <a:cubicBezTo>
                    <a:pt x="307" y="1368"/>
                    <a:pt x="168" y="1508"/>
                    <a:pt x="1" y="1563"/>
                  </a:cubicBezTo>
                  <a:cubicBezTo>
                    <a:pt x="56" y="1619"/>
                    <a:pt x="112" y="1647"/>
                    <a:pt x="168" y="1703"/>
                  </a:cubicBezTo>
                  <a:cubicBezTo>
                    <a:pt x="224" y="1731"/>
                    <a:pt x="280" y="1759"/>
                    <a:pt x="363" y="1759"/>
                  </a:cubicBezTo>
                  <a:lnTo>
                    <a:pt x="419" y="1759"/>
                  </a:lnTo>
                  <a:cubicBezTo>
                    <a:pt x="475" y="1759"/>
                    <a:pt x="503" y="1703"/>
                    <a:pt x="531" y="1675"/>
                  </a:cubicBezTo>
                  <a:cubicBezTo>
                    <a:pt x="614" y="1619"/>
                    <a:pt x="642" y="1535"/>
                    <a:pt x="670" y="1452"/>
                  </a:cubicBezTo>
                  <a:cubicBezTo>
                    <a:pt x="782" y="1145"/>
                    <a:pt x="782" y="838"/>
                    <a:pt x="782" y="531"/>
                  </a:cubicBezTo>
                  <a:cubicBezTo>
                    <a:pt x="726" y="419"/>
                    <a:pt x="559" y="168"/>
                    <a:pt x="252" y="1"/>
                  </a:cubicBezTo>
                  <a:close/>
                </a:path>
              </a:pathLst>
            </a:custGeom>
            <a:solidFill>
              <a:srgbClr val="5324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2155;p36">
              <a:extLst>
                <a:ext uri="{FF2B5EF4-FFF2-40B4-BE49-F238E27FC236}">
                  <a16:creationId xmlns:a16="http://schemas.microsoft.com/office/drawing/2014/main" id="{8425A63E-98C5-AD98-479B-8A6CE3EDB517}"/>
                </a:ext>
              </a:extLst>
            </p:cNvPr>
            <p:cNvSpPr/>
            <p:nvPr/>
          </p:nvSpPr>
          <p:spPr>
            <a:xfrm>
              <a:off x="6949915" y="2519852"/>
              <a:ext cx="41790" cy="86943"/>
            </a:xfrm>
            <a:custGeom>
              <a:avLst/>
              <a:gdLst/>
              <a:ahLst/>
              <a:cxnLst/>
              <a:rect l="l" t="t" r="r" b="b"/>
              <a:pathLst>
                <a:path w="671" h="1396" extrusionOk="0">
                  <a:moveTo>
                    <a:pt x="1" y="1"/>
                  </a:moveTo>
                  <a:cubicBezTo>
                    <a:pt x="244" y="201"/>
                    <a:pt x="407" y="409"/>
                    <a:pt x="511" y="644"/>
                  </a:cubicBezTo>
                  <a:lnTo>
                    <a:pt x="511" y="644"/>
                  </a:lnTo>
                  <a:cubicBezTo>
                    <a:pt x="408" y="404"/>
                    <a:pt x="237" y="194"/>
                    <a:pt x="1" y="1"/>
                  </a:cubicBezTo>
                  <a:close/>
                  <a:moveTo>
                    <a:pt x="511" y="644"/>
                  </a:moveTo>
                  <a:lnTo>
                    <a:pt x="511" y="644"/>
                  </a:lnTo>
                  <a:cubicBezTo>
                    <a:pt x="542" y="715"/>
                    <a:pt x="568" y="789"/>
                    <a:pt x="587" y="866"/>
                  </a:cubicBezTo>
                  <a:cubicBezTo>
                    <a:pt x="643" y="1033"/>
                    <a:pt x="643" y="1200"/>
                    <a:pt x="670" y="1396"/>
                  </a:cubicBezTo>
                  <a:cubicBezTo>
                    <a:pt x="657" y="1111"/>
                    <a:pt x="610" y="865"/>
                    <a:pt x="511" y="644"/>
                  </a:cubicBezTo>
                  <a:close/>
                </a:path>
              </a:pathLst>
            </a:custGeom>
            <a:solidFill>
              <a:srgbClr val="5324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2156;p36">
              <a:extLst>
                <a:ext uri="{FF2B5EF4-FFF2-40B4-BE49-F238E27FC236}">
                  <a16:creationId xmlns:a16="http://schemas.microsoft.com/office/drawing/2014/main" id="{E6DBD712-9103-17AB-53DE-3762CDD6A71E}"/>
                </a:ext>
              </a:extLst>
            </p:cNvPr>
            <p:cNvSpPr/>
            <p:nvPr/>
          </p:nvSpPr>
          <p:spPr>
            <a:xfrm>
              <a:off x="6943002" y="2514620"/>
              <a:ext cx="6975" cy="3550"/>
            </a:xfrm>
            <a:custGeom>
              <a:avLst/>
              <a:gdLst/>
              <a:ahLst/>
              <a:cxnLst/>
              <a:rect l="l" t="t" r="r" b="b"/>
              <a:pathLst>
                <a:path w="112" h="57" extrusionOk="0">
                  <a:moveTo>
                    <a:pt x="0" y="1"/>
                  </a:moveTo>
                  <a:cubicBezTo>
                    <a:pt x="10" y="1"/>
                    <a:pt x="23" y="4"/>
                    <a:pt x="37" y="10"/>
                  </a:cubicBezTo>
                  <a:lnTo>
                    <a:pt x="37" y="10"/>
                  </a:lnTo>
                  <a:cubicBezTo>
                    <a:pt x="34" y="7"/>
                    <a:pt x="31" y="4"/>
                    <a:pt x="28" y="1"/>
                  </a:cubicBezTo>
                  <a:close/>
                  <a:moveTo>
                    <a:pt x="37" y="10"/>
                  </a:moveTo>
                  <a:lnTo>
                    <a:pt x="37" y="10"/>
                  </a:lnTo>
                  <a:cubicBezTo>
                    <a:pt x="62" y="35"/>
                    <a:pt x="87" y="57"/>
                    <a:pt x="112" y="57"/>
                  </a:cubicBezTo>
                  <a:cubicBezTo>
                    <a:pt x="94" y="39"/>
                    <a:pt x="64" y="20"/>
                    <a:pt x="37" y="10"/>
                  </a:cubicBezTo>
                  <a:close/>
                </a:path>
              </a:pathLst>
            </a:custGeom>
            <a:solidFill>
              <a:srgbClr val="592D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2157;p36">
              <a:extLst>
                <a:ext uri="{FF2B5EF4-FFF2-40B4-BE49-F238E27FC236}">
                  <a16:creationId xmlns:a16="http://schemas.microsoft.com/office/drawing/2014/main" id="{24D09F5B-6597-33C0-8BD0-E1040B90A6C1}"/>
                </a:ext>
              </a:extLst>
            </p:cNvPr>
            <p:cNvSpPr/>
            <p:nvPr/>
          </p:nvSpPr>
          <p:spPr>
            <a:xfrm>
              <a:off x="6930795" y="2505963"/>
              <a:ext cx="55678" cy="71311"/>
            </a:xfrm>
            <a:custGeom>
              <a:avLst/>
              <a:gdLst/>
              <a:ahLst/>
              <a:cxnLst/>
              <a:rect l="l" t="t" r="r" b="b"/>
              <a:pathLst>
                <a:path w="894" h="1145" extrusionOk="0">
                  <a:moveTo>
                    <a:pt x="1" y="0"/>
                  </a:moveTo>
                  <a:lnTo>
                    <a:pt x="1" y="0"/>
                  </a:lnTo>
                  <a:cubicBezTo>
                    <a:pt x="140" y="168"/>
                    <a:pt x="252" y="391"/>
                    <a:pt x="336" y="586"/>
                  </a:cubicBezTo>
                  <a:cubicBezTo>
                    <a:pt x="559" y="726"/>
                    <a:pt x="754" y="921"/>
                    <a:pt x="894" y="1144"/>
                  </a:cubicBezTo>
                  <a:cubicBezTo>
                    <a:pt x="894" y="1116"/>
                    <a:pt x="894" y="1089"/>
                    <a:pt x="894" y="1089"/>
                  </a:cubicBezTo>
                  <a:cubicBezTo>
                    <a:pt x="810" y="754"/>
                    <a:pt x="615" y="475"/>
                    <a:pt x="308" y="224"/>
                  </a:cubicBezTo>
                  <a:cubicBezTo>
                    <a:pt x="308" y="224"/>
                    <a:pt x="308" y="196"/>
                    <a:pt x="308" y="196"/>
                  </a:cubicBezTo>
                  <a:cubicBezTo>
                    <a:pt x="224" y="140"/>
                    <a:pt x="113" y="56"/>
                    <a:pt x="1" y="0"/>
                  </a:cubicBezTo>
                  <a:close/>
                </a:path>
              </a:pathLst>
            </a:custGeom>
            <a:solidFill>
              <a:srgbClr val="5E2D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2158;p36">
              <a:extLst>
                <a:ext uri="{FF2B5EF4-FFF2-40B4-BE49-F238E27FC236}">
                  <a16:creationId xmlns:a16="http://schemas.microsoft.com/office/drawing/2014/main" id="{9B622B81-D733-8E91-9B8B-2543D9751F96}"/>
                </a:ext>
              </a:extLst>
            </p:cNvPr>
            <p:cNvSpPr/>
            <p:nvPr/>
          </p:nvSpPr>
          <p:spPr>
            <a:xfrm>
              <a:off x="6810967" y="2634573"/>
              <a:ext cx="5232" cy="5232"/>
            </a:xfrm>
            <a:custGeom>
              <a:avLst/>
              <a:gdLst/>
              <a:ahLst/>
              <a:cxnLst/>
              <a:rect l="l" t="t" r="r" b="b"/>
              <a:pathLst>
                <a:path w="84" h="84" extrusionOk="0">
                  <a:moveTo>
                    <a:pt x="1" y="1"/>
                  </a:moveTo>
                  <a:cubicBezTo>
                    <a:pt x="28" y="28"/>
                    <a:pt x="56" y="56"/>
                    <a:pt x="56" y="84"/>
                  </a:cubicBezTo>
                  <a:lnTo>
                    <a:pt x="84" y="84"/>
                  </a:lnTo>
                  <a:cubicBezTo>
                    <a:pt x="56" y="56"/>
                    <a:pt x="28" y="28"/>
                    <a:pt x="1" y="1"/>
                  </a:cubicBezTo>
                  <a:close/>
                </a:path>
              </a:pathLst>
            </a:custGeom>
            <a:solidFill>
              <a:srgbClr val="AE71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2159;p36">
              <a:extLst>
                <a:ext uri="{FF2B5EF4-FFF2-40B4-BE49-F238E27FC236}">
                  <a16:creationId xmlns:a16="http://schemas.microsoft.com/office/drawing/2014/main" id="{E5D4B9A7-1D12-CD56-7A88-020470D71DFF}"/>
                </a:ext>
              </a:extLst>
            </p:cNvPr>
            <p:cNvSpPr/>
            <p:nvPr/>
          </p:nvSpPr>
          <p:spPr>
            <a:xfrm>
              <a:off x="6814392" y="2639742"/>
              <a:ext cx="1806" cy="62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9" y="1"/>
                  </a:moveTo>
                  <a:lnTo>
                    <a:pt x="29" y="1"/>
                  </a:lnTo>
                  <a:lnTo>
                    <a:pt x="29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433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2160;p36">
              <a:extLst>
                <a:ext uri="{FF2B5EF4-FFF2-40B4-BE49-F238E27FC236}">
                  <a16:creationId xmlns:a16="http://schemas.microsoft.com/office/drawing/2014/main" id="{D6E5AF55-2E2B-9DDF-99A0-A026F99F0108}"/>
                </a:ext>
              </a:extLst>
            </p:cNvPr>
            <p:cNvSpPr/>
            <p:nvPr/>
          </p:nvSpPr>
          <p:spPr>
            <a:xfrm>
              <a:off x="6823112" y="2636255"/>
              <a:ext cx="114720" cy="22670"/>
            </a:xfrm>
            <a:custGeom>
              <a:avLst/>
              <a:gdLst/>
              <a:ahLst/>
              <a:cxnLst/>
              <a:rect l="l" t="t" r="r" b="b"/>
              <a:pathLst>
                <a:path w="1842" h="364" extrusionOk="0">
                  <a:moveTo>
                    <a:pt x="0" y="1"/>
                  </a:moveTo>
                  <a:cubicBezTo>
                    <a:pt x="28" y="1"/>
                    <a:pt x="28" y="1"/>
                    <a:pt x="28" y="29"/>
                  </a:cubicBezTo>
                  <a:cubicBezTo>
                    <a:pt x="223" y="196"/>
                    <a:pt x="391" y="364"/>
                    <a:pt x="642" y="364"/>
                  </a:cubicBezTo>
                  <a:cubicBezTo>
                    <a:pt x="670" y="364"/>
                    <a:pt x="726" y="336"/>
                    <a:pt x="781" y="336"/>
                  </a:cubicBezTo>
                  <a:cubicBezTo>
                    <a:pt x="949" y="280"/>
                    <a:pt x="1088" y="252"/>
                    <a:pt x="1256" y="252"/>
                  </a:cubicBezTo>
                  <a:lnTo>
                    <a:pt x="1479" y="252"/>
                  </a:lnTo>
                  <a:cubicBezTo>
                    <a:pt x="1563" y="252"/>
                    <a:pt x="1618" y="252"/>
                    <a:pt x="1702" y="224"/>
                  </a:cubicBezTo>
                  <a:cubicBezTo>
                    <a:pt x="1758" y="224"/>
                    <a:pt x="1786" y="196"/>
                    <a:pt x="1842" y="168"/>
                  </a:cubicBezTo>
                  <a:cubicBezTo>
                    <a:pt x="1758" y="113"/>
                    <a:pt x="1646" y="29"/>
                    <a:pt x="1507" y="1"/>
                  </a:cubicBezTo>
                  <a:lnTo>
                    <a:pt x="1395" y="1"/>
                  </a:lnTo>
                  <a:cubicBezTo>
                    <a:pt x="1256" y="1"/>
                    <a:pt x="1144" y="29"/>
                    <a:pt x="1005" y="85"/>
                  </a:cubicBezTo>
                  <a:cubicBezTo>
                    <a:pt x="865" y="113"/>
                    <a:pt x="726" y="168"/>
                    <a:pt x="614" y="168"/>
                  </a:cubicBezTo>
                  <a:lnTo>
                    <a:pt x="558" y="168"/>
                  </a:lnTo>
                  <a:cubicBezTo>
                    <a:pt x="419" y="140"/>
                    <a:pt x="279" y="85"/>
                    <a:pt x="140" y="29"/>
                  </a:cubicBezTo>
                  <a:cubicBezTo>
                    <a:pt x="112" y="1"/>
                    <a:pt x="112" y="1"/>
                    <a:pt x="84" y="1"/>
                  </a:cubicBezTo>
                  <a:close/>
                </a:path>
              </a:pathLst>
            </a:custGeom>
            <a:solidFill>
              <a:srgbClr val="5023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2161;p36">
              <a:extLst>
                <a:ext uri="{FF2B5EF4-FFF2-40B4-BE49-F238E27FC236}">
                  <a16:creationId xmlns:a16="http://schemas.microsoft.com/office/drawing/2014/main" id="{6C578596-4567-6351-DD72-E4FF850E447F}"/>
                </a:ext>
              </a:extLst>
            </p:cNvPr>
            <p:cNvSpPr/>
            <p:nvPr/>
          </p:nvSpPr>
          <p:spPr>
            <a:xfrm>
              <a:off x="6930857" y="2665838"/>
              <a:ext cx="12207" cy="46959"/>
            </a:xfrm>
            <a:custGeom>
              <a:avLst/>
              <a:gdLst/>
              <a:ahLst/>
              <a:cxnLst/>
              <a:rect l="l" t="t" r="r" b="b"/>
              <a:pathLst>
                <a:path w="196" h="754" extrusionOk="0">
                  <a:moveTo>
                    <a:pt x="0" y="1"/>
                  </a:moveTo>
                  <a:lnTo>
                    <a:pt x="0" y="1"/>
                  </a:lnTo>
                  <a:cubicBezTo>
                    <a:pt x="93" y="94"/>
                    <a:pt x="126" y="152"/>
                    <a:pt x="137" y="225"/>
                  </a:cubicBezTo>
                  <a:lnTo>
                    <a:pt x="137" y="225"/>
                  </a:lnTo>
                  <a:cubicBezTo>
                    <a:pt x="127" y="146"/>
                    <a:pt x="92" y="92"/>
                    <a:pt x="0" y="1"/>
                  </a:cubicBezTo>
                  <a:close/>
                  <a:moveTo>
                    <a:pt x="137" y="225"/>
                  </a:moveTo>
                  <a:cubicBezTo>
                    <a:pt x="139" y="242"/>
                    <a:pt x="139" y="259"/>
                    <a:pt x="139" y="279"/>
                  </a:cubicBezTo>
                  <a:cubicBezTo>
                    <a:pt x="139" y="307"/>
                    <a:pt x="139" y="363"/>
                    <a:pt x="139" y="419"/>
                  </a:cubicBezTo>
                  <a:cubicBezTo>
                    <a:pt x="139" y="447"/>
                    <a:pt x="139" y="447"/>
                    <a:pt x="139" y="447"/>
                  </a:cubicBezTo>
                  <a:cubicBezTo>
                    <a:pt x="139" y="348"/>
                    <a:pt x="145" y="282"/>
                    <a:pt x="137" y="225"/>
                  </a:cubicBezTo>
                  <a:close/>
                  <a:moveTo>
                    <a:pt x="139" y="449"/>
                  </a:moveTo>
                  <a:cubicBezTo>
                    <a:pt x="139" y="560"/>
                    <a:pt x="140" y="698"/>
                    <a:pt x="195" y="753"/>
                  </a:cubicBezTo>
                  <a:cubicBezTo>
                    <a:pt x="140" y="698"/>
                    <a:pt x="139" y="533"/>
                    <a:pt x="139" y="449"/>
                  </a:cubicBezTo>
                  <a:close/>
                </a:path>
              </a:pathLst>
            </a:custGeom>
            <a:solidFill>
              <a:srgbClr val="5023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2162;p36">
              <a:extLst>
                <a:ext uri="{FF2B5EF4-FFF2-40B4-BE49-F238E27FC236}">
                  <a16:creationId xmlns:a16="http://schemas.microsoft.com/office/drawing/2014/main" id="{A69A0145-1CA7-371A-1ED4-B23E3AB986DE}"/>
                </a:ext>
              </a:extLst>
            </p:cNvPr>
            <p:cNvSpPr/>
            <p:nvPr/>
          </p:nvSpPr>
          <p:spPr>
            <a:xfrm>
              <a:off x="6810905" y="2634573"/>
              <a:ext cx="24414" cy="26095"/>
            </a:xfrm>
            <a:custGeom>
              <a:avLst/>
              <a:gdLst/>
              <a:ahLst/>
              <a:cxnLst/>
              <a:rect l="l" t="t" r="r" b="b"/>
              <a:pathLst>
                <a:path w="392" h="419" extrusionOk="0">
                  <a:moveTo>
                    <a:pt x="391" y="418"/>
                  </a:moveTo>
                  <a:cubicBezTo>
                    <a:pt x="280" y="335"/>
                    <a:pt x="168" y="195"/>
                    <a:pt x="85" y="84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85" y="84"/>
                    <a:pt x="85" y="84"/>
                    <a:pt x="85" y="84"/>
                  </a:cubicBezTo>
                  <a:cubicBezTo>
                    <a:pt x="168" y="195"/>
                    <a:pt x="280" y="335"/>
                    <a:pt x="391" y="418"/>
                  </a:cubicBezTo>
                  <a:lnTo>
                    <a:pt x="391" y="418"/>
                  </a:lnTo>
                  <a:close/>
                  <a:moveTo>
                    <a:pt x="85" y="84"/>
                  </a:moveTo>
                  <a:cubicBezTo>
                    <a:pt x="85" y="84"/>
                    <a:pt x="85" y="84"/>
                    <a:pt x="57" y="84"/>
                  </a:cubicBezTo>
                  <a:cubicBezTo>
                    <a:pt x="85" y="84"/>
                    <a:pt x="85" y="84"/>
                    <a:pt x="85" y="84"/>
                  </a:cubicBezTo>
                  <a:close/>
                  <a:moveTo>
                    <a:pt x="57" y="84"/>
                  </a:moveTo>
                  <a:cubicBezTo>
                    <a:pt x="57" y="56"/>
                    <a:pt x="29" y="28"/>
                    <a:pt x="1" y="0"/>
                  </a:cubicBezTo>
                  <a:lnTo>
                    <a:pt x="1" y="0"/>
                  </a:lnTo>
                  <a:cubicBezTo>
                    <a:pt x="29" y="28"/>
                    <a:pt x="57" y="56"/>
                    <a:pt x="57" y="84"/>
                  </a:cubicBezTo>
                  <a:close/>
                </a:path>
              </a:pathLst>
            </a:custGeom>
            <a:solidFill>
              <a:srgbClr val="6030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2163;p36">
              <a:extLst>
                <a:ext uri="{FF2B5EF4-FFF2-40B4-BE49-F238E27FC236}">
                  <a16:creationId xmlns:a16="http://schemas.microsoft.com/office/drawing/2014/main" id="{C04772EB-4D0C-543D-A54D-06F3BF977BA3}"/>
                </a:ext>
              </a:extLst>
            </p:cNvPr>
            <p:cNvSpPr/>
            <p:nvPr/>
          </p:nvSpPr>
          <p:spPr>
            <a:xfrm>
              <a:off x="6810967" y="2634573"/>
              <a:ext cx="5232" cy="5232"/>
            </a:xfrm>
            <a:custGeom>
              <a:avLst/>
              <a:gdLst/>
              <a:ahLst/>
              <a:cxnLst/>
              <a:rect l="l" t="t" r="r" b="b"/>
              <a:pathLst>
                <a:path w="84" h="84" extrusionOk="0">
                  <a:moveTo>
                    <a:pt x="1" y="1"/>
                  </a:moveTo>
                  <a:cubicBezTo>
                    <a:pt x="28" y="28"/>
                    <a:pt x="56" y="56"/>
                    <a:pt x="56" y="84"/>
                  </a:cubicBezTo>
                  <a:lnTo>
                    <a:pt x="84" y="84"/>
                  </a:lnTo>
                  <a:cubicBezTo>
                    <a:pt x="56" y="56"/>
                    <a:pt x="28" y="28"/>
                    <a:pt x="1" y="1"/>
                  </a:cubicBezTo>
                  <a:close/>
                </a:path>
              </a:pathLst>
            </a:custGeom>
            <a:solidFill>
              <a:srgbClr val="5023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2164;p36">
              <a:extLst>
                <a:ext uri="{FF2B5EF4-FFF2-40B4-BE49-F238E27FC236}">
                  <a16:creationId xmlns:a16="http://schemas.microsoft.com/office/drawing/2014/main" id="{9AAC616C-779B-5B5B-5C87-59E6369ECEEC}"/>
                </a:ext>
              </a:extLst>
            </p:cNvPr>
            <p:cNvSpPr/>
            <p:nvPr/>
          </p:nvSpPr>
          <p:spPr>
            <a:xfrm>
              <a:off x="6951659" y="2606734"/>
              <a:ext cx="40046" cy="104319"/>
            </a:xfrm>
            <a:custGeom>
              <a:avLst/>
              <a:gdLst/>
              <a:ahLst/>
              <a:cxnLst/>
              <a:rect l="l" t="t" r="r" b="b"/>
              <a:pathLst>
                <a:path w="643" h="1675" extrusionOk="0">
                  <a:moveTo>
                    <a:pt x="642" y="1"/>
                  </a:moveTo>
                  <a:cubicBezTo>
                    <a:pt x="642" y="553"/>
                    <a:pt x="469" y="1205"/>
                    <a:pt x="75" y="1605"/>
                  </a:cubicBezTo>
                  <a:lnTo>
                    <a:pt x="75" y="1605"/>
                  </a:lnTo>
                  <a:cubicBezTo>
                    <a:pt x="462" y="1236"/>
                    <a:pt x="642" y="621"/>
                    <a:pt x="642" y="84"/>
                  </a:cubicBezTo>
                  <a:cubicBezTo>
                    <a:pt x="642" y="56"/>
                    <a:pt x="642" y="29"/>
                    <a:pt x="642" y="1"/>
                  </a:cubicBezTo>
                  <a:close/>
                  <a:moveTo>
                    <a:pt x="75" y="1605"/>
                  </a:moveTo>
                  <a:cubicBezTo>
                    <a:pt x="60" y="1619"/>
                    <a:pt x="44" y="1633"/>
                    <a:pt x="29" y="1647"/>
                  </a:cubicBezTo>
                  <a:cubicBezTo>
                    <a:pt x="29" y="1647"/>
                    <a:pt x="29" y="1647"/>
                    <a:pt x="29" y="1647"/>
                  </a:cubicBezTo>
                  <a:lnTo>
                    <a:pt x="29" y="1647"/>
                  </a:lnTo>
                  <a:lnTo>
                    <a:pt x="1" y="1675"/>
                  </a:lnTo>
                  <a:cubicBezTo>
                    <a:pt x="26" y="1652"/>
                    <a:pt x="51" y="1629"/>
                    <a:pt x="75" y="1605"/>
                  </a:cubicBezTo>
                  <a:close/>
                </a:path>
              </a:pathLst>
            </a:custGeom>
            <a:solidFill>
              <a:srgbClr val="502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2165;p36">
              <a:extLst>
                <a:ext uri="{FF2B5EF4-FFF2-40B4-BE49-F238E27FC236}">
                  <a16:creationId xmlns:a16="http://schemas.microsoft.com/office/drawing/2014/main" id="{6693268A-7B9E-C426-0139-1BEDD4186578}"/>
                </a:ext>
              </a:extLst>
            </p:cNvPr>
            <p:cNvSpPr/>
            <p:nvPr/>
          </p:nvSpPr>
          <p:spPr>
            <a:xfrm>
              <a:off x="6810905" y="2573725"/>
              <a:ext cx="180799" cy="139071"/>
            </a:xfrm>
            <a:custGeom>
              <a:avLst/>
              <a:gdLst/>
              <a:ahLst/>
              <a:cxnLst/>
              <a:rect l="l" t="t" r="r" b="b"/>
              <a:pathLst>
                <a:path w="2903" h="2233" extrusionOk="0">
                  <a:moveTo>
                    <a:pt x="2819" y="1"/>
                  </a:moveTo>
                  <a:lnTo>
                    <a:pt x="2819" y="1"/>
                  </a:lnTo>
                  <a:cubicBezTo>
                    <a:pt x="2819" y="28"/>
                    <a:pt x="2847" y="84"/>
                    <a:pt x="2847" y="140"/>
                  </a:cubicBezTo>
                  <a:cubicBezTo>
                    <a:pt x="2847" y="155"/>
                    <a:pt x="2855" y="170"/>
                    <a:pt x="2862" y="190"/>
                  </a:cubicBezTo>
                  <a:lnTo>
                    <a:pt x="2862" y="190"/>
                  </a:lnTo>
                  <a:cubicBezTo>
                    <a:pt x="2853" y="126"/>
                    <a:pt x="2840" y="63"/>
                    <a:pt x="2819" y="1"/>
                  </a:cubicBezTo>
                  <a:close/>
                  <a:moveTo>
                    <a:pt x="2819" y="140"/>
                  </a:moveTo>
                  <a:cubicBezTo>
                    <a:pt x="2819" y="447"/>
                    <a:pt x="2819" y="754"/>
                    <a:pt x="2707" y="1061"/>
                  </a:cubicBezTo>
                  <a:cubicBezTo>
                    <a:pt x="2679" y="1144"/>
                    <a:pt x="2651" y="1228"/>
                    <a:pt x="2568" y="1284"/>
                  </a:cubicBezTo>
                  <a:cubicBezTo>
                    <a:pt x="2540" y="1312"/>
                    <a:pt x="2512" y="1368"/>
                    <a:pt x="2456" y="1368"/>
                  </a:cubicBezTo>
                  <a:lnTo>
                    <a:pt x="2400" y="1368"/>
                  </a:lnTo>
                  <a:cubicBezTo>
                    <a:pt x="2317" y="1368"/>
                    <a:pt x="2261" y="1340"/>
                    <a:pt x="2205" y="1312"/>
                  </a:cubicBezTo>
                  <a:cubicBezTo>
                    <a:pt x="2149" y="1256"/>
                    <a:pt x="2093" y="1228"/>
                    <a:pt x="2038" y="1172"/>
                  </a:cubicBezTo>
                  <a:cubicBezTo>
                    <a:pt x="1982" y="1200"/>
                    <a:pt x="1954" y="1228"/>
                    <a:pt x="1898" y="1228"/>
                  </a:cubicBezTo>
                  <a:cubicBezTo>
                    <a:pt x="1814" y="1256"/>
                    <a:pt x="1759" y="1256"/>
                    <a:pt x="1675" y="1256"/>
                  </a:cubicBezTo>
                  <a:lnTo>
                    <a:pt x="1452" y="1256"/>
                  </a:lnTo>
                  <a:cubicBezTo>
                    <a:pt x="1284" y="1256"/>
                    <a:pt x="1145" y="1284"/>
                    <a:pt x="977" y="1340"/>
                  </a:cubicBezTo>
                  <a:cubicBezTo>
                    <a:pt x="922" y="1340"/>
                    <a:pt x="866" y="1368"/>
                    <a:pt x="838" y="1368"/>
                  </a:cubicBezTo>
                  <a:cubicBezTo>
                    <a:pt x="587" y="1368"/>
                    <a:pt x="419" y="1200"/>
                    <a:pt x="224" y="1033"/>
                  </a:cubicBezTo>
                  <a:cubicBezTo>
                    <a:pt x="224" y="1005"/>
                    <a:pt x="224" y="1005"/>
                    <a:pt x="196" y="1005"/>
                  </a:cubicBezTo>
                  <a:cubicBezTo>
                    <a:pt x="168" y="1005"/>
                    <a:pt x="85" y="977"/>
                    <a:pt x="1" y="977"/>
                  </a:cubicBezTo>
                  <a:cubicBezTo>
                    <a:pt x="29" y="1005"/>
                    <a:pt x="57" y="1033"/>
                    <a:pt x="85" y="1061"/>
                  </a:cubicBezTo>
                  <a:cubicBezTo>
                    <a:pt x="168" y="1172"/>
                    <a:pt x="280" y="1312"/>
                    <a:pt x="391" y="1395"/>
                  </a:cubicBezTo>
                  <a:cubicBezTo>
                    <a:pt x="447" y="1423"/>
                    <a:pt x="503" y="1451"/>
                    <a:pt x="559" y="1479"/>
                  </a:cubicBezTo>
                  <a:cubicBezTo>
                    <a:pt x="587" y="1507"/>
                    <a:pt x="615" y="1507"/>
                    <a:pt x="643" y="1507"/>
                  </a:cubicBezTo>
                  <a:lnTo>
                    <a:pt x="726" y="1507"/>
                  </a:lnTo>
                  <a:cubicBezTo>
                    <a:pt x="810" y="1507"/>
                    <a:pt x="866" y="1507"/>
                    <a:pt x="949" y="1479"/>
                  </a:cubicBezTo>
                  <a:cubicBezTo>
                    <a:pt x="1089" y="1423"/>
                    <a:pt x="1173" y="1368"/>
                    <a:pt x="1284" y="1340"/>
                  </a:cubicBezTo>
                  <a:cubicBezTo>
                    <a:pt x="1368" y="1312"/>
                    <a:pt x="1424" y="1284"/>
                    <a:pt x="1507" y="1284"/>
                  </a:cubicBezTo>
                  <a:cubicBezTo>
                    <a:pt x="1591" y="1284"/>
                    <a:pt x="1675" y="1312"/>
                    <a:pt x="1786" y="1395"/>
                  </a:cubicBezTo>
                  <a:cubicBezTo>
                    <a:pt x="1814" y="1423"/>
                    <a:pt x="1870" y="1451"/>
                    <a:pt x="1898" y="1479"/>
                  </a:cubicBezTo>
                  <a:lnTo>
                    <a:pt x="1926" y="1479"/>
                  </a:lnTo>
                  <a:cubicBezTo>
                    <a:pt x="2093" y="1647"/>
                    <a:pt x="2065" y="1702"/>
                    <a:pt x="2065" y="1926"/>
                  </a:cubicBezTo>
                  <a:cubicBezTo>
                    <a:pt x="2065" y="2009"/>
                    <a:pt x="2065" y="2177"/>
                    <a:pt x="2121" y="2232"/>
                  </a:cubicBezTo>
                  <a:lnTo>
                    <a:pt x="2177" y="2232"/>
                  </a:lnTo>
                  <a:cubicBezTo>
                    <a:pt x="2205" y="2232"/>
                    <a:pt x="2233" y="2205"/>
                    <a:pt x="2289" y="2177"/>
                  </a:cubicBezTo>
                  <a:lnTo>
                    <a:pt x="2289" y="2177"/>
                  </a:lnTo>
                  <a:lnTo>
                    <a:pt x="2261" y="2205"/>
                  </a:lnTo>
                  <a:cubicBezTo>
                    <a:pt x="2707" y="1814"/>
                    <a:pt x="2902" y="1117"/>
                    <a:pt x="2902" y="531"/>
                  </a:cubicBezTo>
                  <a:cubicBezTo>
                    <a:pt x="2888" y="428"/>
                    <a:pt x="2881" y="333"/>
                    <a:pt x="2869" y="241"/>
                  </a:cubicBezTo>
                  <a:lnTo>
                    <a:pt x="2869" y="241"/>
                  </a:lnTo>
                  <a:cubicBezTo>
                    <a:pt x="2873" y="248"/>
                    <a:pt x="2875" y="252"/>
                    <a:pt x="2875" y="252"/>
                  </a:cubicBezTo>
                  <a:cubicBezTo>
                    <a:pt x="2875" y="226"/>
                    <a:pt x="2869" y="206"/>
                    <a:pt x="2862" y="190"/>
                  </a:cubicBezTo>
                  <a:lnTo>
                    <a:pt x="2862" y="190"/>
                  </a:lnTo>
                  <a:cubicBezTo>
                    <a:pt x="2865" y="207"/>
                    <a:pt x="2867" y="224"/>
                    <a:pt x="2869" y="241"/>
                  </a:cubicBezTo>
                  <a:lnTo>
                    <a:pt x="2869" y="241"/>
                  </a:lnTo>
                  <a:cubicBezTo>
                    <a:pt x="2860" y="223"/>
                    <a:pt x="2839" y="181"/>
                    <a:pt x="2819" y="140"/>
                  </a:cubicBezTo>
                  <a:close/>
                </a:path>
              </a:pathLst>
            </a:custGeom>
            <a:solidFill>
              <a:srgbClr val="4C20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2166;p36">
              <a:extLst>
                <a:ext uri="{FF2B5EF4-FFF2-40B4-BE49-F238E27FC236}">
                  <a16:creationId xmlns:a16="http://schemas.microsoft.com/office/drawing/2014/main" id="{6A6B1B39-EDBF-F3BE-6E38-D722CF1E0BF6}"/>
                </a:ext>
              </a:extLst>
            </p:cNvPr>
            <p:cNvSpPr/>
            <p:nvPr/>
          </p:nvSpPr>
          <p:spPr>
            <a:xfrm>
              <a:off x="6986411" y="2573725"/>
              <a:ext cx="1806" cy="8781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1" y="1"/>
                  </a:moveTo>
                  <a:cubicBezTo>
                    <a:pt x="1" y="1"/>
                    <a:pt x="1" y="28"/>
                    <a:pt x="1" y="56"/>
                  </a:cubicBezTo>
                  <a:cubicBezTo>
                    <a:pt x="1" y="56"/>
                    <a:pt x="1" y="79"/>
                    <a:pt x="21" y="83"/>
                  </a:cubicBezTo>
                  <a:lnTo>
                    <a:pt x="21" y="83"/>
                  </a:lnTo>
                  <a:cubicBezTo>
                    <a:pt x="13" y="49"/>
                    <a:pt x="1" y="19"/>
                    <a:pt x="1" y="1"/>
                  </a:cubicBezTo>
                  <a:close/>
                  <a:moveTo>
                    <a:pt x="21" y="83"/>
                  </a:moveTo>
                  <a:cubicBezTo>
                    <a:pt x="25" y="102"/>
                    <a:pt x="29" y="121"/>
                    <a:pt x="29" y="140"/>
                  </a:cubicBezTo>
                  <a:cubicBezTo>
                    <a:pt x="29" y="112"/>
                    <a:pt x="29" y="112"/>
                    <a:pt x="29" y="112"/>
                  </a:cubicBezTo>
                  <a:lnTo>
                    <a:pt x="29" y="84"/>
                  </a:lnTo>
                  <a:cubicBezTo>
                    <a:pt x="26" y="84"/>
                    <a:pt x="23" y="84"/>
                    <a:pt x="21" y="83"/>
                  </a:cubicBezTo>
                  <a:close/>
                </a:path>
              </a:pathLst>
            </a:custGeom>
            <a:solidFill>
              <a:srgbClr val="5225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2167;p36">
              <a:extLst>
                <a:ext uri="{FF2B5EF4-FFF2-40B4-BE49-F238E27FC236}">
                  <a16:creationId xmlns:a16="http://schemas.microsoft.com/office/drawing/2014/main" id="{C8964DB1-4312-7D2C-BA57-8B3364F956A9}"/>
                </a:ext>
              </a:extLst>
            </p:cNvPr>
            <p:cNvSpPr/>
            <p:nvPr/>
          </p:nvSpPr>
          <p:spPr>
            <a:xfrm>
              <a:off x="6901274" y="2493819"/>
              <a:ext cx="88687" cy="95600"/>
            </a:xfrm>
            <a:custGeom>
              <a:avLst/>
              <a:gdLst/>
              <a:ahLst/>
              <a:cxnLst/>
              <a:rect l="l" t="t" r="r" b="b"/>
              <a:pathLst>
                <a:path w="1424" h="1535" extrusionOk="0">
                  <a:moveTo>
                    <a:pt x="1" y="0"/>
                  </a:moveTo>
                  <a:lnTo>
                    <a:pt x="1" y="0"/>
                  </a:lnTo>
                  <a:cubicBezTo>
                    <a:pt x="224" y="112"/>
                    <a:pt x="335" y="223"/>
                    <a:pt x="531" y="391"/>
                  </a:cubicBezTo>
                  <a:cubicBezTo>
                    <a:pt x="642" y="530"/>
                    <a:pt x="754" y="726"/>
                    <a:pt x="838" y="893"/>
                  </a:cubicBezTo>
                  <a:cubicBezTo>
                    <a:pt x="1256" y="1144"/>
                    <a:pt x="1424" y="1535"/>
                    <a:pt x="1424" y="1535"/>
                  </a:cubicBezTo>
                  <a:cubicBezTo>
                    <a:pt x="1340" y="1060"/>
                    <a:pt x="1172" y="726"/>
                    <a:pt x="782" y="391"/>
                  </a:cubicBezTo>
                  <a:cubicBezTo>
                    <a:pt x="559" y="223"/>
                    <a:pt x="280" y="84"/>
                    <a:pt x="1" y="0"/>
                  </a:cubicBezTo>
                  <a:close/>
                </a:path>
              </a:pathLst>
            </a:custGeom>
            <a:solidFill>
              <a:srgbClr val="6635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2168;p36">
              <a:extLst>
                <a:ext uri="{FF2B5EF4-FFF2-40B4-BE49-F238E27FC236}">
                  <a16:creationId xmlns:a16="http://schemas.microsoft.com/office/drawing/2014/main" id="{4437F34C-1140-BA7A-2060-5D838CEC2687}"/>
                </a:ext>
              </a:extLst>
            </p:cNvPr>
            <p:cNvSpPr/>
            <p:nvPr/>
          </p:nvSpPr>
          <p:spPr>
            <a:xfrm>
              <a:off x="6725767" y="2490331"/>
              <a:ext cx="109551" cy="111232"/>
            </a:xfrm>
            <a:custGeom>
              <a:avLst/>
              <a:gdLst/>
              <a:ahLst/>
              <a:cxnLst/>
              <a:rect l="l" t="t" r="r" b="b"/>
              <a:pathLst>
                <a:path w="1759" h="1786" extrusionOk="0">
                  <a:moveTo>
                    <a:pt x="1758" y="0"/>
                  </a:moveTo>
                  <a:cubicBezTo>
                    <a:pt x="1005" y="112"/>
                    <a:pt x="252" y="558"/>
                    <a:pt x="1" y="1312"/>
                  </a:cubicBezTo>
                  <a:cubicBezTo>
                    <a:pt x="252" y="1507"/>
                    <a:pt x="419" y="1563"/>
                    <a:pt x="587" y="1702"/>
                  </a:cubicBezTo>
                  <a:cubicBezTo>
                    <a:pt x="670" y="1730"/>
                    <a:pt x="698" y="1730"/>
                    <a:pt x="866" y="1786"/>
                  </a:cubicBezTo>
                  <a:cubicBezTo>
                    <a:pt x="810" y="1758"/>
                    <a:pt x="726" y="1702"/>
                    <a:pt x="643" y="1674"/>
                  </a:cubicBezTo>
                  <a:cubicBezTo>
                    <a:pt x="447" y="1563"/>
                    <a:pt x="140" y="1367"/>
                    <a:pt x="224" y="1088"/>
                  </a:cubicBezTo>
                  <a:cubicBezTo>
                    <a:pt x="280" y="893"/>
                    <a:pt x="419" y="726"/>
                    <a:pt x="559" y="586"/>
                  </a:cubicBezTo>
                  <a:cubicBezTo>
                    <a:pt x="1089" y="140"/>
                    <a:pt x="1591" y="56"/>
                    <a:pt x="1758" y="0"/>
                  </a:cubicBezTo>
                  <a:close/>
                </a:path>
              </a:pathLst>
            </a:custGeom>
            <a:solidFill>
              <a:srgbClr val="6635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2169;p36">
              <a:extLst>
                <a:ext uri="{FF2B5EF4-FFF2-40B4-BE49-F238E27FC236}">
                  <a16:creationId xmlns:a16="http://schemas.microsoft.com/office/drawing/2014/main" id="{F9346D0A-A3FA-4D1C-2EAD-41AC5844A939}"/>
                </a:ext>
              </a:extLst>
            </p:cNvPr>
            <p:cNvSpPr/>
            <p:nvPr/>
          </p:nvSpPr>
          <p:spPr>
            <a:xfrm>
              <a:off x="6765751" y="2525582"/>
              <a:ext cx="224208" cy="75982"/>
            </a:xfrm>
            <a:custGeom>
              <a:avLst/>
              <a:gdLst/>
              <a:ahLst/>
              <a:cxnLst/>
              <a:rect l="l" t="t" r="r" b="b"/>
              <a:pathLst>
                <a:path w="3600" h="1220" extrusionOk="0">
                  <a:moveTo>
                    <a:pt x="3594" y="1012"/>
                  </a:moveTo>
                  <a:cubicBezTo>
                    <a:pt x="3595" y="1016"/>
                    <a:pt x="3597" y="1020"/>
                    <a:pt x="3600" y="1025"/>
                  </a:cubicBezTo>
                  <a:cubicBezTo>
                    <a:pt x="3600" y="1025"/>
                    <a:pt x="3598" y="1020"/>
                    <a:pt x="3594" y="1012"/>
                  </a:cubicBezTo>
                  <a:close/>
                  <a:moveTo>
                    <a:pt x="1977" y="1"/>
                  </a:moveTo>
                  <a:cubicBezTo>
                    <a:pt x="1831" y="1"/>
                    <a:pt x="1682" y="17"/>
                    <a:pt x="1535" y="48"/>
                  </a:cubicBezTo>
                  <a:cubicBezTo>
                    <a:pt x="893" y="216"/>
                    <a:pt x="419" y="690"/>
                    <a:pt x="1" y="1164"/>
                  </a:cubicBezTo>
                  <a:cubicBezTo>
                    <a:pt x="56" y="1164"/>
                    <a:pt x="112" y="1192"/>
                    <a:pt x="224" y="1220"/>
                  </a:cubicBezTo>
                  <a:cubicBezTo>
                    <a:pt x="386" y="1003"/>
                    <a:pt x="1101" y="129"/>
                    <a:pt x="2138" y="129"/>
                  </a:cubicBezTo>
                  <a:cubicBezTo>
                    <a:pt x="2169" y="129"/>
                    <a:pt x="2201" y="130"/>
                    <a:pt x="2232" y="132"/>
                  </a:cubicBezTo>
                  <a:cubicBezTo>
                    <a:pt x="3163" y="184"/>
                    <a:pt x="3543" y="907"/>
                    <a:pt x="3594" y="1012"/>
                  </a:cubicBezTo>
                  <a:lnTo>
                    <a:pt x="3594" y="1012"/>
                  </a:lnTo>
                  <a:cubicBezTo>
                    <a:pt x="3572" y="960"/>
                    <a:pt x="3572" y="911"/>
                    <a:pt x="3572" y="885"/>
                  </a:cubicBezTo>
                  <a:lnTo>
                    <a:pt x="3572" y="857"/>
                  </a:lnTo>
                  <a:cubicBezTo>
                    <a:pt x="3209" y="291"/>
                    <a:pt x="2608" y="1"/>
                    <a:pt x="1977" y="1"/>
                  </a:cubicBezTo>
                  <a:close/>
                </a:path>
              </a:pathLst>
            </a:custGeom>
            <a:solidFill>
              <a:srgbClr val="512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2170;p36">
              <a:extLst>
                <a:ext uri="{FF2B5EF4-FFF2-40B4-BE49-F238E27FC236}">
                  <a16:creationId xmlns:a16="http://schemas.microsoft.com/office/drawing/2014/main" id="{9FBD6557-6E5F-E31F-C54B-0361E82328C5}"/>
                </a:ext>
              </a:extLst>
            </p:cNvPr>
            <p:cNvSpPr/>
            <p:nvPr/>
          </p:nvSpPr>
          <p:spPr>
            <a:xfrm>
              <a:off x="6774470" y="2530876"/>
              <a:ext cx="144240" cy="70688"/>
            </a:xfrm>
            <a:custGeom>
              <a:avLst/>
              <a:gdLst/>
              <a:ahLst/>
              <a:cxnLst/>
              <a:rect l="l" t="t" r="r" b="b"/>
              <a:pathLst>
                <a:path w="2316" h="1135" extrusionOk="0">
                  <a:moveTo>
                    <a:pt x="1936" y="1"/>
                  </a:moveTo>
                  <a:cubicBezTo>
                    <a:pt x="1868" y="1"/>
                    <a:pt x="1799" y="7"/>
                    <a:pt x="1730" y="19"/>
                  </a:cubicBezTo>
                  <a:cubicBezTo>
                    <a:pt x="1451" y="19"/>
                    <a:pt x="1200" y="103"/>
                    <a:pt x="976" y="242"/>
                  </a:cubicBezTo>
                  <a:cubicBezTo>
                    <a:pt x="753" y="354"/>
                    <a:pt x="558" y="493"/>
                    <a:pt x="363" y="661"/>
                  </a:cubicBezTo>
                  <a:cubicBezTo>
                    <a:pt x="223" y="800"/>
                    <a:pt x="112" y="940"/>
                    <a:pt x="0" y="1107"/>
                  </a:cubicBezTo>
                  <a:lnTo>
                    <a:pt x="84" y="1135"/>
                  </a:lnTo>
                  <a:cubicBezTo>
                    <a:pt x="246" y="918"/>
                    <a:pt x="961" y="44"/>
                    <a:pt x="1998" y="44"/>
                  </a:cubicBezTo>
                  <a:cubicBezTo>
                    <a:pt x="2029" y="44"/>
                    <a:pt x="2061" y="45"/>
                    <a:pt x="2092" y="47"/>
                  </a:cubicBezTo>
                  <a:cubicBezTo>
                    <a:pt x="2176" y="47"/>
                    <a:pt x="2260" y="75"/>
                    <a:pt x="2316" y="75"/>
                  </a:cubicBezTo>
                  <a:lnTo>
                    <a:pt x="2204" y="47"/>
                  </a:lnTo>
                  <a:cubicBezTo>
                    <a:pt x="2122" y="14"/>
                    <a:pt x="2031" y="1"/>
                    <a:pt x="1936" y="1"/>
                  </a:cubicBez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2171;p36">
              <a:extLst>
                <a:ext uri="{FF2B5EF4-FFF2-40B4-BE49-F238E27FC236}">
                  <a16:creationId xmlns:a16="http://schemas.microsoft.com/office/drawing/2014/main" id="{93A3170E-EACA-EB45-0A3D-60B82DBB7AD0}"/>
                </a:ext>
              </a:extLst>
            </p:cNvPr>
            <p:cNvSpPr/>
            <p:nvPr/>
          </p:nvSpPr>
          <p:spPr>
            <a:xfrm>
              <a:off x="6951659" y="2542460"/>
              <a:ext cx="38302" cy="46959"/>
            </a:xfrm>
            <a:custGeom>
              <a:avLst/>
              <a:gdLst/>
              <a:ahLst/>
              <a:cxnLst/>
              <a:rect l="l" t="t" r="r" b="b"/>
              <a:pathLst>
                <a:path w="615" h="754" extrusionOk="0">
                  <a:moveTo>
                    <a:pt x="1" y="0"/>
                  </a:moveTo>
                  <a:lnTo>
                    <a:pt x="57" y="112"/>
                  </a:lnTo>
                  <a:cubicBezTo>
                    <a:pt x="416" y="369"/>
                    <a:pt x="587" y="697"/>
                    <a:pt x="611" y="747"/>
                  </a:cubicBezTo>
                  <a:lnTo>
                    <a:pt x="611" y="747"/>
                  </a:lnTo>
                  <a:cubicBezTo>
                    <a:pt x="587" y="694"/>
                    <a:pt x="587" y="641"/>
                    <a:pt x="587" y="614"/>
                  </a:cubicBezTo>
                  <a:lnTo>
                    <a:pt x="587" y="586"/>
                  </a:lnTo>
                  <a:cubicBezTo>
                    <a:pt x="419" y="335"/>
                    <a:pt x="224" y="140"/>
                    <a:pt x="1" y="0"/>
                  </a:cubicBezTo>
                  <a:close/>
                  <a:moveTo>
                    <a:pt x="611" y="747"/>
                  </a:moveTo>
                  <a:lnTo>
                    <a:pt x="611" y="747"/>
                  </a:lnTo>
                  <a:cubicBezTo>
                    <a:pt x="612" y="749"/>
                    <a:pt x="613" y="751"/>
                    <a:pt x="615" y="754"/>
                  </a:cubicBezTo>
                  <a:cubicBezTo>
                    <a:pt x="615" y="754"/>
                    <a:pt x="613" y="751"/>
                    <a:pt x="611" y="747"/>
                  </a:cubicBezTo>
                  <a:close/>
                </a:path>
              </a:pathLst>
            </a:custGeom>
            <a:solidFill>
              <a:srgbClr val="3F17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2172;p36">
              <a:extLst>
                <a:ext uri="{FF2B5EF4-FFF2-40B4-BE49-F238E27FC236}">
                  <a16:creationId xmlns:a16="http://schemas.microsoft.com/office/drawing/2014/main" id="{8FB34616-D9FD-D059-17DE-102550894726}"/>
                </a:ext>
              </a:extLst>
            </p:cNvPr>
            <p:cNvSpPr/>
            <p:nvPr/>
          </p:nvSpPr>
          <p:spPr>
            <a:xfrm>
              <a:off x="6664981" y="2571981"/>
              <a:ext cx="178993" cy="63526"/>
            </a:xfrm>
            <a:custGeom>
              <a:avLst/>
              <a:gdLst/>
              <a:ahLst/>
              <a:cxnLst/>
              <a:rect l="l" t="t" r="r" b="b"/>
              <a:pathLst>
                <a:path w="2874" h="1020" extrusionOk="0">
                  <a:moveTo>
                    <a:pt x="977" y="1"/>
                  </a:moveTo>
                  <a:cubicBezTo>
                    <a:pt x="809" y="29"/>
                    <a:pt x="0" y="84"/>
                    <a:pt x="84" y="224"/>
                  </a:cubicBezTo>
                  <a:cubicBezTo>
                    <a:pt x="168" y="335"/>
                    <a:pt x="1088" y="838"/>
                    <a:pt x="1367" y="893"/>
                  </a:cubicBezTo>
                  <a:lnTo>
                    <a:pt x="1646" y="893"/>
                  </a:lnTo>
                  <a:cubicBezTo>
                    <a:pt x="2155" y="934"/>
                    <a:pt x="2441" y="1019"/>
                    <a:pt x="2591" y="1019"/>
                  </a:cubicBezTo>
                  <a:cubicBezTo>
                    <a:pt x="2647" y="1019"/>
                    <a:pt x="2684" y="1007"/>
                    <a:pt x="2707" y="977"/>
                  </a:cubicBezTo>
                  <a:cubicBezTo>
                    <a:pt x="2874" y="866"/>
                    <a:pt x="2149" y="587"/>
                    <a:pt x="1730" y="419"/>
                  </a:cubicBezTo>
                  <a:cubicBezTo>
                    <a:pt x="1200" y="168"/>
                    <a:pt x="977" y="1"/>
                    <a:pt x="977" y="1"/>
                  </a:cubicBezTo>
                  <a:close/>
                </a:path>
              </a:pathLst>
            </a:custGeom>
            <a:solidFill>
              <a:srgbClr val="602B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2173;p36">
              <a:extLst>
                <a:ext uri="{FF2B5EF4-FFF2-40B4-BE49-F238E27FC236}">
                  <a16:creationId xmlns:a16="http://schemas.microsoft.com/office/drawing/2014/main" id="{1C3E53FC-15C5-6711-FC50-7711C83D01FB}"/>
                </a:ext>
              </a:extLst>
            </p:cNvPr>
            <p:cNvSpPr/>
            <p:nvPr/>
          </p:nvSpPr>
          <p:spPr>
            <a:xfrm>
              <a:off x="6784871" y="2603246"/>
              <a:ext cx="41728" cy="17438"/>
            </a:xfrm>
            <a:custGeom>
              <a:avLst/>
              <a:gdLst/>
              <a:ahLst/>
              <a:cxnLst/>
              <a:rect l="l" t="t" r="r" b="b"/>
              <a:pathLst>
                <a:path w="670" h="280" extrusionOk="0">
                  <a:moveTo>
                    <a:pt x="670" y="280"/>
                  </a:moveTo>
                  <a:cubicBezTo>
                    <a:pt x="503" y="196"/>
                    <a:pt x="252" y="85"/>
                    <a:pt x="0" y="1"/>
                  </a:cubicBezTo>
                  <a:lnTo>
                    <a:pt x="0" y="1"/>
                  </a:lnTo>
                  <a:cubicBezTo>
                    <a:pt x="252" y="85"/>
                    <a:pt x="503" y="196"/>
                    <a:pt x="670" y="280"/>
                  </a:cubicBezTo>
                  <a:close/>
                </a:path>
              </a:pathLst>
            </a:custGeom>
            <a:solidFill>
              <a:srgbClr val="5324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2174;p36">
              <a:extLst>
                <a:ext uri="{FF2B5EF4-FFF2-40B4-BE49-F238E27FC236}">
                  <a16:creationId xmlns:a16="http://schemas.microsoft.com/office/drawing/2014/main" id="{0A1C7AD9-87D7-0B2C-4689-04FE4536CF3E}"/>
                </a:ext>
              </a:extLst>
            </p:cNvPr>
            <p:cNvSpPr/>
            <p:nvPr/>
          </p:nvSpPr>
          <p:spPr>
            <a:xfrm>
              <a:off x="6781384" y="2601502"/>
              <a:ext cx="3550" cy="1806"/>
            </a:xfrm>
            <a:custGeom>
              <a:avLst/>
              <a:gdLst/>
              <a:ahLst/>
              <a:cxnLst/>
              <a:rect l="l" t="t" r="r" b="b"/>
              <a:pathLst>
                <a:path w="57" h="29" extrusionOk="0">
                  <a:moveTo>
                    <a:pt x="56" y="29"/>
                  </a:moveTo>
                  <a:cubicBezTo>
                    <a:pt x="29" y="1"/>
                    <a:pt x="1" y="1"/>
                    <a:pt x="1" y="1"/>
                  </a:cubicBezTo>
                  <a:lnTo>
                    <a:pt x="1" y="1"/>
                  </a:lnTo>
                  <a:cubicBezTo>
                    <a:pt x="1" y="1"/>
                    <a:pt x="29" y="1"/>
                    <a:pt x="56" y="29"/>
                  </a:cubicBezTo>
                  <a:lnTo>
                    <a:pt x="56" y="29"/>
                  </a:lnTo>
                </a:path>
              </a:pathLst>
            </a:custGeom>
            <a:solidFill>
              <a:srgbClr val="5A2A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2175;p36">
              <a:extLst>
                <a:ext uri="{FF2B5EF4-FFF2-40B4-BE49-F238E27FC236}">
                  <a16:creationId xmlns:a16="http://schemas.microsoft.com/office/drawing/2014/main" id="{B2289499-BF4E-5797-3610-86902EA4A248}"/>
                </a:ext>
              </a:extLst>
            </p:cNvPr>
            <p:cNvSpPr/>
            <p:nvPr/>
          </p:nvSpPr>
          <p:spPr>
            <a:xfrm>
              <a:off x="6772727" y="2598077"/>
              <a:ext cx="1806" cy="62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28" y="0"/>
                  </a:moveTo>
                  <a:cubicBezTo>
                    <a:pt x="28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rgbClr val="512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2176;p36">
              <a:extLst>
                <a:ext uri="{FF2B5EF4-FFF2-40B4-BE49-F238E27FC236}">
                  <a16:creationId xmlns:a16="http://schemas.microsoft.com/office/drawing/2014/main" id="{3A00E75B-44FB-C7D6-072C-5122FBD9F761}"/>
                </a:ext>
              </a:extLst>
            </p:cNvPr>
            <p:cNvSpPr/>
            <p:nvPr/>
          </p:nvSpPr>
          <p:spPr>
            <a:xfrm>
              <a:off x="6774470" y="2598077"/>
              <a:ext cx="6975" cy="3488"/>
            </a:xfrm>
            <a:custGeom>
              <a:avLst/>
              <a:gdLst/>
              <a:ahLst/>
              <a:cxnLst/>
              <a:rect l="l" t="t" r="r" b="b"/>
              <a:pathLst>
                <a:path w="112" h="56" extrusionOk="0">
                  <a:moveTo>
                    <a:pt x="112" y="56"/>
                  </a:moveTo>
                  <a:cubicBezTo>
                    <a:pt x="56" y="28"/>
                    <a:pt x="28" y="28"/>
                    <a:pt x="0" y="0"/>
                  </a:cubicBezTo>
                  <a:lnTo>
                    <a:pt x="0" y="0"/>
                  </a:lnTo>
                  <a:cubicBezTo>
                    <a:pt x="28" y="28"/>
                    <a:pt x="56" y="28"/>
                    <a:pt x="112" y="56"/>
                  </a:cubicBezTo>
                  <a:lnTo>
                    <a:pt x="112" y="56"/>
                  </a:lnTo>
                  <a:close/>
                </a:path>
              </a:pathLst>
            </a:custGeom>
            <a:solidFill>
              <a:srgbClr val="4D20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2177;p36">
              <a:extLst>
                <a:ext uri="{FF2B5EF4-FFF2-40B4-BE49-F238E27FC236}">
                  <a16:creationId xmlns:a16="http://schemas.microsoft.com/office/drawing/2014/main" id="{2F94E7ED-D336-FA49-89DC-FF0E2BCC76F8}"/>
                </a:ext>
              </a:extLst>
            </p:cNvPr>
            <p:cNvSpPr/>
            <p:nvPr/>
          </p:nvSpPr>
          <p:spPr>
            <a:xfrm>
              <a:off x="6718854" y="2571981"/>
              <a:ext cx="6975" cy="1806"/>
            </a:xfrm>
            <a:custGeom>
              <a:avLst/>
              <a:gdLst/>
              <a:ahLst/>
              <a:cxnLst/>
              <a:rect l="l" t="t" r="r" b="b"/>
              <a:pathLst>
                <a:path w="112" h="29" extrusionOk="0">
                  <a:moveTo>
                    <a:pt x="0" y="29"/>
                  </a:moveTo>
                  <a:cubicBezTo>
                    <a:pt x="56" y="1"/>
                    <a:pt x="84" y="1"/>
                    <a:pt x="112" y="1"/>
                  </a:cubicBezTo>
                  <a:cubicBezTo>
                    <a:pt x="84" y="1"/>
                    <a:pt x="56" y="1"/>
                    <a:pt x="0" y="29"/>
                  </a:cubicBezTo>
                  <a:close/>
                </a:path>
              </a:pathLst>
            </a:custGeom>
            <a:solidFill>
              <a:srgbClr val="7652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2178;p36">
              <a:extLst>
                <a:ext uri="{FF2B5EF4-FFF2-40B4-BE49-F238E27FC236}">
                  <a16:creationId xmlns:a16="http://schemas.microsoft.com/office/drawing/2014/main" id="{472C859E-8A28-80BF-28C4-0CB05CDBBF68}"/>
                </a:ext>
              </a:extLst>
            </p:cNvPr>
            <p:cNvSpPr/>
            <p:nvPr/>
          </p:nvSpPr>
          <p:spPr>
            <a:xfrm>
              <a:off x="6715366" y="2571981"/>
              <a:ext cx="112976" cy="52191"/>
            </a:xfrm>
            <a:custGeom>
              <a:avLst/>
              <a:gdLst/>
              <a:ahLst/>
              <a:cxnLst/>
              <a:rect l="l" t="t" r="r" b="b"/>
              <a:pathLst>
                <a:path w="1814" h="838" extrusionOk="0">
                  <a:moveTo>
                    <a:pt x="168" y="1"/>
                  </a:moveTo>
                  <a:cubicBezTo>
                    <a:pt x="140" y="1"/>
                    <a:pt x="112" y="1"/>
                    <a:pt x="56" y="29"/>
                  </a:cubicBezTo>
                  <a:lnTo>
                    <a:pt x="0" y="29"/>
                  </a:lnTo>
                  <a:cubicBezTo>
                    <a:pt x="56" y="84"/>
                    <a:pt x="279" y="196"/>
                    <a:pt x="447" y="280"/>
                  </a:cubicBezTo>
                  <a:cubicBezTo>
                    <a:pt x="810" y="447"/>
                    <a:pt x="1284" y="559"/>
                    <a:pt x="1814" y="838"/>
                  </a:cubicBezTo>
                  <a:cubicBezTo>
                    <a:pt x="1814" y="810"/>
                    <a:pt x="1786" y="810"/>
                    <a:pt x="1786" y="782"/>
                  </a:cubicBezTo>
                  <a:cubicBezTo>
                    <a:pt x="1619" y="698"/>
                    <a:pt x="1368" y="587"/>
                    <a:pt x="1116" y="503"/>
                  </a:cubicBezTo>
                  <a:cubicBezTo>
                    <a:pt x="1089" y="475"/>
                    <a:pt x="1061" y="475"/>
                    <a:pt x="1061" y="475"/>
                  </a:cubicBezTo>
                  <a:cubicBezTo>
                    <a:pt x="1005" y="447"/>
                    <a:pt x="977" y="447"/>
                    <a:pt x="949" y="419"/>
                  </a:cubicBezTo>
                  <a:lnTo>
                    <a:pt x="921" y="419"/>
                  </a:lnTo>
                  <a:cubicBezTo>
                    <a:pt x="391" y="168"/>
                    <a:pt x="168" y="1"/>
                    <a:pt x="168" y="1"/>
                  </a:cubicBezTo>
                  <a:close/>
                </a:path>
              </a:pathLst>
            </a:custGeom>
            <a:solidFill>
              <a:srgbClr val="5425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2179;p36">
              <a:extLst>
                <a:ext uri="{FF2B5EF4-FFF2-40B4-BE49-F238E27FC236}">
                  <a16:creationId xmlns:a16="http://schemas.microsoft.com/office/drawing/2014/main" id="{4C081924-9151-7CC5-3C54-6CB6E3CD5C73}"/>
                </a:ext>
              </a:extLst>
            </p:cNvPr>
            <p:cNvSpPr/>
            <p:nvPr/>
          </p:nvSpPr>
          <p:spPr>
            <a:xfrm>
              <a:off x="6668469" y="2580700"/>
              <a:ext cx="166848" cy="54806"/>
            </a:xfrm>
            <a:custGeom>
              <a:avLst/>
              <a:gdLst/>
              <a:ahLst/>
              <a:cxnLst/>
              <a:rect l="l" t="t" r="r" b="b"/>
              <a:pathLst>
                <a:path w="2679" h="880" extrusionOk="0">
                  <a:moveTo>
                    <a:pt x="84" y="0"/>
                  </a:moveTo>
                  <a:cubicBezTo>
                    <a:pt x="28" y="28"/>
                    <a:pt x="0" y="56"/>
                    <a:pt x="28" y="84"/>
                  </a:cubicBezTo>
                  <a:cubicBezTo>
                    <a:pt x="112" y="195"/>
                    <a:pt x="1032" y="698"/>
                    <a:pt x="1311" y="753"/>
                  </a:cubicBezTo>
                  <a:lnTo>
                    <a:pt x="1590" y="753"/>
                  </a:lnTo>
                  <a:cubicBezTo>
                    <a:pt x="2099" y="794"/>
                    <a:pt x="2385" y="879"/>
                    <a:pt x="2535" y="879"/>
                  </a:cubicBezTo>
                  <a:cubicBezTo>
                    <a:pt x="2591" y="879"/>
                    <a:pt x="2628" y="867"/>
                    <a:pt x="2651" y="837"/>
                  </a:cubicBezTo>
                  <a:cubicBezTo>
                    <a:pt x="2678" y="809"/>
                    <a:pt x="2678" y="781"/>
                    <a:pt x="2651" y="726"/>
                  </a:cubicBezTo>
                  <a:lnTo>
                    <a:pt x="2595" y="753"/>
                  </a:lnTo>
                  <a:cubicBezTo>
                    <a:pt x="2531" y="775"/>
                    <a:pt x="2471" y="784"/>
                    <a:pt x="2412" y="784"/>
                  </a:cubicBezTo>
                  <a:cubicBezTo>
                    <a:pt x="2317" y="784"/>
                    <a:pt x="2224" y="760"/>
                    <a:pt x="2121" y="726"/>
                  </a:cubicBezTo>
                  <a:cubicBezTo>
                    <a:pt x="1730" y="642"/>
                    <a:pt x="1311" y="698"/>
                    <a:pt x="921" y="502"/>
                  </a:cubicBezTo>
                  <a:cubicBezTo>
                    <a:pt x="753" y="391"/>
                    <a:pt x="558" y="307"/>
                    <a:pt x="363" y="195"/>
                  </a:cubicBezTo>
                  <a:cubicBezTo>
                    <a:pt x="307" y="168"/>
                    <a:pt x="168" y="84"/>
                    <a:pt x="84" y="0"/>
                  </a:cubicBezTo>
                  <a:close/>
                </a:path>
              </a:pathLst>
            </a:custGeom>
            <a:solidFill>
              <a:srgbClr val="471C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2180;p36">
              <a:extLst>
                <a:ext uri="{FF2B5EF4-FFF2-40B4-BE49-F238E27FC236}">
                  <a16:creationId xmlns:a16="http://schemas.microsoft.com/office/drawing/2014/main" id="{132D0592-B2D3-A50F-9266-BC71360EAB70}"/>
                </a:ext>
              </a:extLst>
            </p:cNvPr>
            <p:cNvSpPr/>
            <p:nvPr/>
          </p:nvSpPr>
          <p:spPr>
            <a:xfrm>
              <a:off x="6776152" y="2535484"/>
              <a:ext cx="31389" cy="29022"/>
            </a:xfrm>
            <a:custGeom>
              <a:avLst/>
              <a:gdLst/>
              <a:ahLst/>
              <a:cxnLst/>
              <a:rect l="l" t="t" r="r" b="b"/>
              <a:pathLst>
                <a:path w="504" h="466" extrusionOk="0">
                  <a:moveTo>
                    <a:pt x="392" y="1"/>
                  </a:moveTo>
                  <a:lnTo>
                    <a:pt x="308" y="57"/>
                  </a:lnTo>
                  <a:cubicBezTo>
                    <a:pt x="224" y="112"/>
                    <a:pt x="168" y="196"/>
                    <a:pt x="85" y="280"/>
                  </a:cubicBezTo>
                  <a:cubicBezTo>
                    <a:pt x="57" y="308"/>
                    <a:pt x="1" y="363"/>
                    <a:pt x="1" y="419"/>
                  </a:cubicBezTo>
                  <a:cubicBezTo>
                    <a:pt x="17" y="452"/>
                    <a:pt x="43" y="465"/>
                    <a:pt x="67" y="465"/>
                  </a:cubicBezTo>
                  <a:cubicBezTo>
                    <a:pt x="85" y="465"/>
                    <a:pt x="101" y="459"/>
                    <a:pt x="113" y="447"/>
                  </a:cubicBezTo>
                  <a:cubicBezTo>
                    <a:pt x="196" y="419"/>
                    <a:pt x="308" y="308"/>
                    <a:pt x="364" y="252"/>
                  </a:cubicBezTo>
                  <a:cubicBezTo>
                    <a:pt x="392" y="196"/>
                    <a:pt x="447" y="168"/>
                    <a:pt x="475" y="112"/>
                  </a:cubicBezTo>
                  <a:cubicBezTo>
                    <a:pt x="503" y="57"/>
                    <a:pt x="447" y="29"/>
                    <a:pt x="392" y="1"/>
                  </a:cubicBezTo>
                  <a:close/>
                </a:path>
              </a:pathLst>
            </a:custGeom>
            <a:solidFill>
              <a:srgbClr val="D389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2181;p36">
              <a:extLst>
                <a:ext uri="{FF2B5EF4-FFF2-40B4-BE49-F238E27FC236}">
                  <a16:creationId xmlns:a16="http://schemas.microsoft.com/office/drawing/2014/main" id="{34CA7842-B374-09DD-2972-1DE80A71BDD1}"/>
                </a:ext>
              </a:extLst>
            </p:cNvPr>
            <p:cNvSpPr/>
            <p:nvPr/>
          </p:nvSpPr>
          <p:spPr>
            <a:xfrm>
              <a:off x="6777896" y="2538972"/>
              <a:ext cx="29645" cy="25535"/>
            </a:xfrm>
            <a:custGeom>
              <a:avLst/>
              <a:gdLst/>
              <a:ahLst/>
              <a:cxnLst/>
              <a:rect l="l" t="t" r="r" b="b"/>
              <a:pathLst>
                <a:path w="476" h="410" extrusionOk="0">
                  <a:moveTo>
                    <a:pt x="391" y="1"/>
                  </a:moveTo>
                  <a:lnTo>
                    <a:pt x="308" y="28"/>
                  </a:lnTo>
                  <a:cubicBezTo>
                    <a:pt x="224" y="84"/>
                    <a:pt x="168" y="168"/>
                    <a:pt x="85" y="224"/>
                  </a:cubicBezTo>
                  <a:cubicBezTo>
                    <a:pt x="57" y="252"/>
                    <a:pt x="1" y="307"/>
                    <a:pt x="29" y="363"/>
                  </a:cubicBezTo>
                  <a:cubicBezTo>
                    <a:pt x="29" y="396"/>
                    <a:pt x="48" y="409"/>
                    <a:pt x="75" y="409"/>
                  </a:cubicBezTo>
                  <a:cubicBezTo>
                    <a:pt x="94" y="409"/>
                    <a:pt x="117" y="403"/>
                    <a:pt x="140" y="391"/>
                  </a:cubicBezTo>
                  <a:cubicBezTo>
                    <a:pt x="196" y="363"/>
                    <a:pt x="308" y="252"/>
                    <a:pt x="364" y="196"/>
                  </a:cubicBezTo>
                  <a:cubicBezTo>
                    <a:pt x="391" y="168"/>
                    <a:pt x="447" y="140"/>
                    <a:pt x="447" y="84"/>
                  </a:cubicBezTo>
                  <a:cubicBezTo>
                    <a:pt x="475" y="28"/>
                    <a:pt x="447" y="1"/>
                    <a:pt x="391" y="1"/>
                  </a:cubicBezTo>
                  <a:close/>
                </a:path>
              </a:pathLst>
            </a:custGeom>
            <a:solidFill>
              <a:srgbClr val="330F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2182;p36">
              <a:extLst>
                <a:ext uri="{FF2B5EF4-FFF2-40B4-BE49-F238E27FC236}">
                  <a16:creationId xmlns:a16="http://schemas.microsoft.com/office/drawing/2014/main" id="{B99E4BEE-D5AC-6695-E2DD-6604D0505112}"/>
                </a:ext>
              </a:extLst>
            </p:cNvPr>
            <p:cNvSpPr/>
            <p:nvPr/>
          </p:nvSpPr>
          <p:spPr>
            <a:xfrm>
              <a:off x="6777896" y="2538972"/>
              <a:ext cx="26158" cy="22670"/>
            </a:xfrm>
            <a:custGeom>
              <a:avLst/>
              <a:gdLst/>
              <a:ahLst/>
              <a:cxnLst/>
              <a:rect l="l" t="t" r="r" b="b"/>
              <a:pathLst>
                <a:path w="420" h="364" extrusionOk="0">
                  <a:moveTo>
                    <a:pt x="391" y="1"/>
                  </a:moveTo>
                  <a:lnTo>
                    <a:pt x="308" y="28"/>
                  </a:lnTo>
                  <a:cubicBezTo>
                    <a:pt x="224" y="84"/>
                    <a:pt x="168" y="168"/>
                    <a:pt x="85" y="224"/>
                  </a:cubicBezTo>
                  <a:cubicBezTo>
                    <a:pt x="57" y="252"/>
                    <a:pt x="1" y="307"/>
                    <a:pt x="29" y="363"/>
                  </a:cubicBezTo>
                  <a:lnTo>
                    <a:pt x="85" y="363"/>
                  </a:lnTo>
                  <a:cubicBezTo>
                    <a:pt x="168" y="335"/>
                    <a:pt x="252" y="224"/>
                    <a:pt x="308" y="168"/>
                  </a:cubicBezTo>
                  <a:cubicBezTo>
                    <a:pt x="364" y="140"/>
                    <a:pt x="391" y="112"/>
                    <a:pt x="419" y="56"/>
                  </a:cubicBezTo>
                  <a:lnTo>
                    <a:pt x="419" y="1"/>
                  </a:lnTo>
                  <a:close/>
                </a:path>
              </a:pathLst>
            </a:custGeom>
            <a:solidFill>
              <a:srgbClr val="471C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2183;p36">
              <a:extLst>
                <a:ext uri="{FF2B5EF4-FFF2-40B4-BE49-F238E27FC236}">
                  <a16:creationId xmlns:a16="http://schemas.microsoft.com/office/drawing/2014/main" id="{1E02128C-60D9-BCFC-8520-288095E93F93}"/>
                </a:ext>
              </a:extLst>
            </p:cNvPr>
            <p:cNvSpPr/>
            <p:nvPr/>
          </p:nvSpPr>
          <p:spPr>
            <a:xfrm>
              <a:off x="6857864" y="2505963"/>
              <a:ext cx="36558" cy="13017"/>
            </a:xfrm>
            <a:custGeom>
              <a:avLst/>
              <a:gdLst/>
              <a:ahLst/>
              <a:cxnLst/>
              <a:rect l="l" t="t" r="r" b="b"/>
              <a:pathLst>
                <a:path w="587" h="209" extrusionOk="0">
                  <a:moveTo>
                    <a:pt x="447" y="0"/>
                  </a:moveTo>
                  <a:cubicBezTo>
                    <a:pt x="363" y="0"/>
                    <a:pt x="279" y="28"/>
                    <a:pt x="168" y="56"/>
                  </a:cubicBezTo>
                  <a:cubicBezTo>
                    <a:pt x="140" y="56"/>
                    <a:pt x="56" y="56"/>
                    <a:pt x="28" y="112"/>
                  </a:cubicBezTo>
                  <a:cubicBezTo>
                    <a:pt x="0" y="140"/>
                    <a:pt x="56" y="196"/>
                    <a:pt x="84" y="196"/>
                  </a:cubicBezTo>
                  <a:cubicBezTo>
                    <a:pt x="112" y="205"/>
                    <a:pt x="146" y="208"/>
                    <a:pt x="182" y="208"/>
                  </a:cubicBezTo>
                  <a:cubicBezTo>
                    <a:pt x="254" y="208"/>
                    <a:pt x="335" y="196"/>
                    <a:pt x="391" y="196"/>
                  </a:cubicBezTo>
                  <a:cubicBezTo>
                    <a:pt x="447" y="196"/>
                    <a:pt x="502" y="196"/>
                    <a:pt x="530" y="168"/>
                  </a:cubicBezTo>
                  <a:cubicBezTo>
                    <a:pt x="586" y="140"/>
                    <a:pt x="586" y="84"/>
                    <a:pt x="558" y="56"/>
                  </a:cubicBezTo>
                  <a:lnTo>
                    <a:pt x="447" y="0"/>
                  </a:lnTo>
                  <a:close/>
                </a:path>
              </a:pathLst>
            </a:custGeom>
            <a:solidFill>
              <a:srgbClr val="D389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2184;p36">
              <a:extLst>
                <a:ext uri="{FF2B5EF4-FFF2-40B4-BE49-F238E27FC236}">
                  <a16:creationId xmlns:a16="http://schemas.microsoft.com/office/drawing/2014/main" id="{4C0FA3E9-45DD-3B1D-24B3-894EA46D32C0}"/>
                </a:ext>
              </a:extLst>
            </p:cNvPr>
            <p:cNvSpPr/>
            <p:nvPr/>
          </p:nvSpPr>
          <p:spPr>
            <a:xfrm>
              <a:off x="6859608" y="2508704"/>
              <a:ext cx="34815" cy="12020"/>
            </a:xfrm>
            <a:custGeom>
              <a:avLst/>
              <a:gdLst/>
              <a:ahLst/>
              <a:cxnLst/>
              <a:rect l="l" t="t" r="r" b="b"/>
              <a:pathLst>
                <a:path w="559" h="193" extrusionOk="0">
                  <a:moveTo>
                    <a:pt x="345" y="1"/>
                  </a:moveTo>
                  <a:cubicBezTo>
                    <a:pt x="286" y="1"/>
                    <a:pt x="227" y="20"/>
                    <a:pt x="167" y="40"/>
                  </a:cubicBezTo>
                  <a:cubicBezTo>
                    <a:pt x="112" y="40"/>
                    <a:pt x="56" y="40"/>
                    <a:pt x="28" y="68"/>
                  </a:cubicBezTo>
                  <a:cubicBezTo>
                    <a:pt x="0" y="124"/>
                    <a:pt x="56" y="180"/>
                    <a:pt x="84" y="180"/>
                  </a:cubicBezTo>
                  <a:cubicBezTo>
                    <a:pt x="112" y="189"/>
                    <a:pt x="146" y="192"/>
                    <a:pt x="181" y="192"/>
                  </a:cubicBezTo>
                  <a:cubicBezTo>
                    <a:pt x="251" y="192"/>
                    <a:pt x="326" y="180"/>
                    <a:pt x="363" y="180"/>
                  </a:cubicBezTo>
                  <a:cubicBezTo>
                    <a:pt x="419" y="180"/>
                    <a:pt x="474" y="180"/>
                    <a:pt x="502" y="152"/>
                  </a:cubicBezTo>
                  <a:cubicBezTo>
                    <a:pt x="558" y="124"/>
                    <a:pt x="558" y="68"/>
                    <a:pt x="530" y="40"/>
                  </a:cubicBezTo>
                  <a:lnTo>
                    <a:pt x="419" y="12"/>
                  </a:lnTo>
                  <a:cubicBezTo>
                    <a:pt x="394" y="4"/>
                    <a:pt x="370" y="1"/>
                    <a:pt x="345" y="1"/>
                  </a:cubicBezTo>
                  <a:close/>
                </a:path>
              </a:pathLst>
            </a:custGeom>
            <a:solidFill>
              <a:srgbClr val="330F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2185;p36">
              <a:extLst>
                <a:ext uri="{FF2B5EF4-FFF2-40B4-BE49-F238E27FC236}">
                  <a16:creationId xmlns:a16="http://schemas.microsoft.com/office/drawing/2014/main" id="{0F06FF1D-B959-4C96-E009-DF1333938B9E}"/>
                </a:ext>
              </a:extLst>
            </p:cNvPr>
            <p:cNvSpPr/>
            <p:nvPr/>
          </p:nvSpPr>
          <p:spPr>
            <a:xfrm>
              <a:off x="6861290" y="2508704"/>
              <a:ext cx="31389" cy="8532"/>
            </a:xfrm>
            <a:custGeom>
              <a:avLst/>
              <a:gdLst/>
              <a:ahLst/>
              <a:cxnLst/>
              <a:rect l="l" t="t" r="r" b="b"/>
              <a:pathLst>
                <a:path w="504" h="137" extrusionOk="0">
                  <a:moveTo>
                    <a:pt x="318" y="1"/>
                  </a:moveTo>
                  <a:cubicBezTo>
                    <a:pt x="259" y="1"/>
                    <a:pt x="200" y="20"/>
                    <a:pt x="140" y="40"/>
                  </a:cubicBezTo>
                  <a:cubicBezTo>
                    <a:pt x="85" y="40"/>
                    <a:pt x="29" y="40"/>
                    <a:pt x="1" y="68"/>
                  </a:cubicBezTo>
                  <a:lnTo>
                    <a:pt x="1" y="96"/>
                  </a:lnTo>
                  <a:lnTo>
                    <a:pt x="57" y="124"/>
                  </a:lnTo>
                  <a:cubicBezTo>
                    <a:pt x="75" y="133"/>
                    <a:pt x="103" y="136"/>
                    <a:pt x="135" y="136"/>
                  </a:cubicBezTo>
                  <a:cubicBezTo>
                    <a:pt x="199" y="136"/>
                    <a:pt x="280" y="124"/>
                    <a:pt x="336" y="124"/>
                  </a:cubicBezTo>
                  <a:cubicBezTo>
                    <a:pt x="392" y="124"/>
                    <a:pt x="447" y="124"/>
                    <a:pt x="475" y="96"/>
                  </a:cubicBezTo>
                  <a:lnTo>
                    <a:pt x="503" y="68"/>
                  </a:lnTo>
                  <a:lnTo>
                    <a:pt x="503" y="40"/>
                  </a:lnTo>
                  <a:lnTo>
                    <a:pt x="392" y="12"/>
                  </a:lnTo>
                  <a:cubicBezTo>
                    <a:pt x="367" y="4"/>
                    <a:pt x="343" y="1"/>
                    <a:pt x="318" y="1"/>
                  </a:cubicBezTo>
                  <a:close/>
                </a:path>
              </a:pathLst>
            </a:custGeom>
            <a:solidFill>
              <a:srgbClr val="471C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2186;p36">
              <a:extLst>
                <a:ext uri="{FF2B5EF4-FFF2-40B4-BE49-F238E27FC236}">
                  <a16:creationId xmlns:a16="http://schemas.microsoft.com/office/drawing/2014/main" id="{E5970171-E00D-4714-E9A8-3594A073281E}"/>
                </a:ext>
              </a:extLst>
            </p:cNvPr>
            <p:cNvSpPr/>
            <p:nvPr/>
          </p:nvSpPr>
          <p:spPr>
            <a:xfrm>
              <a:off x="6748375" y="2613709"/>
              <a:ext cx="7038" cy="3550"/>
            </a:xfrm>
            <a:custGeom>
              <a:avLst/>
              <a:gdLst/>
              <a:ahLst/>
              <a:cxnLst/>
              <a:rect l="l" t="t" r="r" b="b"/>
              <a:pathLst>
                <a:path w="113" h="57" extrusionOk="0">
                  <a:moveTo>
                    <a:pt x="1" y="0"/>
                  </a:moveTo>
                  <a:lnTo>
                    <a:pt x="1" y="28"/>
                  </a:lnTo>
                  <a:lnTo>
                    <a:pt x="1" y="56"/>
                  </a:lnTo>
                  <a:lnTo>
                    <a:pt x="112" y="56"/>
                  </a:lnTo>
                  <a:lnTo>
                    <a:pt x="84" y="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2187;p36">
              <a:extLst>
                <a:ext uri="{FF2B5EF4-FFF2-40B4-BE49-F238E27FC236}">
                  <a16:creationId xmlns:a16="http://schemas.microsoft.com/office/drawing/2014/main" id="{E89E29DA-166F-5F95-BF17-19FB623528A1}"/>
                </a:ext>
              </a:extLst>
            </p:cNvPr>
            <p:cNvSpPr/>
            <p:nvPr/>
          </p:nvSpPr>
          <p:spPr>
            <a:xfrm>
              <a:off x="6736230" y="2611965"/>
              <a:ext cx="8719" cy="3550"/>
            </a:xfrm>
            <a:custGeom>
              <a:avLst/>
              <a:gdLst/>
              <a:ahLst/>
              <a:cxnLst/>
              <a:rect l="l" t="t" r="r" b="b"/>
              <a:pathLst>
                <a:path w="140" h="57" extrusionOk="0">
                  <a:moveTo>
                    <a:pt x="0" y="0"/>
                  </a:moveTo>
                  <a:lnTo>
                    <a:pt x="28" y="28"/>
                  </a:lnTo>
                  <a:lnTo>
                    <a:pt x="112" y="56"/>
                  </a:lnTo>
                  <a:lnTo>
                    <a:pt x="140" y="56"/>
                  </a:lnTo>
                  <a:lnTo>
                    <a:pt x="112" y="2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2188;p36">
              <a:extLst>
                <a:ext uri="{FF2B5EF4-FFF2-40B4-BE49-F238E27FC236}">
                  <a16:creationId xmlns:a16="http://schemas.microsoft.com/office/drawing/2014/main" id="{898375F3-2159-AF68-38A9-9E238A6B50ED}"/>
                </a:ext>
              </a:extLst>
            </p:cNvPr>
            <p:cNvSpPr/>
            <p:nvPr/>
          </p:nvSpPr>
          <p:spPr>
            <a:xfrm>
              <a:off x="6758776" y="2615453"/>
              <a:ext cx="7038" cy="3488"/>
            </a:xfrm>
            <a:custGeom>
              <a:avLst/>
              <a:gdLst/>
              <a:ahLst/>
              <a:cxnLst/>
              <a:rect l="l" t="t" r="r" b="b"/>
              <a:pathLst>
                <a:path w="113" h="56" extrusionOk="0">
                  <a:moveTo>
                    <a:pt x="1" y="0"/>
                  </a:moveTo>
                  <a:lnTo>
                    <a:pt x="1" y="28"/>
                  </a:lnTo>
                  <a:lnTo>
                    <a:pt x="85" y="56"/>
                  </a:lnTo>
                  <a:lnTo>
                    <a:pt x="113" y="28"/>
                  </a:lnTo>
                  <a:lnTo>
                    <a:pt x="85" y="2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2189;p36">
              <a:extLst>
                <a:ext uri="{FF2B5EF4-FFF2-40B4-BE49-F238E27FC236}">
                  <a16:creationId xmlns:a16="http://schemas.microsoft.com/office/drawing/2014/main" id="{DC14EB7B-197C-FF39-D7D8-0AEF99E4A0A9}"/>
                </a:ext>
              </a:extLst>
            </p:cNvPr>
            <p:cNvSpPr/>
            <p:nvPr/>
          </p:nvSpPr>
          <p:spPr>
            <a:xfrm>
              <a:off x="6769239" y="2617197"/>
              <a:ext cx="6975" cy="1744"/>
            </a:xfrm>
            <a:custGeom>
              <a:avLst/>
              <a:gdLst/>
              <a:ahLst/>
              <a:cxnLst/>
              <a:rect l="l" t="t" r="r" b="b"/>
              <a:pathLst>
                <a:path w="112" h="28" extrusionOk="0">
                  <a:moveTo>
                    <a:pt x="0" y="0"/>
                  </a:moveTo>
                  <a:lnTo>
                    <a:pt x="0" y="28"/>
                  </a:lnTo>
                  <a:lnTo>
                    <a:pt x="112" y="28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2190;p36">
              <a:extLst>
                <a:ext uri="{FF2B5EF4-FFF2-40B4-BE49-F238E27FC236}">
                  <a16:creationId xmlns:a16="http://schemas.microsoft.com/office/drawing/2014/main" id="{E161DE44-8952-934F-6F67-319BA6C4DB74}"/>
                </a:ext>
              </a:extLst>
            </p:cNvPr>
            <p:cNvSpPr/>
            <p:nvPr/>
          </p:nvSpPr>
          <p:spPr>
            <a:xfrm>
              <a:off x="6706647" y="2599820"/>
              <a:ext cx="7038" cy="3488"/>
            </a:xfrm>
            <a:custGeom>
              <a:avLst/>
              <a:gdLst/>
              <a:ahLst/>
              <a:cxnLst/>
              <a:rect l="l" t="t" r="r" b="b"/>
              <a:pathLst>
                <a:path w="113" h="56" extrusionOk="0">
                  <a:moveTo>
                    <a:pt x="1" y="0"/>
                  </a:moveTo>
                  <a:lnTo>
                    <a:pt x="29" y="28"/>
                  </a:lnTo>
                  <a:lnTo>
                    <a:pt x="85" y="56"/>
                  </a:lnTo>
                  <a:lnTo>
                    <a:pt x="113" y="56"/>
                  </a:lnTo>
                  <a:lnTo>
                    <a:pt x="113" y="28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2191;p36">
              <a:extLst>
                <a:ext uri="{FF2B5EF4-FFF2-40B4-BE49-F238E27FC236}">
                  <a16:creationId xmlns:a16="http://schemas.microsoft.com/office/drawing/2014/main" id="{1583F5CF-C883-4E1A-026B-75F37728126E}"/>
                </a:ext>
              </a:extLst>
            </p:cNvPr>
            <p:cNvSpPr/>
            <p:nvPr/>
          </p:nvSpPr>
          <p:spPr>
            <a:xfrm>
              <a:off x="6717110" y="2603246"/>
              <a:ext cx="6975" cy="5294"/>
            </a:xfrm>
            <a:custGeom>
              <a:avLst/>
              <a:gdLst/>
              <a:ahLst/>
              <a:cxnLst/>
              <a:rect l="l" t="t" r="r" b="b"/>
              <a:pathLst>
                <a:path w="112" h="85" extrusionOk="0">
                  <a:moveTo>
                    <a:pt x="28" y="1"/>
                  </a:moveTo>
                  <a:lnTo>
                    <a:pt x="0" y="29"/>
                  </a:lnTo>
                  <a:lnTo>
                    <a:pt x="84" y="85"/>
                  </a:lnTo>
                  <a:lnTo>
                    <a:pt x="112" y="57"/>
                  </a:lnTo>
                  <a:lnTo>
                    <a:pt x="84" y="57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2192;p36">
              <a:extLst>
                <a:ext uri="{FF2B5EF4-FFF2-40B4-BE49-F238E27FC236}">
                  <a16:creationId xmlns:a16="http://schemas.microsoft.com/office/drawing/2014/main" id="{53581E5D-016C-C1ED-3F62-F7B6DF12BE90}"/>
                </a:ext>
              </a:extLst>
            </p:cNvPr>
            <p:cNvSpPr/>
            <p:nvPr/>
          </p:nvSpPr>
          <p:spPr>
            <a:xfrm>
              <a:off x="6727511" y="2608478"/>
              <a:ext cx="7038" cy="3550"/>
            </a:xfrm>
            <a:custGeom>
              <a:avLst/>
              <a:gdLst/>
              <a:ahLst/>
              <a:cxnLst/>
              <a:rect l="l" t="t" r="r" b="b"/>
              <a:pathLst>
                <a:path w="113" h="57" extrusionOk="0">
                  <a:moveTo>
                    <a:pt x="1" y="1"/>
                  </a:moveTo>
                  <a:lnTo>
                    <a:pt x="1" y="28"/>
                  </a:lnTo>
                  <a:lnTo>
                    <a:pt x="84" y="56"/>
                  </a:lnTo>
                  <a:lnTo>
                    <a:pt x="112" y="56"/>
                  </a:lnTo>
                  <a:lnTo>
                    <a:pt x="84" y="2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2193;p36">
              <a:extLst>
                <a:ext uri="{FF2B5EF4-FFF2-40B4-BE49-F238E27FC236}">
                  <a16:creationId xmlns:a16="http://schemas.microsoft.com/office/drawing/2014/main" id="{9B8B8453-4D9B-09D1-F2F2-96ED9E983DB5}"/>
                </a:ext>
              </a:extLst>
            </p:cNvPr>
            <p:cNvSpPr/>
            <p:nvPr/>
          </p:nvSpPr>
          <p:spPr>
            <a:xfrm>
              <a:off x="6678870" y="2582444"/>
              <a:ext cx="7038" cy="5232"/>
            </a:xfrm>
            <a:custGeom>
              <a:avLst/>
              <a:gdLst/>
              <a:ahLst/>
              <a:cxnLst/>
              <a:rect l="l" t="t" r="r" b="b"/>
              <a:pathLst>
                <a:path w="113" h="84" extrusionOk="0">
                  <a:moveTo>
                    <a:pt x="1" y="0"/>
                  </a:moveTo>
                  <a:lnTo>
                    <a:pt x="28" y="28"/>
                  </a:lnTo>
                  <a:lnTo>
                    <a:pt x="84" y="56"/>
                  </a:lnTo>
                  <a:lnTo>
                    <a:pt x="84" y="84"/>
                  </a:lnTo>
                  <a:lnTo>
                    <a:pt x="112" y="56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2194;p36">
              <a:extLst>
                <a:ext uri="{FF2B5EF4-FFF2-40B4-BE49-F238E27FC236}">
                  <a16:creationId xmlns:a16="http://schemas.microsoft.com/office/drawing/2014/main" id="{16D88AD8-E57E-F242-BEE9-690DF6DABB7A}"/>
                </a:ext>
              </a:extLst>
            </p:cNvPr>
            <p:cNvSpPr/>
            <p:nvPr/>
          </p:nvSpPr>
          <p:spPr>
            <a:xfrm>
              <a:off x="6697990" y="2594589"/>
              <a:ext cx="7038" cy="3550"/>
            </a:xfrm>
            <a:custGeom>
              <a:avLst/>
              <a:gdLst/>
              <a:ahLst/>
              <a:cxnLst/>
              <a:rect l="l" t="t" r="r" b="b"/>
              <a:pathLst>
                <a:path w="113" h="57" extrusionOk="0">
                  <a:moveTo>
                    <a:pt x="0" y="0"/>
                  </a:moveTo>
                  <a:lnTo>
                    <a:pt x="84" y="56"/>
                  </a:lnTo>
                  <a:lnTo>
                    <a:pt x="112" y="56"/>
                  </a:lnTo>
                  <a:lnTo>
                    <a:pt x="84" y="28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2195;p36">
              <a:extLst>
                <a:ext uri="{FF2B5EF4-FFF2-40B4-BE49-F238E27FC236}">
                  <a16:creationId xmlns:a16="http://schemas.microsoft.com/office/drawing/2014/main" id="{28782449-4C3A-BD7C-E945-0B703F55B960}"/>
                </a:ext>
              </a:extLst>
            </p:cNvPr>
            <p:cNvSpPr/>
            <p:nvPr/>
          </p:nvSpPr>
          <p:spPr>
            <a:xfrm>
              <a:off x="6779640" y="2618878"/>
              <a:ext cx="7038" cy="1806"/>
            </a:xfrm>
            <a:custGeom>
              <a:avLst/>
              <a:gdLst/>
              <a:ahLst/>
              <a:cxnLst/>
              <a:rect l="l" t="t" r="r" b="b"/>
              <a:pathLst>
                <a:path w="113" h="29" extrusionOk="0">
                  <a:moveTo>
                    <a:pt x="1" y="1"/>
                  </a:moveTo>
                  <a:lnTo>
                    <a:pt x="1" y="29"/>
                  </a:lnTo>
                  <a:lnTo>
                    <a:pt x="112" y="29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2196;p36">
              <a:extLst>
                <a:ext uri="{FF2B5EF4-FFF2-40B4-BE49-F238E27FC236}">
                  <a16:creationId xmlns:a16="http://schemas.microsoft.com/office/drawing/2014/main" id="{63E05180-2129-65DD-DB29-8AD6EE30AF06}"/>
                </a:ext>
              </a:extLst>
            </p:cNvPr>
            <p:cNvSpPr/>
            <p:nvPr/>
          </p:nvSpPr>
          <p:spPr>
            <a:xfrm>
              <a:off x="6689271" y="2587613"/>
              <a:ext cx="5294" cy="5294"/>
            </a:xfrm>
            <a:custGeom>
              <a:avLst/>
              <a:gdLst/>
              <a:ahLst/>
              <a:cxnLst/>
              <a:rect l="l" t="t" r="r" b="b"/>
              <a:pathLst>
                <a:path w="85" h="85" extrusionOk="0">
                  <a:moveTo>
                    <a:pt x="1" y="1"/>
                  </a:moveTo>
                  <a:lnTo>
                    <a:pt x="1" y="29"/>
                  </a:lnTo>
                  <a:lnTo>
                    <a:pt x="57" y="84"/>
                  </a:lnTo>
                  <a:lnTo>
                    <a:pt x="85" y="84"/>
                  </a:lnTo>
                  <a:lnTo>
                    <a:pt x="85" y="5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2197;p36">
              <a:extLst>
                <a:ext uri="{FF2B5EF4-FFF2-40B4-BE49-F238E27FC236}">
                  <a16:creationId xmlns:a16="http://schemas.microsoft.com/office/drawing/2014/main" id="{36E5DA54-BEC1-8CFE-73A0-8C3D43ACDEAA}"/>
                </a:ext>
              </a:extLst>
            </p:cNvPr>
            <p:cNvSpPr/>
            <p:nvPr/>
          </p:nvSpPr>
          <p:spPr>
            <a:xfrm>
              <a:off x="6823112" y="2624110"/>
              <a:ext cx="6975" cy="3550"/>
            </a:xfrm>
            <a:custGeom>
              <a:avLst/>
              <a:gdLst/>
              <a:ahLst/>
              <a:cxnLst/>
              <a:rect l="l" t="t" r="r" b="b"/>
              <a:pathLst>
                <a:path w="112" h="57" extrusionOk="0">
                  <a:moveTo>
                    <a:pt x="84" y="1"/>
                  </a:moveTo>
                  <a:cubicBezTo>
                    <a:pt x="84" y="1"/>
                    <a:pt x="56" y="1"/>
                    <a:pt x="0" y="29"/>
                  </a:cubicBezTo>
                  <a:lnTo>
                    <a:pt x="0" y="56"/>
                  </a:lnTo>
                  <a:cubicBezTo>
                    <a:pt x="56" y="29"/>
                    <a:pt x="84" y="29"/>
                    <a:pt x="84" y="29"/>
                  </a:cubicBezTo>
                  <a:lnTo>
                    <a:pt x="112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2198;p36">
              <a:extLst>
                <a:ext uri="{FF2B5EF4-FFF2-40B4-BE49-F238E27FC236}">
                  <a16:creationId xmlns:a16="http://schemas.microsoft.com/office/drawing/2014/main" id="{CC8868A6-8EFA-C22F-7FE8-2C15DD9E63E7}"/>
                </a:ext>
              </a:extLst>
            </p:cNvPr>
            <p:cNvSpPr/>
            <p:nvPr/>
          </p:nvSpPr>
          <p:spPr>
            <a:xfrm>
              <a:off x="6790103" y="2620622"/>
              <a:ext cx="6975" cy="3550"/>
            </a:xfrm>
            <a:custGeom>
              <a:avLst/>
              <a:gdLst/>
              <a:ahLst/>
              <a:cxnLst/>
              <a:rect l="l" t="t" r="r" b="b"/>
              <a:pathLst>
                <a:path w="112" h="57" extrusionOk="0">
                  <a:moveTo>
                    <a:pt x="0" y="1"/>
                  </a:moveTo>
                  <a:lnTo>
                    <a:pt x="28" y="29"/>
                  </a:lnTo>
                  <a:lnTo>
                    <a:pt x="84" y="57"/>
                  </a:lnTo>
                  <a:lnTo>
                    <a:pt x="112" y="57"/>
                  </a:lnTo>
                  <a:lnTo>
                    <a:pt x="112" y="29"/>
                  </a:lnTo>
                  <a:lnTo>
                    <a:pt x="84" y="29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2199;p36">
              <a:extLst>
                <a:ext uri="{FF2B5EF4-FFF2-40B4-BE49-F238E27FC236}">
                  <a16:creationId xmlns:a16="http://schemas.microsoft.com/office/drawing/2014/main" id="{1882BDC3-EB97-06EF-D371-ED5BEF01D9BD}"/>
                </a:ext>
              </a:extLst>
            </p:cNvPr>
            <p:cNvSpPr/>
            <p:nvPr/>
          </p:nvSpPr>
          <p:spPr>
            <a:xfrm>
              <a:off x="6800504" y="2624110"/>
              <a:ext cx="7038" cy="1806"/>
            </a:xfrm>
            <a:custGeom>
              <a:avLst/>
              <a:gdLst/>
              <a:ahLst/>
              <a:cxnLst/>
              <a:rect l="l" t="t" r="r" b="b"/>
              <a:pathLst>
                <a:path w="113" h="29" extrusionOk="0">
                  <a:moveTo>
                    <a:pt x="1" y="1"/>
                  </a:moveTo>
                  <a:lnTo>
                    <a:pt x="28" y="29"/>
                  </a:lnTo>
                  <a:lnTo>
                    <a:pt x="112" y="29"/>
                  </a:lnTo>
                  <a:lnTo>
                    <a:pt x="112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2200;p36">
              <a:extLst>
                <a:ext uri="{FF2B5EF4-FFF2-40B4-BE49-F238E27FC236}">
                  <a16:creationId xmlns:a16="http://schemas.microsoft.com/office/drawing/2014/main" id="{711EDFEC-8D6F-E8B8-FAC2-5AC374927E12}"/>
                </a:ext>
              </a:extLst>
            </p:cNvPr>
            <p:cNvSpPr/>
            <p:nvPr/>
          </p:nvSpPr>
          <p:spPr>
            <a:xfrm>
              <a:off x="6810905" y="2625854"/>
              <a:ext cx="8781" cy="1806"/>
            </a:xfrm>
            <a:custGeom>
              <a:avLst/>
              <a:gdLst/>
              <a:ahLst/>
              <a:cxnLst/>
              <a:rect l="l" t="t" r="r" b="b"/>
              <a:pathLst>
                <a:path w="141" h="29" extrusionOk="0">
                  <a:moveTo>
                    <a:pt x="1" y="1"/>
                  </a:moveTo>
                  <a:lnTo>
                    <a:pt x="29" y="28"/>
                  </a:lnTo>
                  <a:lnTo>
                    <a:pt x="113" y="28"/>
                  </a:lnTo>
                  <a:lnTo>
                    <a:pt x="140" y="1"/>
                  </a:lnTo>
                  <a:close/>
                </a:path>
              </a:pathLst>
            </a:custGeom>
            <a:solidFill>
              <a:srgbClr val="3819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2201;p36">
              <a:extLst>
                <a:ext uri="{FF2B5EF4-FFF2-40B4-BE49-F238E27FC236}">
                  <a16:creationId xmlns:a16="http://schemas.microsoft.com/office/drawing/2014/main" id="{64C3EB38-8B41-1FB8-4045-CEF3FD268C0D}"/>
                </a:ext>
              </a:extLst>
            </p:cNvPr>
            <p:cNvSpPr/>
            <p:nvPr/>
          </p:nvSpPr>
          <p:spPr>
            <a:xfrm>
              <a:off x="6899530" y="2486843"/>
              <a:ext cx="42475" cy="26407"/>
            </a:xfrm>
            <a:custGeom>
              <a:avLst/>
              <a:gdLst/>
              <a:ahLst/>
              <a:cxnLst/>
              <a:rect l="l" t="t" r="r" b="b"/>
              <a:pathLst>
                <a:path w="682" h="424" extrusionOk="0">
                  <a:moveTo>
                    <a:pt x="219" y="1"/>
                  </a:moveTo>
                  <a:cubicBezTo>
                    <a:pt x="140" y="1"/>
                    <a:pt x="66" y="38"/>
                    <a:pt x="29" y="112"/>
                  </a:cubicBezTo>
                  <a:cubicBezTo>
                    <a:pt x="1" y="168"/>
                    <a:pt x="29" y="224"/>
                    <a:pt x="84" y="252"/>
                  </a:cubicBezTo>
                  <a:cubicBezTo>
                    <a:pt x="168" y="307"/>
                    <a:pt x="280" y="391"/>
                    <a:pt x="559" y="419"/>
                  </a:cubicBezTo>
                  <a:cubicBezTo>
                    <a:pt x="570" y="422"/>
                    <a:pt x="581" y="423"/>
                    <a:pt x="590" y="423"/>
                  </a:cubicBezTo>
                  <a:cubicBezTo>
                    <a:pt x="674" y="423"/>
                    <a:pt x="681" y="315"/>
                    <a:pt x="531" y="140"/>
                  </a:cubicBezTo>
                  <a:cubicBezTo>
                    <a:pt x="447" y="56"/>
                    <a:pt x="363" y="28"/>
                    <a:pt x="336" y="28"/>
                  </a:cubicBezTo>
                  <a:cubicBezTo>
                    <a:pt x="298" y="10"/>
                    <a:pt x="258" y="1"/>
                    <a:pt x="219" y="1"/>
                  </a:cubicBezTo>
                  <a:close/>
                </a:path>
              </a:pathLst>
            </a:custGeom>
            <a:solidFill>
              <a:srgbClr val="7C44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2202;p36">
              <a:extLst>
                <a:ext uri="{FF2B5EF4-FFF2-40B4-BE49-F238E27FC236}">
                  <a16:creationId xmlns:a16="http://schemas.microsoft.com/office/drawing/2014/main" id="{B804A4C2-236E-8758-EE55-CB35880EDE43}"/>
                </a:ext>
              </a:extLst>
            </p:cNvPr>
            <p:cNvSpPr/>
            <p:nvPr/>
          </p:nvSpPr>
          <p:spPr>
            <a:xfrm>
              <a:off x="6899530" y="2490331"/>
              <a:ext cx="41790" cy="22670"/>
            </a:xfrm>
            <a:custGeom>
              <a:avLst/>
              <a:gdLst/>
              <a:ahLst/>
              <a:cxnLst/>
              <a:rect l="l" t="t" r="r" b="b"/>
              <a:pathLst>
                <a:path w="671" h="364" extrusionOk="0">
                  <a:moveTo>
                    <a:pt x="84" y="0"/>
                  </a:moveTo>
                  <a:lnTo>
                    <a:pt x="29" y="56"/>
                  </a:lnTo>
                  <a:cubicBezTo>
                    <a:pt x="1" y="112"/>
                    <a:pt x="29" y="168"/>
                    <a:pt x="84" y="196"/>
                  </a:cubicBezTo>
                  <a:cubicBezTo>
                    <a:pt x="168" y="251"/>
                    <a:pt x="280" y="335"/>
                    <a:pt x="559" y="363"/>
                  </a:cubicBezTo>
                  <a:cubicBezTo>
                    <a:pt x="642" y="363"/>
                    <a:pt x="670" y="335"/>
                    <a:pt x="642" y="251"/>
                  </a:cubicBezTo>
                  <a:lnTo>
                    <a:pt x="642" y="251"/>
                  </a:lnTo>
                  <a:cubicBezTo>
                    <a:pt x="613" y="274"/>
                    <a:pt x="580" y="282"/>
                    <a:pt x="544" y="282"/>
                  </a:cubicBezTo>
                  <a:cubicBezTo>
                    <a:pt x="446" y="282"/>
                    <a:pt x="334" y="216"/>
                    <a:pt x="252" y="196"/>
                  </a:cubicBezTo>
                  <a:cubicBezTo>
                    <a:pt x="196" y="140"/>
                    <a:pt x="112" y="84"/>
                    <a:pt x="84" y="0"/>
                  </a:cubicBezTo>
                  <a:close/>
                </a:path>
              </a:pathLst>
            </a:custGeom>
            <a:solidFill>
              <a:srgbClr val="5123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2203;p36">
              <a:extLst>
                <a:ext uri="{FF2B5EF4-FFF2-40B4-BE49-F238E27FC236}">
                  <a16:creationId xmlns:a16="http://schemas.microsoft.com/office/drawing/2014/main" id="{D93141B7-5EA0-7906-2B82-B5D225CB3B33}"/>
                </a:ext>
              </a:extLst>
            </p:cNvPr>
            <p:cNvSpPr/>
            <p:nvPr/>
          </p:nvSpPr>
          <p:spPr>
            <a:xfrm>
              <a:off x="4543393" y="3616242"/>
              <a:ext cx="161243" cy="101828"/>
            </a:xfrm>
            <a:custGeom>
              <a:avLst/>
              <a:gdLst/>
              <a:ahLst/>
              <a:cxnLst/>
              <a:rect l="l" t="t" r="r" b="b"/>
              <a:pathLst>
                <a:path w="2589" h="1635" extrusionOk="0">
                  <a:moveTo>
                    <a:pt x="1089" y="1"/>
                  </a:moveTo>
                  <a:cubicBezTo>
                    <a:pt x="838" y="1"/>
                    <a:pt x="670" y="29"/>
                    <a:pt x="419" y="140"/>
                  </a:cubicBezTo>
                  <a:cubicBezTo>
                    <a:pt x="335" y="168"/>
                    <a:pt x="112" y="308"/>
                    <a:pt x="56" y="392"/>
                  </a:cubicBezTo>
                  <a:cubicBezTo>
                    <a:pt x="1" y="503"/>
                    <a:pt x="112" y="475"/>
                    <a:pt x="196" y="587"/>
                  </a:cubicBezTo>
                  <a:cubicBezTo>
                    <a:pt x="503" y="1005"/>
                    <a:pt x="921" y="1480"/>
                    <a:pt x="1423" y="1619"/>
                  </a:cubicBezTo>
                  <a:cubicBezTo>
                    <a:pt x="1449" y="1630"/>
                    <a:pt x="1477" y="1635"/>
                    <a:pt x="1508" y="1635"/>
                  </a:cubicBezTo>
                  <a:cubicBezTo>
                    <a:pt x="1881" y="1635"/>
                    <a:pt x="2589" y="907"/>
                    <a:pt x="2512" y="726"/>
                  </a:cubicBezTo>
                  <a:cubicBezTo>
                    <a:pt x="2456" y="531"/>
                    <a:pt x="2065" y="308"/>
                    <a:pt x="1870" y="224"/>
                  </a:cubicBezTo>
                  <a:cubicBezTo>
                    <a:pt x="1619" y="113"/>
                    <a:pt x="1396" y="29"/>
                    <a:pt x="1089" y="1"/>
                  </a:cubicBezTo>
                  <a:close/>
                </a:path>
              </a:pathLst>
            </a:custGeom>
            <a:solidFill>
              <a:srgbClr val="664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2204;p36">
              <a:extLst>
                <a:ext uri="{FF2B5EF4-FFF2-40B4-BE49-F238E27FC236}">
                  <a16:creationId xmlns:a16="http://schemas.microsoft.com/office/drawing/2014/main" id="{8B9BE94F-3F85-53C0-6903-4EFF623BA919}"/>
                </a:ext>
              </a:extLst>
            </p:cNvPr>
            <p:cNvSpPr/>
            <p:nvPr/>
          </p:nvSpPr>
          <p:spPr>
            <a:xfrm>
              <a:off x="4541650" y="3616242"/>
              <a:ext cx="163049" cy="101516"/>
            </a:xfrm>
            <a:custGeom>
              <a:avLst/>
              <a:gdLst/>
              <a:ahLst/>
              <a:cxnLst/>
              <a:rect l="l" t="t" r="r" b="b"/>
              <a:pathLst>
                <a:path w="2618" h="1630" extrusionOk="0">
                  <a:moveTo>
                    <a:pt x="1117" y="1"/>
                  </a:moveTo>
                  <a:cubicBezTo>
                    <a:pt x="866" y="1"/>
                    <a:pt x="698" y="29"/>
                    <a:pt x="447" y="140"/>
                  </a:cubicBezTo>
                  <a:cubicBezTo>
                    <a:pt x="363" y="168"/>
                    <a:pt x="140" y="336"/>
                    <a:pt x="84" y="419"/>
                  </a:cubicBezTo>
                  <a:cubicBezTo>
                    <a:pt x="1" y="531"/>
                    <a:pt x="140" y="475"/>
                    <a:pt x="224" y="587"/>
                  </a:cubicBezTo>
                  <a:cubicBezTo>
                    <a:pt x="531" y="1005"/>
                    <a:pt x="949" y="1480"/>
                    <a:pt x="1451" y="1619"/>
                  </a:cubicBezTo>
                  <a:cubicBezTo>
                    <a:pt x="1473" y="1626"/>
                    <a:pt x="1496" y="1630"/>
                    <a:pt x="1522" y="1630"/>
                  </a:cubicBezTo>
                  <a:cubicBezTo>
                    <a:pt x="1890" y="1630"/>
                    <a:pt x="2618" y="909"/>
                    <a:pt x="2540" y="726"/>
                  </a:cubicBezTo>
                  <a:lnTo>
                    <a:pt x="2512" y="643"/>
                  </a:lnTo>
                  <a:cubicBezTo>
                    <a:pt x="2400" y="838"/>
                    <a:pt x="2233" y="1061"/>
                    <a:pt x="2037" y="1201"/>
                  </a:cubicBezTo>
                  <a:cubicBezTo>
                    <a:pt x="1944" y="1278"/>
                    <a:pt x="1808" y="1338"/>
                    <a:pt x="1682" y="1338"/>
                  </a:cubicBezTo>
                  <a:cubicBezTo>
                    <a:pt x="1581" y="1338"/>
                    <a:pt x="1486" y="1300"/>
                    <a:pt x="1424" y="1201"/>
                  </a:cubicBezTo>
                  <a:cubicBezTo>
                    <a:pt x="1228" y="866"/>
                    <a:pt x="1591" y="475"/>
                    <a:pt x="1842" y="196"/>
                  </a:cubicBezTo>
                  <a:cubicBezTo>
                    <a:pt x="1619" y="113"/>
                    <a:pt x="1396" y="1"/>
                    <a:pt x="1117" y="1"/>
                  </a:cubicBezTo>
                  <a:close/>
                </a:path>
              </a:pathLst>
            </a:custGeom>
            <a:solidFill>
              <a:srgbClr val="563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2205;p36">
              <a:extLst>
                <a:ext uri="{FF2B5EF4-FFF2-40B4-BE49-F238E27FC236}">
                  <a16:creationId xmlns:a16="http://schemas.microsoft.com/office/drawing/2014/main" id="{4641CD56-A44F-8396-4DF9-0B15CAF05183}"/>
                </a:ext>
              </a:extLst>
            </p:cNvPr>
            <p:cNvSpPr/>
            <p:nvPr/>
          </p:nvSpPr>
          <p:spPr>
            <a:xfrm>
              <a:off x="4541650" y="3616242"/>
              <a:ext cx="163049" cy="101516"/>
            </a:xfrm>
            <a:custGeom>
              <a:avLst/>
              <a:gdLst/>
              <a:ahLst/>
              <a:cxnLst/>
              <a:rect l="l" t="t" r="r" b="b"/>
              <a:pathLst>
                <a:path w="2618" h="1630" extrusionOk="0">
                  <a:moveTo>
                    <a:pt x="1117" y="1"/>
                  </a:moveTo>
                  <a:cubicBezTo>
                    <a:pt x="866" y="1"/>
                    <a:pt x="698" y="29"/>
                    <a:pt x="447" y="140"/>
                  </a:cubicBezTo>
                  <a:cubicBezTo>
                    <a:pt x="363" y="168"/>
                    <a:pt x="140" y="336"/>
                    <a:pt x="84" y="419"/>
                  </a:cubicBezTo>
                  <a:cubicBezTo>
                    <a:pt x="1" y="531"/>
                    <a:pt x="140" y="475"/>
                    <a:pt x="224" y="587"/>
                  </a:cubicBezTo>
                  <a:cubicBezTo>
                    <a:pt x="531" y="1005"/>
                    <a:pt x="949" y="1480"/>
                    <a:pt x="1451" y="1619"/>
                  </a:cubicBezTo>
                  <a:cubicBezTo>
                    <a:pt x="1468" y="1626"/>
                    <a:pt x="1486" y="1630"/>
                    <a:pt x="1507" y="1630"/>
                  </a:cubicBezTo>
                  <a:cubicBezTo>
                    <a:pt x="1816" y="1630"/>
                    <a:pt x="2618" y="909"/>
                    <a:pt x="2540" y="726"/>
                  </a:cubicBezTo>
                  <a:lnTo>
                    <a:pt x="2540" y="698"/>
                  </a:lnTo>
                  <a:cubicBezTo>
                    <a:pt x="2400" y="922"/>
                    <a:pt x="2233" y="1173"/>
                    <a:pt x="2009" y="1312"/>
                  </a:cubicBezTo>
                  <a:cubicBezTo>
                    <a:pt x="1907" y="1377"/>
                    <a:pt x="1808" y="1405"/>
                    <a:pt x="1713" y="1405"/>
                  </a:cubicBezTo>
                  <a:cubicBezTo>
                    <a:pt x="1523" y="1405"/>
                    <a:pt x="1349" y="1294"/>
                    <a:pt x="1200" y="1145"/>
                  </a:cubicBezTo>
                  <a:cubicBezTo>
                    <a:pt x="893" y="782"/>
                    <a:pt x="1061" y="336"/>
                    <a:pt x="1368" y="29"/>
                  </a:cubicBezTo>
                  <a:cubicBezTo>
                    <a:pt x="1284" y="29"/>
                    <a:pt x="1200" y="1"/>
                    <a:pt x="1117" y="1"/>
                  </a:cubicBezTo>
                  <a:close/>
                </a:path>
              </a:pathLst>
            </a:custGeom>
            <a:solidFill>
              <a:srgbClr val="513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2206;p36">
              <a:extLst>
                <a:ext uri="{FF2B5EF4-FFF2-40B4-BE49-F238E27FC236}">
                  <a16:creationId xmlns:a16="http://schemas.microsoft.com/office/drawing/2014/main" id="{555E6B04-CBFC-135A-8750-68AFAC02128F}"/>
                </a:ext>
              </a:extLst>
            </p:cNvPr>
            <p:cNvSpPr/>
            <p:nvPr/>
          </p:nvSpPr>
          <p:spPr>
            <a:xfrm>
              <a:off x="4644163" y="3647570"/>
              <a:ext cx="47021" cy="47395"/>
            </a:xfrm>
            <a:custGeom>
              <a:avLst/>
              <a:gdLst/>
              <a:ahLst/>
              <a:cxnLst/>
              <a:rect l="l" t="t" r="r" b="b"/>
              <a:pathLst>
                <a:path w="755" h="761" extrusionOk="0">
                  <a:moveTo>
                    <a:pt x="615" y="0"/>
                  </a:moveTo>
                  <a:cubicBezTo>
                    <a:pt x="419" y="223"/>
                    <a:pt x="252" y="502"/>
                    <a:pt x="1" y="670"/>
                  </a:cubicBezTo>
                  <a:cubicBezTo>
                    <a:pt x="24" y="715"/>
                    <a:pt x="65" y="761"/>
                    <a:pt x="110" y="761"/>
                  </a:cubicBezTo>
                  <a:cubicBezTo>
                    <a:pt x="120" y="761"/>
                    <a:pt x="130" y="759"/>
                    <a:pt x="140" y="753"/>
                  </a:cubicBezTo>
                  <a:cubicBezTo>
                    <a:pt x="308" y="726"/>
                    <a:pt x="503" y="502"/>
                    <a:pt x="615" y="363"/>
                  </a:cubicBezTo>
                  <a:cubicBezTo>
                    <a:pt x="642" y="307"/>
                    <a:pt x="726" y="223"/>
                    <a:pt x="726" y="168"/>
                  </a:cubicBezTo>
                  <a:cubicBezTo>
                    <a:pt x="754" y="112"/>
                    <a:pt x="670" y="28"/>
                    <a:pt x="615" y="0"/>
                  </a:cubicBezTo>
                  <a:close/>
                </a:path>
              </a:pathLst>
            </a:custGeom>
            <a:solidFill>
              <a:srgbClr val="7C6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2207;p36">
              <a:extLst>
                <a:ext uri="{FF2B5EF4-FFF2-40B4-BE49-F238E27FC236}">
                  <a16:creationId xmlns:a16="http://schemas.microsoft.com/office/drawing/2014/main" id="{2DC1646F-13E6-0132-6E1C-37E44E9B55A7}"/>
                </a:ext>
              </a:extLst>
            </p:cNvPr>
            <p:cNvSpPr/>
            <p:nvPr/>
          </p:nvSpPr>
          <p:spPr>
            <a:xfrm>
              <a:off x="3704163" y="4083659"/>
              <a:ext cx="158191" cy="113350"/>
            </a:xfrm>
            <a:custGeom>
              <a:avLst/>
              <a:gdLst/>
              <a:ahLst/>
              <a:cxnLst/>
              <a:rect l="l" t="t" r="r" b="b"/>
              <a:pathLst>
                <a:path w="2540" h="1820" extrusionOk="0">
                  <a:moveTo>
                    <a:pt x="893" y="1"/>
                  </a:moveTo>
                  <a:cubicBezTo>
                    <a:pt x="670" y="29"/>
                    <a:pt x="447" y="503"/>
                    <a:pt x="363" y="810"/>
                  </a:cubicBezTo>
                  <a:cubicBezTo>
                    <a:pt x="224" y="1312"/>
                    <a:pt x="0" y="1563"/>
                    <a:pt x="586" y="1758"/>
                  </a:cubicBezTo>
                  <a:cubicBezTo>
                    <a:pt x="714" y="1801"/>
                    <a:pt x="899" y="1819"/>
                    <a:pt x="1097" y="1819"/>
                  </a:cubicBezTo>
                  <a:cubicBezTo>
                    <a:pt x="1418" y="1819"/>
                    <a:pt x="1774" y="1772"/>
                    <a:pt x="1981" y="1703"/>
                  </a:cubicBezTo>
                  <a:cubicBezTo>
                    <a:pt x="2539" y="1479"/>
                    <a:pt x="2344" y="1061"/>
                    <a:pt x="2539" y="615"/>
                  </a:cubicBezTo>
                  <a:cubicBezTo>
                    <a:pt x="2065" y="308"/>
                    <a:pt x="1367" y="29"/>
                    <a:pt x="893" y="1"/>
                  </a:cubicBezTo>
                  <a:close/>
                </a:path>
              </a:pathLst>
            </a:custGeom>
            <a:solidFill>
              <a:srgbClr val="6D5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2208;p36">
              <a:extLst>
                <a:ext uri="{FF2B5EF4-FFF2-40B4-BE49-F238E27FC236}">
                  <a16:creationId xmlns:a16="http://schemas.microsoft.com/office/drawing/2014/main" id="{C0DDF054-08AB-C265-508C-481B1FB5AA0D}"/>
                </a:ext>
              </a:extLst>
            </p:cNvPr>
            <p:cNvSpPr/>
            <p:nvPr/>
          </p:nvSpPr>
          <p:spPr>
            <a:xfrm>
              <a:off x="3712820" y="4083659"/>
              <a:ext cx="149534" cy="113038"/>
            </a:xfrm>
            <a:custGeom>
              <a:avLst/>
              <a:gdLst/>
              <a:ahLst/>
              <a:cxnLst/>
              <a:rect l="l" t="t" r="r" b="b"/>
              <a:pathLst>
                <a:path w="2401" h="1815" extrusionOk="0">
                  <a:moveTo>
                    <a:pt x="754" y="1"/>
                  </a:moveTo>
                  <a:cubicBezTo>
                    <a:pt x="531" y="29"/>
                    <a:pt x="308" y="503"/>
                    <a:pt x="224" y="810"/>
                  </a:cubicBezTo>
                  <a:cubicBezTo>
                    <a:pt x="140" y="1173"/>
                    <a:pt x="1" y="1424"/>
                    <a:pt x="140" y="1591"/>
                  </a:cubicBezTo>
                  <a:lnTo>
                    <a:pt x="112" y="1535"/>
                  </a:lnTo>
                  <a:cubicBezTo>
                    <a:pt x="140" y="1424"/>
                    <a:pt x="168" y="1340"/>
                    <a:pt x="196" y="1228"/>
                  </a:cubicBezTo>
                  <a:cubicBezTo>
                    <a:pt x="243" y="880"/>
                    <a:pt x="367" y="512"/>
                    <a:pt x="697" y="512"/>
                  </a:cubicBezTo>
                  <a:cubicBezTo>
                    <a:pt x="763" y="512"/>
                    <a:pt x="838" y="526"/>
                    <a:pt x="922" y="559"/>
                  </a:cubicBezTo>
                  <a:cubicBezTo>
                    <a:pt x="1368" y="698"/>
                    <a:pt x="1340" y="1424"/>
                    <a:pt x="1228" y="1814"/>
                  </a:cubicBezTo>
                  <a:cubicBezTo>
                    <a:pt x="1479" y="1786"/>
                    <a:pt x="1703" y="1758"/>
                    <a:pt x="1842" y="1703"/>
                  </a:cubicBezTo>
                  <a:cubicBezTo>
                    <a:pt x="2400" y="1479"/>
                    <a:pt x="2205" y="1061"/>
                    <a:pt x="2400" y="615"/>
                  </a:cubicBezTo>
                  <a:cubicBezTo>
                    <a:pt x="1926" y="308"/>
                    <a:pt x="1228" y="29"/>
                    <a:pt x="754" y="1"/>
                  </a:cubicBezTo>
                  <a:close/>
                </a:path>
              </a:pathLst>
            </a:custGeom>
            <a:solidFill>
              <a:srgbClr val="5B47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2209;p36">
              <a:extLst>
                <a:ext uri="{FF2B5EF4-FFF2-40B4-BE49-F238E27FC236}">
                  <a16:creationId xmlns:a16="http://schemas.microsoft.com/office/drawing/2014/main" id="{38345CC4-038C-BEEE-995E-EAF1D8308F86}"/>
                </a:ext>
              </a:extLst>
            </p:cNvPr>
            <p:cNvSpPr/>
            <p:nvPr/>
          </p:nvSpPr>
          <p:spPr>
            <a:xfrm>
              <a:off x="3742403" y="4083659"/>
              <a:ext cx="119951" cy="111294"/>
            </a:xfrm>
            <a:custGeom>
              <a:avLst/>
              <a:gdLst/>
              <a:ahLst/>
              <a:cxnLst/>
              <a:rect l="l" t="t" r="r" b="b"/>
              <a:pathLst>
                <a:path w="1926" h="1787" extrusionOk="0">
                  <a:moveTo>
                    <a:pt x="279" y="1"/>
                  </a:moveTo>
                  <a:cubicBezTo>
                    <a:pt x="195" y="1"/>
                    <a:pt x="84" y="112"/>
                    <a:pt x="0" y="224"/>
                  </a:cubicBezTo>
                  <a:cubicBezTo>
                    <a:pt x="56" y="252"/>
                    <a:pt x="112" y="280"/>
                    <a:pt x="168" y="336"/>
                  </a:cubicBezTo>
                  <a:cubicBezTo>
                    <a:pt x="335" y="447"/>
                    <a:pt x="474" y="503"/>
                    <a:pt x="670" y="559"/>
                  </a:cubicBezTo>
                  <a:cubicBezTo>
                    <a:pt x="809" y="587"/>
                    <a:pt x="949" y="643"/>
                    <a:pt x="1032" y="726"/>
                  </a:cubicBezTo>
                  <a:cubicBezTo>
                    <a:pt x="1339" y="1005"/>
                    <a:pt x="1228" y="1424"/>
                    <a:pt x="1060" y="1786"/>
                  </a:cubicBezTo>
                  <a:cubicBezTo>
                    <a:pt x="1172" y="1758"/>
                    <a:pt x="1283" y="1731"/>
                    <a:pt x="1367" y="1703"/>
                  </a:cubicBezTo>
                  <a:cubicBezTo>
                    <a:pt x="1925" y="1479"/>
                    <a:pt x="1730" y="1061"/>
                    <a:pt x="1925" y="615"/>
                  </a:cubicBezTo>
                  <a:cubicBezTo>
                    <a:pt x="1451" y="308"/>
                    <a:pt x="753" y="29"/>
                    <a:pt x="279" y="1"/>
                  </a:cubicBezTo>
                  <a:close/>
                </a:path>
              </a:pathLst>
            </a:custGeom>
            <a:solidFill>
              <a:srgbClr val="5637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2210;p36">
              <a:extLst>
                <a:ext uri="{FF2B5EF4-FFF2-40B4-BE49-F238E27FC236}">
                  <a16:creationId xmlns:a16="http://schemas.microsoft.com/office/drawing/2014/main" id="{E1E65DF8-0728-8AD6-4668-1F7F03C5A7B8}"/>
                </a:ext>
              </a:extLst>
            </p:cNvPr>
            <p:cNvSpPr/>
            <p:nvPr/>
          </p:nvSpPr>
          <p:spPr>
            <a:xfrm>
              <a:off x="3726771" y="4118163"/>
              <a:ext cx="31327" cy="66328"/>
            </a:xfrm>
            <a:custGeom>
              <a:avLst/>
              <a:gdLst/>
              <a:ahLst/>
              <a:cxnLst/>
              <a:rect l="l" t="t" r="r" b="b"/>
              <a:pathLst>
                <a:path w="503" h="1065" extrusionOk="0">
                  <a:moveTo>
                    <a:pt x="397" y="1"/>
                  </a:moveTo>
                  <a:cubicBezTo>
                    <a:pt x="364" y="1"/>
                    <a:pt x="331" y="9"/>
                    <a:pt x="307" y="33"/>
                  </a:cubicBezTo>
                  <a:cubicBezTo>
                    <a:pt x="140" y="144"/>
                    <a:pt x="84" y="479"/>
                    <a:pt x="56" y="674"/>
                  </a:cubicBezTo>
                  <a:cubicBezTo>
                    <a:pt x="56" y="758"/>
                    <a:pt x="0" y="898"/>
                    <a:pt x="28" y="981"/>
                  </a:cubicBezTo>
                  <a:cubicBezTo>
                    <a:pt x="56" y="1037"/>
                    <a:pt x="195" y="1065"/>
                    <a:pt x="251" y="1065"/>
                  </a:cubicBezTo>
                  <a:cubicBezTo>
                    <a:pt x="335" y="730"/>
                    <a:pt x="335" y="368"/>
                    <a:pt x="502" y="33"/>
                  </a:cubicBezTo>
                  <a:cubicBezTo>
                    <a:pt x="486" y="17"/>
                    <a:pt x="442" y="1"/>
                    <a:pt x="397" y="1"/>
                  </a:cubicBezTo>
                  <a:close/>
                </a:path>
              </a:pathLst>
            </a:custGeom>
            <a:solidFill>
              <a:srgbClr val="847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2211;p36">
              <a:extLst>
                <a:ext uri="{FF2B5EF4-FFF2-40B4-BE49-F238E27FC236}">
                  <a16:creationId xmlns:a16="http://schemas.microsoft.com/office/drawing/2014/main" id="{E0256709-E872-D84F-EA60-DA93FA0751F4}"/>
                </a:ext>
              </a:extLst>
            </p:cNvPr>
            <p:cNvSpPr/>
            <p:nvPr/>
          </p:nvSpPr>
          <p:spPr>
            <a:xfrm>
              <a:off x="3737171" y="2073299"/>
              <a:ext cx="76480" cy="149472"/>
            </a:xfrm>
            <a:custGeom>
              <a:avLst/>
              <a:gdLst/>
              <a:ahLst/>
              <a:cxnLst/>
              <a:rect l="l" t="t" r="r" b="b"/>
              <a:pathLst>
                <a:path w="1228" h="2400" extrusionOk="0">
                  <a:moveTo>
                    <a:pt x="1144" y="1"/>
                  </a:moveTo>
                  <a:cubicBezTo>
                    <a:pt x="1061" y="726"/>
                    <a:pt x="84" y="1144"/>
                    <a:pt x="0" y="1954"/>
                  </a:cubicBezTo>
                  <a:cubicBezTo>
                    <a:pt x="224" y="2121"/>
                    <a:pt x="447" y="2233"/>
                    <a:pt x="670" y="2400"/>
                  </a:cubicBezTo>
                  <a:cubicBezTo>
                    <a:pt x="865" y="2205"/>
                    <a:pt x="782" y="1423"/>
                    <a:pt x="837" y="1089"/>
                  </a:cubicBezTo>
                  <a:cubicBezTo>
                    <a:pt x="921" y="754"/>
                    <a:pt x="1228" y="419"/>
                    <a:pt x="1144" y="29"/>
                  </a:cubicBezTo>
                  <a:lnTo>
                    <a:pt x="1144" y="1"/>
                  </a:lnTo>
                  <a:close/>
                </a:path>
              </a:pathLst>
            </a:custGeom>
            <a:solidFill>
              <a:srgbClr val="6835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2212;p36">
              <a:extLst>
                <a:ext uri="{FF2B5EF4-FFF2-40B4-BE49-F238E27FC236}">
                  <a16:creationId xmlns:a16="http://schemas.microsoft.com/office/drawing/2014/main" id="{C1505C06-0397-42CD-8C21-F9BD5F54A8D7}"/>
                </a:ext>
              </a:extLst>
            </p:cNvPr>
            <p:cNvSpPr/>
            <p:nvPr/>
          </p:nvSpPr>
          <p:spPr>
            <a:xfrm>
              <a:off x="3773668" y="2019426"/>
              <a:ext cx="78224" cy="220720"/>
            </a:xfrm>
            <a:custGeom>
              <a:avLst/>
              <a:gdLst/>
              <a:ahLst/>
              <a:cxnLst/>
              <a:rect l="l" t="t" r="r" b="b"/>
              <a:pathLst>
                <a:path w="1256" h="3544" extrusionOk="0">
                  <a:moveTo>
                    <a:pt x="698" y="1"/>
                  </a:moveTo>
                  <a:cubicBezTo>
                    <a:pt x="614" y="336"/>
                    <a:pt x="586" y="642"/>
                    <a:pt x="447" y="949"/>
                  </a:cubicBezTo>
                  <a:cubicBezTo>
                    <a:pt x="307" y="1284"/>
                    <a:pt x="168" y="1535"/>
                    <a:pt x="112" y="1870"/>
                  </a:cubicBezTo>
                  <a:cubicBezTo>
                    <a:pt x="84" y="2177"/>
                    <a:pt x="0" y="2623"/>
                    <a:pt x="56" y="2930"/>
                  </a:cubicBezTo>
                  <a:cubicBezTo>
                    <a:pt x="112" y="3349"/>
                    <a:pt x="447" y="3377"/>
                    <a:pt x="586" y="3544"/>
                  </a:cubicBezTo>
                  <a:lnTo>
                    <a:pt x="586" y="3404"/>
                  </a:lnTo>
                  <a:cubicBezTo>
                    <a:pt x="502" y="2819"/>
                    <a:pt x="949" y="2261"/>
                    <a:pt x="1088" y="1675"/>
                  </a:cubicBezTo>
                  <a:cubicBezTo>
                    <a:pt x="1256" y="1089"/>
                    <a:pt x="1088" y="447"/>
                    <a:pt x="698" y="1"/>
                  </a:cubicBezTo>
                  <a:close/>
                </a:path>
              </a:pathLst>
            </a:custGeom>
            <a:solidFill>
              <a:srgbClr val="421D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2213;p36">
              <a:extLst>
                <a:ext uri="{FF2B5EF4-FFF2-40B4-BE49-F238E27FC236}">
                  <a16:creationId xmlns:a16="http://schemas.microsoft.com/office/drawing/2014/main" id="{26A3F80C-742D-ABB5-AD0C-A4948A756724}"/>
                </a:ext>
              </a:extLst>
            </p:cNvPr>
            <p:cNvSpPr/>
            <p:nvPr/>
          </p:nvSpPr>
          <p:spPr>
            <a:xfrm>
              <a:off x="4201099" y="2445364"/>
              <a:ext cx="516114" cy="197988"/>
            </a:xfrm>
            <a:custGeom>
              <a:avLst/>
              <a:gdLst/>
              <a:ahLst/>
              <a:cxnLst/>
              <a:rect l="l" t="t" r="r" b="b"/>
              <a:pathLst>
                <a:path w="8287" h="3179" extrusionOk="0">
                  <a:moveTo>
                    <a:pt x="22" y="0"/>
                  </a:moveTo>
                  <a:cubicBezTo>
                    <a:pt x="16" y="0"/>
                    <a:pt x="10" y="6"/>
                    <a:pt x="0" y="25"/>
                  </a:cubicBezTo>
                  <a:cubicBezTo>
                    <a:pt x="168" y="415"/>
                    <a:pt x="391" y="1029"/>
                    <a:pt x="865" y="1225"/>
                  </a:cubicBezTo>
                  <a:cubicBezTo>
                    <a:pt x="1395" y="1448"/>
                    <a:pt x="2065" y="1420"/>
                    <a:pt x="2623" y="1615"/>
                  </a:cubicBezTo>
                  <a:cubicBezTo>
                    <a:pt x="3711" y="2006"/>
                    <a:pt x="4660" y="2592"/>
                    <a:pt x="5748" y="2954"/>
                  </a:cubicBezTo>
                  <a:cubicBezTo>
                    <a:pt x="6086" y="3074"/>
                    <a:pt x="6495" y="3179"/>
                    <a:pt x="6884" y="3179"/>
                  </a:cubicBezTo>
                  <a:cubicBezTo>
                    <a:pt x="7040" y="3179"/>
                    <a:pt x="7194" y="3162"/>
                    <a:pt x="7338" y="3122"/>
                  </a:cubicBezTo>
                  <a:cubicBezTo>
                    <a:pt x="7729" y="2982"/>
                    <a:pt x="8287" y="2508"/>
                    <a:pt x="8063" y="2034"/>
                  </a:cubicBezTo>
                  <a:lnTo>
                    <a:pt x="8063" y="2034"/>
                  </a:lnTo>
                  <a:cubicBezTo>
                    <a:pt x="7784" y="2341"/>
                    <a:pt x="7617" y="2731"/>
                    <a:pt x="7198" y="2899"/>
                  </a:cubicBezTo>
                  <a:cubicBezTo>
                    <a:pt x="7044" y="2966"/>
                    <a:pt x="6879" y="2994"/>
                    <a:pt x="6712" y="2994"/>
                  </a:cubicBezTo>
                  <a:cubicBezTo>
                    <a:pt x="6398" y="2994"/>
                    <a:pt x="6077" y="2896"/>
                    <a:pt x="5803" y="2787"/>
                  </a:cubicBezTo>
                  <a:cubicBezTo>
                    <a:pt x="4743" y="2396"/>
                    <a:pt x="3962" y="1783"/>
                    <a:pt x="3041" y="1141"/>
                  </a:cubicBezTo>
                  <a:cubicBezTo>
                    <a:pt x="2567" y="806"/>
                    <a:pt x="2121" y="639"/>
                    <a:pt x="1591" y="471"/>
                  </a:cubicBezTo>
                  <a:cubicBezTo>
                    <a:pt x="1116" y="332"/>
                    <a:pt x="586" y="81"/>
                    <a:pt x="84" y="53"/>
                  </a:cubicBezTo>
                  <a:lnTo>
                    <a:pt x="84" y="25"/>
                  </a:lnTo>
                  <a:cubicBezTo>
                    <a:pt x="47" y="25"/>
                    <a:pt x="35" y="0"/>
                    <a:pt x="22" y="0"/>
                  </a:cubicBez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2214;p36">
              <a:extLst>
                <a:ext uri="{FF2B5EF4-FFF2-40B4-BE49-F238E27FC236}">
                  <a16:creationId xmlns:a16="http://schemas.microsoft.com/office/drawing/2014/main" id="{A7E0CF96-89FA-611F-29A2-9ACDB74CAADA}"/>
                </a:ext>
              </a:extLst>
            </p:cNvPr>
            <p:cNvSpPr/>
            <p:nvPr/>
          </p:nvSpPr>
          <p:spPr>
            <a:xfrm>
              <a:off x="3865719" y="2130660"/>
              <a:ext cx="620371" cy="337122"/>
            </a:xfrm>
            <a:custGeom>
              <a:avLst/>
              <a:gdLst/>
              <a:ahLst/>
              <a:cxnLst/>
              <a:rect l="l" t="t" r="r" b="b"/>
              <a:pathLst>
                <a:path w="9961" h="5413" extrusionOk="0">
                  <a:moveTo>
                    <a:pt x="3935" y="2679"/>
                  </a:moveTo>
                  <a:cubicBezTo>
                    <a:pt x="4054" y="2711"/>
                    <a:pt x="4202" y="2718"/>
                    <a:pt x="4357" y="2718"/>
                  </a:cubicBezTo>
                  <a:cubicBezTo>
                    <a:pt x="4483" y="2718"/>
                    <a:pt x="4613" y="2714"/>
                    <a:pt x="4736" y="2714"/>
                  </a:cubicBezTo>
                  <a:cubicBezTo>
                    <a:pt x="4851" y="2714"/>
                    <a:pt x="4960" y="2718"/>
                    <a:pt x="5051" y="2734"/>
                  </a:cubicBezTo>
                  <a:cubicBezTo>
                    <a:pt x="5274" y="2762"/>
                    <a:pt x="5637" y="2874"/>
                    <a:pt x="5971" y="3013"/>
                  </a:cubicBezTo>
                  <a:cubicBezTo>
                    <a:pt x="5776" y="3013"/>
                    <a:pt x="5581" y="2985"/>
                    <a:pt x="5441" y="2985"/>
                  </a:cubicBezTo>
                  <a:cubicBezTo>
                    <a:pt x="4911" y="2958"/>
                    <a:pt x="4409" y="2874"/>
                    <a:pt x="3935" y="2679"/>
                  </a:cubicBezTo>
                  <a:close/>
                  <a:moveTo>
                    <a:pt x="3544" y="0"/>
                  </a:moveTo>
                  <a:lnTo>
                    <a:pt x="3544" y="0"/>
                  </a:lnTo>
                  <a:cubicBezTo>
                    <a:pt x="3131" y="414"/>
                    <a:pt x="2741" y="732"/>
                    <a:pt x="2153" y="732"/>
                  </a:cubicBezTo>
                  <a:cubicBezTo>
                    <a:pt x="2107" y="732"/>
                    <a:pt x="2059" y="730"/>
                    <a:pt x="2010" y="726"/>
                  </a:cubicBezTo>
                  <a:cubicBezTo>
                    <a:pt x="1527" y="706"/>
                    <a:pt x="1045" y="554"/>
                    <a:pt x="590" y="554"/>
                  </a:cubicBezTo>
                  <a:cubicBezTo>
                    <a:pt x="387" y="554"/>
                    <a:pt x="190" y="584"/>
                    <a:pt x="1" y="670"/>
                  </a:cubicBezTo>
                  <a:lnTo>
                    <a:pt x="113" y="809"/>
                  </a:lnTo>
                  <a:cubicBezTo>
                    <a:pt x="475" y="1172"/>
                    <a:pt x="922" y="1730"/>
                    <a:pt x="1396" y="2149"/>
                  </a:cubicBezTo>
                  <a:cubicBezTo>
                    <a:pt x="1898" y="2567"/>
                    <a:pt x="2428" y="2930"/>
                    <a:pt x="2875" y="3376"/>
                  </a:cubicBezTo>
                  <a:cubicBezTo>
                    <a:pt x="3126" y="3627"/>
                    <a:pt x="3377" y="3878"/>
                    <a:pt x="3600" y="4101"/>
                  </a:cubicBezTo>
                  <a:cubicBezTo>
                    <a:pt x="3935" y="4325"/>
                    <a:pt x="4270" y="4492"/>
                    <a:pt x="4660" y="4632"/>
                  </a:cubicBezTo>
                  <a:cubicBezTo>
                    <a:pt x="4911" y="4715"/>
                    <a:pt x="5134" y="4883"/>
                    <a:pt x="5441" y="4966"/>
                  </a:cubicBezTo>
                  <a:cubicBezTo>
                    <a:pt x="5637" y="5022"/>
                    <a:pt x="5832" y="5078"/>
                    <a:pt x="6027" y="5162"/>
                  </a:cubicBezTo>
                  <a:cubicBezTo>
                    <a:pt x="6725" y="5162"/>
                    <a:pt x="7645" y="4799"/>
                    <a:pt x="8259" y="4799"/>
                  </a:cubicBezTo>
                  <a:cubicBezTo>
                    <a:pt x="8789" y="4799"/>
                    <a:pt x="9598" y="5022"/>
                    <a:pt x="9961" y="5413"/>
                  </a:cubicBezTo>
                  <a:cubicBezTo>
                    <a:pt x="9493" y="4774"/>
                    <a:pt x="8976" y="4542"/>
                    <a:pt x="8323" y="4542"/>
                  </a:cubicBezTo>
                  <a:cubicBezTo>
                    <a:pt x="8120" y="4542"/>
                    <a:pt x="7905" y="4564"/>
                    <a:pt x="7673" y="4604"/>
                  </a:cubicBezTo>
                  <a:cubicBezTo>
                    <a:pt x="7404" y="4650"/>
                    <a:pt x="7118" y="4678"/>
                    <a:pt x="6833" y="4678"/>
                  </a:cubicBezTo>
                  <a:cubicBezTo>
                    <a:pt x="6263" y="4678"/>
                    <a:pt x="5692" y="4566"/>
                    <a:pt x="5246" y="4269"/>
                  </a:cubicBezTo>
                  <a:cubicBezTo>
                    <a:pt x="5302" y="4269"/>
                    <a:pt x="5358" y="4297"/>
                    <a:pt x="5413" y="4297"/>
                  </a:cubicBezTo>
                  <a:cubicBezTo>
                    <a:pt x="5664" y="4325"/>
                    <a:pt x="5936" y="4325"/>
                    <a:pt x="6215" y="4325"/>
                  </a:cubicBezTo>
                  <a:cubicBezTo>
                    <a:pt x="6494" y="4325"/>
                    <a:pt x="6780" y="4325"/>
                    <a:pt x="7059" y="4353"/>
                  </a:cubicBezTo>
                  <a:cubicBezTo>
                    <a:pt x="6613" y="4018"/>
                    <a:pt x="5943" y="4101"/>
                    <a:pt x="5358" y="4018"/>
                  </a:cubicBezTo>
                  <a:cubicBezTo>
                    <a:pt x="5550" y="3994"/>
                    <a:pt x="5762" y="3928"/>
                    <a:pt x="5960" y="3928"/>
                  </a:cubicBezTo>
                  <a:cubicBezTo>
                    <a:pt x="5992" y="3928"/>
                    <a:pt x="6024" y="3930"/>
                    <a:pt x="6055" y="3934"/>
                  </a:cubicBezTo>
                  <a:cubicBezTo>
                    <a:pt x="6501" y="3962"/>
                    <a:pt x="6920" y="3990"/>
                    <a:pt x="7366" y="4074"/>
                  </a:cubicBezTo>
                  <a:cubicBezTo>
                    <a:pt x="7059" y="3962"/>
                    <a:pt x="6780" y="3795"/>
                    <a:pt x="6446" y="3739"/>
                  </a:cubicBezTo>
                  <a:cubicBezTo>
                    <a:pt x="6139" y="3683"/>
                    <a:pt x="5832" y="3711"/>
                    <a:pt x="5497" y="3683"/>
                  </a:cubicBezTo>
                  <a:cubicBezTo>
                    <a:pt x="5246" y="3627"/>
                    <a:pt x="4967" y="3516"/>
                    <a:pt x="4716" y="3376"/>
                  </a:cubicBezTo>
                  <a:cubicBezTo>
                    <a:pt x="5006" y="3376"/>
                    <a:pt x="5296" y="3340"/>
                    <a:pt x="5586" y="3340"/>
                  </a:cubicBezTo>
                  <a:cubicBezTo>
                    <a:pt x="5659" y="3340"/>
                    <a:pt x="5731" y="3343"/>
                    <a:pt x="5804" y="3348"/>
                  </a:cubicBezTo>
                  <a:cubicBezTo>
                    <a:pt x="6362" y="3376"/>
                    <a:pt x="7534" y="3488"/>
                    <a:pt x="8259" y="4185"/>
                  </a:cubicBezTo>
                  <a:cubicBezTo>
                    <a:pt x="7534" y="3264"/>
                    <a:pt x="6697" y="3125"/>
                    <a:pt x="6222" y="3041"/>
                  </a:cubicBezTo>
                  <a:cubicBezTo>
                    <a:pt x="5772" y="2617"/>
                    <a:pt x="5120" y="2370"/>
                    <a:pt x="4578" y="2370"/>
                  </a:cubicBezTo>
                  <a:cubicBezTo>
                    <a:pt x="4549" y="2370"/>
                    <a:pt x="4521" y="2370"/>
                    <a:pt x="4493" y="2372"/>
                  </a:cubicBezTo>
                  <a:cubicBezTo>
                    <a:pt x="4186" y="2372"/>
                    <a:pt x="3879" y="2372"/>
                    <a:pt x="3572" y="2344"/>
                  </a:cubicBezTo>
                  <a:cubicBezTo>
                    <a:pt x="3889" y="2175"/>
                    <a:pt x="4239" y="2053"/>
                    <a:pt x="4596" y="2053"/>
                  </a:cubicBezTo>
                  <a:cubicBezTo>
                    <a:pt x="4710" y="2053"/>
                    <a:pt x="4824" y="2066"/>
                    <a:pt x="4939" y="2093"/>
                  </a:cubicBezTo>
                  <a:cubicBezTo>
                    <a:pt x="4743" y="1929"/>
                    <a:pt x="4547" y="1885"/>
                    <a:pt x="4348" y="1885"/>
                  </a:cubicBezTo>
                  <a:cubicBezTo>
                    <a:pt x="4111" y="1885"/>
                    <a:pt x="3869" y="1948"/>
                    <a:pt x="3617" y="1948"/>
                  </a:cubicBezTo>
                  <a:cubicBezTo>
                    <a:pt x="3538" y="1948"/>
                    <a:pt x="3458" y="1942"/>
                    <a:pt x="3377" y="1925"/>
                  </a:cubicBezTo>
                  <a:cubicBezTo>
                    <a:pt x="3014" y="1870"/>
                    <a:pt x="2568" y="1758"/>
                    <a:pt x="2205" y="1563"/>
                  </a:cubicBezTo>
                  <a:lnTo>
                    <a:pt x="2205" y="1563"/>
                  </a:lnTo>
                  <a:cubicBezTo>
                    <a:pt x="2331" y="1613"/>
                    <a:pt x="2504" y="1630"/>
                    <a:pt x="2690" y="1630"/>
                  </a:cubicBezTo>
                  <a:cubicBezTo>
                    <a:pt x="3125" y="1630"/>
                    <a:pt x="3631" y="1535"/>
                    <a:pt x="3767" y="1535"/>
                  </a:cubicBezTo>
                  <a:cubicBezTo>
                    <a:pt x="3794" y="1533"/>
                    <a:pt x="3822" y="1533"/>
                    <a:pt x="3849" y="1533"/>
                  </a:cubicBezTo>
                  <a:cubicBezTo>
                    <a:pt x="4357" y="1533"/>
                    <a:pt x="4905" y="1772"/>
                    <a:pt x="5302" y="2037"/>
                  </a:cubicBezTo>
                  <a:cubicBezTo>
                    <a:pt x="4800" y="1395"/>
                    <a:pt x="4102" y="1312"/>
                    <a:pt x="3349" y="1284"/>
                  </a:cubicBezTo>
                  <a:cubicBezTo>
                    <a:pt x="3460" y="1256"/>
                    <a:pt x="3544" y="1228"/>
                    <a:pt x="3628" y="1200"/>
                  </a:cubicBezTo>
                  <a:cubicBezTo>
                    <a:pt x="3984" y="1106"/>
                    <a:pt x="4315" y="962"/>
                    <a:pt x="4663" y="962"/>
                  </a:cubicBezTo>
                  <a:cubicBezTo>
                    <a:pt x="4833" y="962"/>
                    <a:pt x="5007" y="997"/>
                    <a:pt x="5190" y="1088"/>
                  </a:cubicBezTo>
                  <a:cubicBezTo>
                    <a:pt x="4976" y="736"/>
                    <a:pt x="4627" y="611"/>
                    <a:pt x="4260" y="611"/>
                  </a:cubicBezTo>
                  <a:cubicBezTo>
                    <a:pt x="3957" y="611"/>
                    <a:pt x="3641" y="696"/>
                    <a:pt x="3377" y="809"/>
                  </a:cubicBezTo>
                  <a:cubicBezTo>
                    <a:pt x="2986" y="949"/>
                    <a:pt x="2623" y="1005"/>
                    <a:pt x="2261" y="1005"/>
                  </a:cubicBezTo>
                  <a:cubicBezTo>
                    <a:pt x="2847" y="921"/>
                    <a:pt x="3488" y="642"/>
                    <a:pt x="3544" y="0"/>
                  </a:cubicBezTo>
                  <a:close/>
                </a:path>
              </a:pathLst>
            </a:custGeom>
            <a:solidFill>
              <a:srgbClr val="3F2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2215;p36">
              <a:extLst>
                <a:ext uri="{FF2B5EF4-FFF2-40B4-BE49-F238E27FC236}">
                  <a16:creationId xmlns:a16="http://schemas.microsoft.com/office/drawing/2014/main" id="{C1D83F8C-6E53-5295-DF7A-7200DF7E4FDF}"/>
                </a:ext>
              </a:extLst>
            </p:cNvPr>
            <p:cNvSpPr/>
            <p:nvPr/>
          </p:nvSpPr>
          <p:spPr>
            <a:xfrm>
              <a:off x="3893558" y="2092668"/>
              <a:ext cx="420515" cy="329959"/>
            </a:xfrm>
            <a:custGeom>
              <a:avLst/>
              <a:gdLst/>
              <a:ahLst/>
              <a:cxnLst/>
              <a:rect l="l" t="t" r="r" b="b"/>
              <a:pathLst>
                <a:path w="6752" h="5298" extrusionOk="0">
                  <a:moveTo>
                    <a:pt x="3266" y="0"/>
                  </a:moveTo>
                  <a:cubicBezTo>
                    <a:pt x="3134" y="0"/>
                    <a:pt x="3000" y="33"/>
                    <a:pt x="2846" y="80"/>
                  </a:cubicBezTo>
                  <a:cubicBezTo>
                    <a:pt x="2483" y="192"/>
                    <a:pt x="2288" y="582"/>
                    <a:pt x="2037" y="806"/>
                  </a:cubicBezTo>
                  <a:cubicBezTo>
                    <a:pt x="1728" y="1092"/>
                    <a:pt x="1227" y="1519"/>
                    <a:pt x="755" y="1519"/>
                  </a:cubicBezTo>
                  <a:cubicBezTo>
                    <a:pt x="630" y="1519"/>
                    <a:pt x="508" y="1489"/>
                    <a:pt x="391" y="1419"/>
                  </a:cubicBezTo>
                  <a:lnTo>
                    <a:pt x="28" y="1559"/>
                  </a:lnTo>
                  <a:cubicBezTo>
                    <a:pt x="0" y="1615"/>
                    <a:pt x="84" y="1866"/>
                    <a:pt x="84" y="1977"/>
                  </a:cubicBezTo>
                  <a:cubicBezTo>
                    <a:pt x="224" y="2954"/>
                    <a:pt x="1507" y="3372"/>
                    <a:pt x="2232" y="3874"/>
                  </a:cubicBezTo>
                  <a:cubicBezTo>
                    <a:pt x="2762" y="4237"/>
                    <a:pt x="3320" y="4628"/>
                    <a:pt x="3850" y="5018"/>
                  </a:cubicBezTo>
                  <a:cubicBezTo>
                    <a:pt x="4436" y="5130"/>
                    <a:pt x="5022" y="5158"/>
                    <a:pt x="5636" y="5158"/>
                  </a:cubicBezTo>
                  <a:cubicBezTo>
                    <a:pt x="5915" y="5158"/>
                    <a:pt x="6166" y="5186"/>
                    <a:pt x="6417" y="5297"/>
                  </a:cubicBezTo>
                  <a:lnTo>
                    <a:pt x="6696" y="5297"/>
                  </a:lnTo>
                  <a:cubicBezTo>
                    <a:pt x="6333" y="4935"/>
                    <a:pt x="5775" y="4907"/>
                    <a:pt x="5301" y="4823"/>
                  </a:cubicBezTo>
                  <a:cubicBezTo>
                    <a:pt x="4911" y="4739"/>
                    <a:pt x="4325" y="4516"/>
                    <a:pt x="4102" y="4181"/>
                  </a:cubicBezTo>
                  <a:cubicBezTo>
                    <a:pt x="4121" y="4167"/>
                    <a:pt x="4151" y="4161"/>
                    <a:pt x="4187" y="4161"/>
                  </a:cubicBezTo>
                  <a:cubicBezTo>
                    <a:pt x="4359" y="4161"/>
                    <a:pt x="4684" y="4298"/>
                    <a:pt x="4799" y="4321"/>
                  </a:cubicBezTo>
                  <a:cubicBezTo>
                    <a:pt x="4891" y="4331"/>
                    <a:pt x="4979" y="4338"/>
                    <a:pt x="5066" y="4338"/>
                  </a:cubicBezTo>
                  <a:cubicBezTo>
                    <a:pt x="5217" y="4338"/>
                    <a:pt x="5365" y="4318"/>
                    <a:pt x="5524" y="4265"/>
                  </a:cubicBezTo>
                  <a:cubicBezTo>
                    <a:pt x="5809" y="4134"/>
                    <a:pt x="6146" y="3899"/>
                    <a:pt x="6480" y="3899"/>
                  </a:cubicBezTo>
                  <a:cubicBezTo>
                    <a:pt x="6571" y="3899"/>
                    <a:pt x="6662" y="3916"/>
                    <a:pt x="6752" y="3958"/>
                  </a:cubicBezTo>
                  <a:cubicBezTo>
                    <a:pt x="6389" y="3763"/>
                    <a:pt x="6110" y="3735"/>
                    <a:pt x="5692" y="3679"/>
                  </a:cubicBezTo>
                  <a:cubicBezTo>
                    <a:pt x="5594" y="3671"/>
                    <a:pt x="5500" y="3668"/>
                    <a:pt x="5410" y="3668"/>
                  </a:cubicBezTo>
                  <a:cubicBezTo>
                    <a:pt x="5191" y="3668"/>
                    <a:pt x="4988" y="3687"/>
                    <a:pt x="4771" y="3707"/>
                  </a:cubicBezTo>
                  <a:cubicBezTo>
                    <a:pt x="4436" y="3707"/>
                    <a:pt x="4102" y="3623"/>
                    <a:pt x="3823" y="3512"/>
                  </a:cubicBezTo>
                  <a:cubicBezTo>
                    <a:pt x="3320" y="3289"/>
                    <a:pt x="2679" y="3093"/>
                    <a:pt x="2316" y="2647"/>
                  </a:cubicBezTo>
                  <a:cubicBezTo>
                    <a:pt x="2423" y="2602"/>
                    <a:pt x="2534" y="2583"/>
                    <a:pt x="2647" y="2583"/>
                  </a:cubicBezTo>
                  <a:cubicBezTo>
                    <a:pt x="3090" y="2583"/>
                    <a:pt x="3561" y="2876"/>
                    <a:pt x="3962" y="3010"/>
                  </a:cubicBezTo>
                  <a:cubicBezTo>
                    <a:pt x="4134" y="3057"/>
                    <a:pt x="4331" y="3079"/>
                    <a:pt x="4535" y="3079"/>
                  </a:cubicBezTo>
                  <a:cubicBezTo>
                    <a:pt x="4927" y="3079"/>
                    <a:pt x="5342" y="2999"/>
                    <a:pt x="5636" y="2870"/>
                  </a:cubicBezTo>
                  <a:cubicBezTo>
                    <a:pt x="5608" y="2842"/>
                    <a:pt x="5552" y="2842"/>
                    <a:pt x="5496" y="2842"/>
                  </a:cubicBezTo>
                  <a:cubicBezTo>
                    <a:pt x="5263" y="2863"/>
                    <a:pt x="5030" y="2917"/>
                    <a:pt x="4797" y="2917"/>
                  </a:cubicBezTo>
                  <a:cubicBezTo>
                    <a:pt x="4723" y="2917"/>
                    <a:pt x="4650" y="2911"/>
                    <a:pt x="4576" y="2898"/>
                  </a:cubicBezTo>
                  <a:cubicBezTo>
                    <a:pt x="4269" y="2842"/>
                    <a:pt x="3962" y="2731"/>
                    <a:pt x="3683" y="2591"/>
                  </a:cubicBezTo>
                  <a:cubicBezTo>
                    <a:pt x="3404" y="2452"/>
                    <a:pt x="3125" y="2396"/>
                    <a:pt x="2818" y="2312"/>
                  </a:cubicBezTo>
                  <a:cubicBezTo>
                    <a:pt x="2511" y="2256"/>
                    <a:pt x="2260" y="2145"/>
                    <a:pt x="1981" y="2033"/>
                  </a:cubicBezTo>
                  <a:cubicBezTo>
                    <a:pt x="2022" y="2013"/>
                    <a:pt x="2090" y="2007"/>
                    <a:pt x="2168" y="2007"/>
                  </a:cubicBezTo>
                  <a:cubicBezTo>
                    <a:pt x="2253" y="2007"/>
                    <a:pt x="2349" y="2014"/>
                    <a:pt x="2436" y="2014"/>
                  </a:cubicBezTo>
                  <a:cubicBezTo>
                    <a:pt x="2484" y="2014"/>
                    <a:pt x="2529" y="2012"/>
                    <a:pt x="2567" y="2005"/>
                  </a:cubicBezTo>
                  <a:cubicBezTo>
                    <a:pt x="2790" y="1977"/>
                    <a:pt x="2958" y="1949"/>
                    <a:pt x="3181" y="1949"/>
                  </a:cubicBezTo>
                  <a:cubicBezTo>
                    <a:pt x="3488" y="1949"/>
                    <a:pt x="3795" y="1949"/>
                    <a:pt x="4102" y="2033"/>
                  </a:cubicBezTo>
                  <a:cubicBezTo>
                    <a:pt x="4342" y="2105"/>
                    <a:pt x="4562" y="2240"/>
                    <a:pt x="4814" y="2240"/>
                  </a:cubicBezTo>
                  <a:cubicBezTo>
                    <a:pt x="4855" y="2240"/>
                    <a:pt x="4896" y="2236"/>
                    <a:pt x="4938" y="2228"/>
                  </a:cubicBezTo>
                  <a:cubicBezTo>
                    <a:pt x="5326" y="2183"/>
                    <a:pt x="5733" y="1633"/>
                    <a:pt x="6158" y="1633"/>
                  </a:cubicBezTo>
                  <a:cubicBezTo>
                    <a:pt x="6253" y="1633"/>
                    <a:pt x="6349" y="1660"/>
                    <a:pt x="6445" y="1726"/>
                  </a:cubicBezTo>
                  <a:cubicBezTo>
                    <a:pt x="6277" y="1608"/>
                    <a:pt x="6119" y="1562"/>
                    <a:pt x="5965" y="1562"/>
                  </a:cubicBezTo>
                  <a:cubicBezTo>
                    <a:pt x="5683" y="1562"/>
                    <a:pt x="5412" y="1712"/>
                    <a:pt x="5106" y="1838"/>
                  </a:cubicBezTo>
                  <a:cubicBezTo>
                    <a:pt x="4920" y="1912"/>
                    <a:pt x="4734" y="1962"/>
                    <a:pt x="4548" y="1962"/>
                  </a:cubicBezTo>
                  <a:cubicBezTo>
                    <a:pt x="4455" y="1962"/>
                    <a:pt x="4362" y="1949"/>
                    <a:pt x="4269" y="1922"/>
                  </a:cubicBezTo>
                  <a:cubicBezTo>
                    <a:pt x="3989" y="1820"/>
                    <a:pt x="3779" y="1695"/>
                    <a:pt x="3469" y="1695"/>
                  </a:cubicBezTo>
                  <a:cubicBezTo>
                    <a:pt x="3439" y="1695"/>
                    <a:pt x="3408" y="1696"/>
                    <a:pt x="3376" y="1698"/>
                  </a:cubicBezTo>
                  <a:cubicBezTo>
                    <a:pt x="3008" y="1718"/>
                    <a:pt x="2532" y="1858"/>
                    <a:pt x="2117" y="1858"/>
                  </a:cubicBezTo>
                  <a:cubicBezTo>
                    <a:pt x="1935" y="1858"/>
                    <a:pt x="1763" y="1831"/>
                    <a:pt x="1618" y="1754"/>
                  </a:cubicBezTo>
                  <a:cubicBezTo>
                    <a:pt x="1786" y="1726"/>
                    <a:pt x="1953" y="1726"/>
                    <a:pt x="2121" y="1726"/>
                  </a:cubicBezTo>
                  <a:cubicBezTo>
                    <a:pt x="2679" y="1698"/>
                    <a:pt x="3125" y="1168"/>
                    <a:pt x="3683" y="1140"/>
                  </a:cubicBezTo>
                  <a:cubicBezTo>
                    <a:pt x="3888" y="1140"/>
                    <a:pt x="4092" y="1165"/>
                    <a:pt x="4297" y="1165"/>
                  </a:cubicBezTo>
                  <a:cubicBezTo>
                    <a:pt x="4399" y="1165"/>
                    <a:pt x="4501" y="1159"/>
                    <a:pt x="4604" y="1140"/>
                  </a:cubicBezTo>
                  <a:cubicBezTo>
                    <a:pt x="4855" y="1085"/>
                    <a:pt x="5106" y="973"/>
                    <a:pt x="5357" y="861"/>
                  </a:cubicBezTo>
                  <a:lnTo>
                    <a:pt x="5357" y="861"/>
                  </a:lnTo>
                  <a:cubicBezTo>
                    <a:pt x="5217" y="917"/>
                    <a:pt x="5022" y="945"/>
                    <a:pt x="4855" y="945"/>
                  </a:cubicBezTo>
                  <a:cubicBezTo>
                    <a:pt x="4740" y="961"/>
                    <a:pt x="4624" y="967"/>
                    <a:pt x="4507" y="967"/>
                  </a:cubicBezTo>
                  <a:cubicBezTo>
                    <a:pt x="4246" y="967"/>
                    <a:pt x="3982" y="938"/>
                    <a:pt x="3723" y="938"/>
                  </a:cubicBezTo>
                  <a:cubicBezTo>
                    <a:pt x="3509" y="938"/>
                    <a:pt x="3300" y="958"/>
                    <a:pt x="3097" y="1029"/>
                  </a:cubicBezTo>
                  <a:cubicBezTo>
                    <a:pt x="2586" y="1175"/>
                    <a:pt x="2160" y="1618"/>
                    <a:pt x="1616" y="1618"/>
                  </a:cubicBezTo>
                  <a:cubicBezTo>
                    <a:pt x="1536" y="1618"/>
                    <a:pt x="1453" y="1608"/>
                    <a:pt x="1367" y="1587"/>
                  </a:cubicBezTo>
                  <a:cubicBezTo>
                    <a:pt x="2011" y="1288"/>
                    <a:pt x="2673" y="156"/>
                    <a:pt x="3432" y="156"/>
                  </a:cubicBezTo>
                  <a:cubicBezTo>
                    <a:pt x="3595" y="156"/>
                    <a:pt x="3762" y="208"/>
                    <a:pt x="3934" y="331"/>
                  </a:cubicBezTo>
                  <a:lnTo>
                    <a:pt x="3823" y="220"/>
                  </a:lnTo>
                  <a:cubicBezTo>
                    <a:pt x="3614" y="59"/>
                    <a:pt x="3443" y="0"/>
                    <a:pt x="3266" y="0"/>
                  </a:cubicBez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2216;p36">
              <a:extLst>
                <a:ext uri="{FF2B5EF4-FFF2-40B4-BE49-F238E27FC236}">
                  <a16:creationId xmlns:a16="http://schemas.microsoft.com/office/drawing/2014/main" id="{88BFBF86-AB01-6E23-5173-661BF0A5DA68}"/>
                </a:ext>
              </a:extLst>
            </p:cNvPr>
            <p:cNvSpPr/>
            <p:nvPr/>
          </p:nvSpPr>
          <p:spPr>
            <a:xfrm>
              <a:off x="4164603" y="2391305"/>
              <a:ext cx="509201" cy="202535"/>
            </a:xfrm>
            <a:custGeom>
              <a:avLst/>
              <a:gdLst/>
              <a:ahLst/>
              <a:cxnLst/>
              <a:rect l="l" t="t" r="r" b="b"/>
              <a:pathLst>
                <a:path w="8176" h="3252" extrusionOk="0">
                  <a:moveTo>
                    <a:pt x="29" y="0"/>
                  </a:moveTo>
                  <a:lnTo>
                    <a:pt x="1" y="56"/>
                  </a:lnTo>
                  <a:cubicBezTo>
                    <a:pt x="307" y="921"/>
                    <a:pt x="726" y="1730"/>
                    <a:pt x="1451" y="2316"/>
                  </a:cubicBezTo>
                  <a:cubicBezTo>
                    <a:pt x="1954" y="2734"/>
                    <a:pt x="2539" y="3097"/>
                    <a:pt x="3181" y="3209"/>
                  </a:cubicBezTo>
                  <a:cubicBezTo>
                    <a:pt x="3348" y="3240"/>
                    <a:pt x="3511" y="3252"/>
                    <a:pt x="3672" y="3252"/>
                  </a:cubicBezTo>
                  <a:cubicBezTo>
                    <a:pt x="4074" y="3252"/>
                    <a:pt x="4464" y="3181"/>
                    <a:pt x="4883" y="3181"/>
                  </a:cubicBezTo>
                  <a:cubicBezTo>
                    <a:pt x="5591" y="3181"/>
                    <a:pt x="6533" y="2814"/>
                    <a:pt x="7337" y="2814"/>
                  </a:cubicBezTo>
                  <a:cubicBezTo>
                    <a:pt x="7643" y="2814"/>
                    <a:pt x="7929" y="2867"/>
                    <a:pt x="8175" y="3013"/>
                  </a:cubicBezTo>
                  <a:cubicBezTo>
                    <a:pt x="7980" y="2818"/>
                    <a:pt x="7701" y="2706"/>
                    <a:pt x="7422" y="2623"/>
                  </a:cubicBezTo>
                  <a:cubicBezTo>
                    <a:pt x="7313" y="2592"/>
                    <a:pt x="7199" y="2580"/>
                    <a:pt x="7084" y="2580"/>
                  </a:cubicBezTo>
                  <a:cubicBezTo>
                    <a:pt x="6666" y="2580"/>
                    <a:pt x="6212" y="2734"/>
                    <a:pt x="5776" y="2734"/>
                  </a:cubicBezTo>
                  <a:cubicBezTo>
                    <a:pt x="5218" y="2734"/>
                    <a:pt x="4353" y="2678"/>
                    <a:pt x="3795" y="2595"/>
                  </a:cubicBezTo>
                  <a:cubicBezTo>
                    <a:pt x="2818" y="2455"/>
                    <a:pt x="1926" y="2204"/>
                    <a:pt x="1284" y="1283"/>
                  </a:cubicBezTo>
                  <a:lnTo>
                    <a:pt x="1284" y="1283"/>
                  </a:lnTo>
                  <a:cubicBezTo>
                    <a:pt x="1507" y="1311"/>
                    <a:pt x="1661" y="1311"/>
                    <a:pt x="1818" y="1311"/>
                  </a:cubicBezTo>
                  <a:cubicBezTo>
                    <a:pt x="1974" y="1311"/>
                    <a:pt x="2135" y="1311"/>
                    <a:pt x="2372" y="1339"/>
                  </a:cubicBezTo>
                  <a:cubicBezTo>
                    <a:pt x="2432" y="1346"/>
                    <a:pt x="2497" y="1349"/>
                    <a:pt x="2565" y="1349"/>
                  </a:cubicBezTo>
                  <a:cubicBezTo>
                    <a:pt x="3002" y="1349"/>
                    <a:pt x="3588" y="1225"/>
                    <a:pt x="4002" y="1225"/>
                  </a:cubicBezTo>
                  <a:cubicBezTo>
                    <a:pt x="4037" y="1225"/>
                    <a:pt x="4070" y="1226"/>
                    <a:pt x="4102" y="1228"/>
                  </a:cubicBezTo>
                  <a:cubicBezTo>
                    <a:pt x="4734" y="1283"/>
                    <a:pt x="5990" y="2205"/>
                    <a:pt x="6026" y="2205"/>
                  </a:cubicBezTo>
                  <a:cubicBezTo>
                    <a:pt x="6027" y="2205"/>
                    <a:pt x="6027" y="2205"/>
                    <a:pt x="6027" y="2204"/>
                  </a:cubicBezTo>
                  <a:cubicBezTo>
                    <a:pt x="5301" y="1116"/>
                    <a:pt x="4381" y="893"/>
                    <a:pt x="3125" y="893"/>
                  </a:cubicBezTo>
                  <a:cubicBezTo>
                    <a:pt x="1898" y="893"/>
                    <a:pt x="977" y="781"/>
                    <a:pt x="29" y="0"/>
                  </a:cubicBez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2217;p36">
              <a:extLst>
                <a:ext uri="{FF2B5EF4-FFF2-40B4-BE49-F238E27FC236}">
                  <a16:creationId xmlns:a16="http://schemas.microsoft.com/office/drawing/2014/main" id="{C4B59405-4202-037C-24E4-DFE3F61EEB49}"/>
                </a:ext>
              </a:extLst>
            </p:cNvPr>
            <p:cNvSpPr/>
            <p:nvPr/>
          </p:nvSpPr>
          <p:spPr>
            <a:xfrm>
              <a:off x="4206331" y="2448603"/>
              <a:ext cx="432721" cy="187712"/>
            </a:xfrm>
            <a:custGeom>
              <a:avLst/>
              <a:gdLst/>
              <a:ahLst/>
              <a:cxnLst/>
              <a:rect l="l" t="t" r="r" b="b"/>
              <a:pathLst>
                <a:path w="6948" h="3014" extrusionOk="0">
                  <a:moveTo>
                    <a:pt x="0" y="1"/>
                  </a:moveTo>
                  <a:lnTo>
                    <a:pt x="56" y="85"/>
                  </a:lnTo>
                  <a:cubicBezTo>
                    <a:pt x="112" y="531"/>
                    <a:pt x="447" y="782"/>
                    <a:pt x="865" y="949"/>
                  </a:cubicBezTo>
                  <a:cubicBezTo>
                    <a:pt x="1897" y="1368"/>
                    <a:pt x="3097" y="1284"/>
                    <a:pt x="4185" y="1563"/>
                  </a:cubicBezTo>
                  <a:cubicBezTo>
                    <a:pt x="5189" y="1842"/>
                    <a:pt x="6138" y="2316"/>
                    <a:pt x="6947" y="3014"/>
                  </a:cubicBezTo>
                  <a:cubicBezTo>
                    <a:pt x="6808" y="2595"/>
                    <a:pt x="6361" y="2261"/>
                    <a:pt x="5998" y="2010"/>
                  </a:cubicBezTo>
                  <a:cubicBezTo>
                    <a:pt x="5078" y="1396"/>
                    <a:pt x="3990" y="1228"/>
                    <a:pt x="2930" y="1117"/>
                  </a:cubicBezTo>
                  <a:cubicBezTo>
                    <a:pt x="2400" y="1061"/>
                    <a:pt x="1869" y="1005"/>
                    <a:pt x="1367" y="866"/>
                  </a:cubicBezTo>
                  <a:cubicBezTo>
                    <a:pt x="1116" y="810"/>
                    <a:pt x="837" y="726"/>
                    <a:pt x="586" y="559"/>
                  </a:cubicBezTo>
                  <a:cubicBezTo>
                    <a:pt x="363" y="419"/>
                    <a:pt x="195" y="112"/>
                    <a:pt x="0" y="1"/>
                  </a:cubicBezTo>
                  <a:close/>
                </a:path>
              </a:pathLst>
            </a:custGeom>
            <a:solidFill>
              <a:srgbClr val="3F2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2218;p36">
              <a:extLst>
                <a:ext uri="{FF2B5EF4-FFF2-40B4-BE49-F238E27FC236}">
                  <a16:creationId xmlns:a16="http://schemas.microsoft.com/office/drawing/2014/main" id="{994AFC48-6462-C0D5-67D3-8B074C1B34B8}"/>
                </a:ext>
              </a:extLst>
            </p:cNvPr>
            <p:cNvSpPr/>
            <p:nvPr/>
          </p:nvSpPr>
          <p:spPr>
            <a:xfrm>
              <a:off x="4227133" y="2442312"/>
              <a:ext cx="415345" cy="74051"/>
            </a:xfrm>
            <a:custGeom>
              <a:avLst/>
              <a:gdLst/>
              <a:ahLst/>
              <a:cxnLst/>
              <a:rect l="l" t="t" r="r" b="b"/>
              <a:pathLst>
                <a:path w="6669" h="1189" extrusionOk="0">
                  <a:moveTo>
                    <a:pt x="6006" y="1"/>
                  </a:moveTo>
                  <a:cubicBezTo>
                    <a:pt x="5046" y="1"/>
                    <a:pt x="4601" y="711"/>
                    <a:pt x="3907" y="827"/>
                  </a:cubicBezTo>
                  <a:cubicBezTo>
                    <a:pt x="3473" y="903"/>
                    <a:pt x="3035" y="941"/>
                    <a:pt x="2597" y="941"/>
                  </a:cubicBezTo>
                  <a:cubicBezTo>
                    <a:pt x="1910" y="941"/>
                    <a:pt x="1224" y="847"/>
                    <a:pt x="559" y="660"/>
                  </a:cubicBezTo>
                  <a:cubicBezTo>
                    <a:pt x="392" y="632"/>
                    <a:pt x="168" y="576"/>
                    <a:pt x="1" y="492"/>
                  </a:cubicBezTo>
                  <a:lnTo>
                    <a:pt x="1" y="492"/>
                  </a:lnTo>
                  <a:cubicBezTo>
                    <a:pt x="782" y="1050"/>
                    <a:pt x="1926" y="1022"/>
                    <a:pt x="2847" y="1162"/>
                  </a:cubicBezTo>
                  <a:cubicBezTo>
                    <a:pt x="2974" y="1180"/>
                    <a:pt x="3099" y="1189"/>
                    <a:pt x="3219" y="1189"/>
                  </a:cubicBezTo>
                  <a:cubicBezTo>
                    <a:pt x="4208" y="1189"/>
                    <a:pt x="4963" y="632"/>
                    <a:pt x="5385" y="409"/>
                  </a:cubicBezTo>
                  <a:cubicBezTo>
                    <a:pt x="5581" y="325"/>
                    <a:pt x="6446" y="102"/>
                    <a:pt x="6669" y="102"/>
                  </a:cubicBezTo>
                  <a:cubicBezTo>
                    <a:pt x="6422" y="30"/>
                    <a:pt x="6203" y="1"/>
                    <a:pt x="6006" y="1"/>
                  </a:cubicBez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2219;p36">
              <a:extLst>
                <a:ext uri="{FF2B5EF4-FFF2-40B4-BE49-F238E27FC236}">
                  <a16:creationId xmlns:a16="http://schemas.microsoft.com/office/drawing/2014/main" id="{536EBF19-6461-94CD-68F5-94606AA58FF7}"/>
                </a:ext>
              </a:extLst>
            </p:cNvPr>
            <p:cNvSpPr/>
            <p:nvPr/>
          </p:nvSpPr>
          <p:spPr>
            <a:xfrm>
              <a:off x="4202843" y="2452091"/>
              <a:ext cx="24351" cy="20926"/>
            </a:xfrm>
            <a:custGeom>
              <a:avLst/>
              <a:gdLst/>
              <a:ahLst/>
              <a:cxnLst/>
              <a:rect l="l" t="t" r="r" b="b"/>
              <a:pathLst>
                <a:path w="391" h="336" extrusionOk="0">
                  <a:moveTo>
                    <a:pt x="1" y="1"/>
                  </a:moveTo>
                  <a:lnTo>
                    <a:pt x="112" y="140"/>
                  </a:lnTo>
                  <a:cubicBezTo>
                    <a:pt x="140" y="224"/>
                    <a:pt x="251" y="280"/>
                    <a:pt x="391" y="335"/>
                  </a:cubicBezTo>
                  <a:cubicBezTo>
                    <a:pt x="252" y="252"/>
                    <a:pt x="112" y="140"/>
                    <a:pt x="1" y="1"/>
                  </a:cubicBez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2220;p36">
              <a:extLst>
                <a:ext uri="{FF2B5EF4-FFF2-40B4-BE49-F238E27FC236}">
                  <a16:creationId xmlns:a16="http://schemas.microsoft.com/office/drawing/2014/main" id="{CD70C1C8-9BFF-BC7A-8732-204F5AFB7037}"/>
                </a:ext>
              </a:extLst>
            </p:cNvPr>
            <p:cNvSpPr/>
            <p:nvPr/>
          </p:nvSpPr>
          <p:spPr>
            <a:xfrm>
              <a:off x="4319246" y="2575469"/>
              <a:ext cx="7038" cy="3550"/>
            </a:xfrm>
            <a:custGeom>
              <a:avLst/>
              <a:gdLst/>
              <a:ahLst/>
              <a:cxnLst/>
              <a:rect l="l" t="t" r="r" b="b"/>
              <a:pathLst>
                <a:path w="113" h="57" extrusionOk="0">
                  <a:moveTo>
                    <a:pt x="112" y="0"/>
                  </a:moveTo>
                  <a:lnTo>
                    <a:pt x="1" y="28"/>
                  </a:lnTo>
                  <a:lnTo>
                    <a:pt x="29" y="56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2221;p36">
              <a:extLst>
                <a:ext uri="{FF2B5EF4-FFF2-40B4-BE49-F238E27FC236}">
                  <a16:creationId xmlns:a16="http://schemas.microsoft.com/office/drawing/2014/main" id="{8C53A66B-A93F-07AE-5DE2-8B48A816EE9A}"/>
                </a:ext>
              </a:extLst>
            </p:cNvPr>
            <p:cNvSpPr/>
            <p:nvPr/>
          </p:nvSpPr>
          <p:spPr>
            <a:xfrm>
              <a:off x="4320990" y="2570922"/>
              <a:ext cx="404197" cy="100894"/>
            </a:xfrm>
            <a:custGeom>
              <a:avLst/>
              <a:gdLst/>
              <a:ahLst/>
              <a:cxnLst/>
              <a:rect l="l" t="t" r="r" b="b"/>
              <a:pathLst>
                <a:path w="6490" h="1620" extrusionOk="0">
                  <a:moveTo>
                    <a:pt x="1004" y="0"/>
                  </a:moveTo>
                  <a:cubicBezTo>
                    <a:pt x="665" y="0"/>
                    <a:pt x="333" y="59"/>
                    <a:pt x="1" y="129"/>
                  </a:cubicBezTo>
                  <a:cubicBezTo>
                    <a:pt x="140" y="380"/>
                    <a:pt x="921" y="799"/>
                    <a:pt x="1172" y="883"/>
                  </a:cubicBezTo>
                  <a:cubicBezTo>
                    <a:pt x="1595" y="1023"/>
                    <a:pt x="3651" y="1620"/>
                    <a:pt x="5062" y="1620"/>
                  </a:cubicBezTo>
                  <a:cubicBezTo>
                    <a:pt x="5886" y="1620"/>
                    <a:pt x="6489" y="1416"/>
                    <a:pt x="6417" y="799"/>
                  </a:cubicBezTo>
                  <a:lnTo>
                    <a:pt x="6417" y="799"/>
                  </a:lnTo>
                  <a:cubicBezTo>
                    <a:pt x="6362" y="855"/>
                    <a:pt x="6278" y="938"/>
                    <a:pt x="6194" y="966"/>
                  </a:cubicBezTo>
                  <a:cubicBezTo>
                    <a:pt x="5779" y="1179"/>
                    <a:pt x="5379" y="1270"/>
                    <a:pt x="4985" y="1270"/>
                  </a:cubicBezTo>
                  <a:cubicBezTo>
                    <a:pt x="4348" y="1270"/>
                    <a:pt x="3725" y="1032"/>
                    <a:pt x="3069" y="687"/>
                  </a:cubicBezTo>
                  <a:cubicBezTo>
                    <a:pt x="2623" y="464"/>
                    <a:pt x="2093" y="213"/>
                    <a:pt x="1619" y="73"/>
                  </a:cubicBezTo>
                  <a:cubicBezTo>
                    <a:pt x="1410" y="21"/>
                    <a:pt x="1206" y="0"/>
                    <a:pt x="1004" y="0"/>
                  </a:cubicBez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2222;p36">
              <a:extLst>
                <a:ext uri="{FF2B5EF4-FFF2-40B4-BE49-F238E27FC236}">
                  <a16:creationId xmlns:a16="http://schemas.microsoft.com/office/drawing/2014/main" id="{65A62E8F-7386-EEA8-0302-872934C99802}"/>
                </a:ext>
              </a:extLst>
            </p:cNvPr>
            <p:cNvSpPr/>
            <p:nvPr/>
          </p:nvSpPr>
          <p:spPr>
            <a:xfrm>
              <a:off x="4319246" y="2578956"/>
              <a:ext cx="1806" cy="62"/>
            </a:xfrm>
            <a:custGeom>
              <a:avLst/>
              <a:gdLst/>
              <a:ahLst/>
              <a:cxnLst/>
              <a:rect l="l" t="t" r="r" b="b"/>
              <a:pathLst>
                <a:path w="29" h="1" extrusionOk="0">
                  <a:moveTo>
                    <a:pt x="1" y="0"/>
                  </a:move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2223;p36">
              <a:extLst>
                <a:ext uri="{FF2B5EF4-FFF2-40B4-BE49-F238E27FC236}">
                  <a16:creationId xmlns:a16="http://schemas.microsoft.com/office/drawing/2014/main" id="{411C3AC7-9C96-9E24-5675-E268346DE998}"/>
                </a:ext>
              </a:extLst>
            </p:cNvPr>
            <p:cNvSpPr/>
            <p:nvPr/>
          </p:nvSpPr>
          <p:spPr>
            <a:xfrm>
              <a:off x="4016936" y="2247062"/>
              <a:ext cx="479618" cy="139320"/>
            </a:xfrm>
            <a:custGeom>
              <a:avLst/>
              <a:gdLst/>
              <a:ahLst/>
              <a:cxnLst/>
              <a:rect l="l" t="t" r="r" b="b"/>
              <a:pathLst>
                <a:path w="7701" h="2237" extrusionOk="0">
                  <a:moveTo>
                    <a:pt x="28" y="1"/>
                  </a:moveTo>
                  <a:lnTo>
                    <a:pt x="56" y="252"/>
                  </a:lnTo>
                  <a:cubicBezTo>
                    <a:pt x="0" y="363"/>
                    <a:pt x="1479" y="1200"/>
                    <a:pt x="1646" y="1312"/>
                  </a:cubicBezTo>
                  <a:cubicBezTo>
                    <a:pt x="2511" y="1842"/>
                    <a:pt x="3906" y="2177"/>
                    <a:pt x="4938" y="2232"/>
                  </a:cubicBezTo>
                  <a:cubicBezTo>
                    <a:pt x="4990" y="2235"/>
                    <a:pt x="5042" y="2237"/>
                    <a:pt x="5094" y="2237"/>
                  </a:cubicBezTo>
                  <a:cubicBezTo>
                    <a:pt x="5571" y="2237"/>
                    <a:pt x="6040" y="2119"/>
                    <a:pt x="6417" y="1842"/>
                  </a:cubicBezTo>
                  <a:cubicBezTo>
                    <a:pt x="6715" y="1624"/>
                    <a:pt x="6970" y="1349"/>
                    <a:pt x="7283" y="1349"/>
                  </a:cubicBezTo>
                  <a:cubicBezTo>
                    <a:pt x="7410" y="1349"/>
                    <a:pt x="7547" y="1394"/>
                    <a:pt x="7700" y="1507"/>
                  </a:cubicBezTo>
                  <a:lnTo>
                    <a:pt x="7645" y="1451"/>
                  </a:lnTo>
                  <a:cubicBezTo>
                    <a:pt x="7469" y="1287"/>
                    <a:pt x="7293" y="1221"/>
                    <a:pt x="7121" y="1221"/>
                  </a:cubicBezTo>
                  <a:cubicBezTo>
                    <a:pt x="6856" y="1221"/>
                    <a:pt x="6598" y="1377"/>
                    <a:pt x="6361" y="1563"/>
                  </a:cubicBezTo>
                  <a:cubicBezTo>
                    <a:pt x="5997" y="1841"/>
                    <a:pt x="5633" y="1955"/>
                    <a:pt x="5218" y="1955"/>
                  </a:cubicBezTo>
                  <a:cubicBezTo>
                    <a:pt x="5093" y="1955"/>
                    <a:pt x="4963" y="1945"/>
                    <a:pt x="4827" y="1926"/>
                  </a:cubicBezTo>
                  <a:cubicBezTo>
                    <a:pt x="3794" y="1814"/>
                    <a:pt x="2902" y="1368"/>
                    <a:pt x="2037" y="977"/>
                  </a:cubicBezTo>
                  <a:cubicBezTo>
                    <a:pt x="2793" y="977"/>
                    <a:pt x="3752" y="724"/>
                    <a:pt x="4645" y="724"/>
                  </a:cubicBezTo>
                  <a:cubicBezTo>
                    <a:pt x="5234" y="724"/>
                    <a:pt x="5795" y="834"/>
                    <a:pt x="6250" y="1200"/>
                  </a:cubicBezTo>
                  <a:cubicBezTo>
                    <a:pt x="5775" y="671"/>
                    <a:pt x="4979" y="512"/>
                    <a:pt x="4219" y="512"/>
                  </a:cubicBezTo>
                  <a:cubicBezTo>
                    <a:pt x="3817" y="512"/>
                    <a:pt x="3425" y="556"/>
                    <a:pt x="3097" y="614"/>
                  </a:cubicBezTo>
                  <a:cubicBezTo>
                    <a:pt x="2764" y="674"/>
                    <a:pt x="2432" y="710"/>
                    <a:pt x="2104" y="710"/>
                  </a:cubicBezTo>
                  <a:cubicBezTo>
                    <a:pt x="1362" y="710"/>
                    <a:pt x="648" y="523"/>
                    <a:pt x="28" y="1"/>
                  </a:cubicBez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2224;p36">
              <a:extLst>
                <a:ext uri="{FF2B5EF4-FFF2-40B4-BE49-F238E27FC236}">
                  <a16:creationId xmlns:a16="http://schemas.microsoft.com/office/drawing/2014/main" id="{2A84C75E-D129-9AE2-A720-B7435055E744}"/>
                </a:ext>
              </a:extLst>
            </p:cNvPr>
            <p:cNvSpPr/>
            <p:nvPr/>
          </p:nvSpPr>
          <p:spPr>
            <a:xfrm>
              <a:off x="3698931" y="2165848"/>
              <a:ext cx="695107" cy="850994"/>
            </a:xfrm>
            <a:custGeom>
              <a:avLst/>
              <a:gdLst/>
              <a:ahLst/>
              <a:cxnLst/>
              <a:rect l="l" t="t" r="r" b="b"/>
              <a:pathLst>
                <a:path w="11161" h="13664" extrusionOk="0">
                  <a:moveTo>
                    <a:pt x="703" y="0"/>
                  </a:moveTo>
                  <a:cubicBezTo>
                    <a:pt x="479" y="0"/>
                    <a:pt x="285" y="39"/>
                    <a:pt x="196" y="161"/>
                  </a:cubicBezTo>
                  <a:cubicBezTo>
                    <a:pt x="1" y="384"/>
                    <a:pt x="642" y="1109"/>
                    <a:pt x="670" y="1388"/>
                  </a:cubicBezTo>
                  <a:cubicBezTo>
                    <a:pt x="754" y="2030"/>
                    <a:pt x="893" y="2644"/>
                    <a:pt x="949" y="3313"/>
                  </a:cubicBezTo>
                  <a:cubicBezTo>
                    <a:pt x="1005" y="4122"/>
                    <a:pt x="1340" y="5043"/>
                    <a:pt x="1145" y="5824"/>
                  </a:cubicBezTo>
                  <a:cubicBezTo>
                    <a:pt x="1730" y="5992"/>
                    <a:pt x="2149" y="6075"/>
                    <a:pt x="2456" y="6689"/>
                  </a:cubicBezTo>
                  <a:cubicBezTo>
                    <a:pt x="2707" y="7247"/>
                    <a:pt x="2902" y="7805"/>
                    <a:pt x="3070" y="8391"/>
                  </a:cubicBezTo>
                  <a:cubicBezTo>
                    <a:pt x="3404" y="9563"/>
                    <a:pt x="4186" y="10651"/>
                    <a:pt x="4883" y="11683"/>
                  </a:cubicBezTo>
                  <a:cubicBezTo>
                    <a:pt x="5274" y="12269"/>
                    <a:pt x="5776" y="12966"/>
                    <a:pt x="5832" y="13664"/>
                  </a:cubicBezTo>
                  <a:cubicBezTo>
                    <a:pt x="6278" y="13441"/>
                    <a:pt x="6445" y="12353"/>
                    <a:pt x="6585" y="11878"/>
                  </a:cubicBezTo>
                  <a:cubicBezTo>
                    <a:pt x="6808" y="11209"/>
                    <a:pt x="6948" y="10455"/>
                    <a:pt x="7450" y="9953"/>
                  </a:cubicBezTo>
                  <a:cubicBezTo>
                    <a:pt x="7868" y="9451"/>
                    <a:pt x="8510" y="9033"/>
                    <a:pt x="9068" y="8670"/>
                  </a:cubicBezTo>
                  <a:cubicBezTo>
                    <a:pt x="9598" y="8307"/>
                    <a:pt x="10268" y="8084"/>
                    <a:pt x="10658" y="7554"/>
                  </a:cubicBezTo>
                  <a:cubicBezTo>
                    <a:pt x="10770" y="7359"/>
                    <a:pt x="10993" y="7303"/>
                    <a:pt x="11160" y="7080"/>
                  </a:cubicBezTo>
                  <a:cubicBezTo>
                    <a:pt x="10658" y="6968"/>
                    <a:pt x="9793" y="6159"/>
                    <a:pt x="9431" y="5824"/>
                  </a:cubicBezTo>
                  <a:cubicBezTo>
                    <a:pt x="8956" y="5406"/>
                    <a:pt x="8510" y="5015"/>
                    <a:pt x="8175" y="4513"/>
                  </a:cubicBezTo>
                  <a:cubicBezTo>
                    <a:pt x="7450" y="3397"/>
                    <a:pt x="6222" y="2365"/>
                    <a:pt x="5162" y="1556"/>
                  </a:cubicBezTo>
                  <a:cubicBezTo>
                    <a:pt x="4130" y="774"/>
                    <a:pt x="2902" y="216"/>
                    <a:pt x="1647" y="105"/>
                  </a:cubicBezTo>
                  <a:cubicBezTo>
                    <a:pt x="1445" y="88"/>
                    <a:pt x="1041" y="0"/>
                    <a:pt x="703" y="0"/>
                  </a:cubicBezTo>
                  <a:close/>
                </a:path>
              </a:pathLst>
            </a:custGeom>
            <a:solidFill>
              <a:srgbClr val="7C45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2225;p36">
              <a:extLst>
                <a:ext uri="{FF2B5EF4-FFF2-40B4-BE49-F238E27FC236}">
                  <a16:creationId xmlns:a16="http://schemas.microsoft.com/office/drawing/2014/main" id="{9D28D2B2-D4D9-2093-EEAB-6AD8738097DA}"/>
                </a:ext>
              </a:extLst>
            </p:cNvPr>
            <p:cNvSpPr/>
            <p:nvPr/>
          </p:nvSpPr>
          <p:spPr>
            <a:xfrm>
              <a:off x="3738915" y="2165412"/>
              <a:ext cx="641235" cy="440756"/>
            </a:xfrm>
            <a:custGeom>
              <a:avLst/>
              <a:gdLst/>
              <a:ahLst/>
              <a:cxnLst/>
              <a:rect l="l" t="t" r="r" b="b"/>
              <a:pathLst>
                <a:path w="10296" h="7077" extrusionOk="0">
                  <a:moveTo>
                    <a:pt x="0" y="0"/>
                  </a:moveTo>
                  <a:cubicBezTo>
                    <a:pt x="3097" y="1060"/>
                    <a:pt x="4325" y="2511"/>
                    <a:pt x="5943" y="4520"/>
                  </a:cubicBezTo>
                  <a:cubicBezTo>
                    <a:pt x="6780" y="5552"/>
                    <a:pt x="7533" y="6640"/>
                    <a:pt x="8872" y="7003"/>
                  </a:cubicBezTo>
                  <a:cubicBezTo>
                    <a:pt x="9093" y="7055"/>
                    <a:pt x="9313" y="7077"/>
                    <a:pt x="9534" y="7077"/>
                  </a:cubicBezTo>
                  <a:cubicBezTo>
                    <a:pt x="9787" y="7077"/>
                    <a:pt x="10041" y="7048"/>
                    <a:pt x="10295" y="7003"/>
                  </a:cubicBezTo>
                  <a:cubicBezTo>
                    <a:pt x="9793" y="6780"/>
                    <a:pt x="9095" y="6138"/>
                    <a:pt x="8789" y="5831"/>
                  </a:cubicBezTo>
                  <a:cubicBezTo>
                    <a:pt x="8314" y="5413"/>
                    <a:pt x="7868" y="5022"/>
                    <a:pt x="7533" y="4520"/>
                  </a:cubicBezTo>
                  <a:cubicBezTo>
                    <a:pt x="6808" y="3404"/>
                    <a:pt x="5580" y="2372"/>
                    <a:pt x="4520" y="1563"/>
                  </a:cubicBezTo>
                  <a:cubicBezTo>
                    <a:pt x="3488" y="781"/>
                    <a:pt x="2260" y="223"/>
                    <a:pt x="1005" y="112"/>
                  </a:cubicBezTo>
                  <a:cubicBezTo>
                    <a:pt x="809" y="112"/>
                    <a:pt x="363" y="0"/>
                    <a:pt x="0" y="0"/>
                  </a:cubicBezTo>
                  <a:close/>
                </a:path>
              </a:pathLst>
            </a:custGeom>
            <a:solidFill>
              <a:srgbClr val="6333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2226;p36">
              <a:extLst>
                <a:ext uri="{FF2B5EF4-FFF2-40B4-BE49-F238E27FC236}">
                  <a16:creationId xmlns:a16="http://schemas.microsoft.com/office/drawing/2014/main" id="{C91FDFD9-E0A5-B98C-6A70-6C592B853234}"/>
                </a:ext>
              </a:extLst>
            </p:cNvPr>
            <p:cNvSpPr/>
            <p:nvPr/>
          </p:nvSpPr>
          <p:spPr>
            <a:xfrm>
              <a:off x="3752804" y="2319619"/>
              <a:ext cx="437953" cy="697225"/>
            </a:xfrm>
            <a:custGeom>
              <a:avLst/>
              <a:gdLst/>
              <a:ahLst/>
              <a:cxnLst/>
              <a:rect l="l" t="t" r="r" b="b"/>
              <a:pathLst>
                <a:path w="7032" h="11195" extrusionOk="0">
                  <a:moveTo>
                    <a:pt x="525" y="0"/>
                  </a:moveTo>
                  <a:cubicBezTo>
                    <a:pt x="388" y="0"/>
                    <a:pt x="251" y="20"/>
                    <a:pt x="112" y="63"/>
                  </a:cubicBezTo>
                  <a:cubicBezTo>
                    <a:pt x="75" y="63"/>
                    <a:pt x="50" y="75"/>
                    <a:pt x="29" y="75"/>
                  </a:cubicBezTo>
                  <a:cubicBezTo>
                    <a:pt x="19" y="75"/>
                    <a:pt x="10" y="72"/>
                    <a:pt x="1" y="63"/>
                  </a:cubicBezTo>
                  <a:lnTo>
                    <a:pt x="1" y="63"/>
                  </a:lnTo>
                  <a:cubicBezTo>
                    <a:pt x="28" y="314"/>
                    <a:pt x="56" y="593"/>
                    <a:pt x="84" y="844"/>
                  </a:cubicBezTo>
                  <a:cubicBezTo>
                    <a:pt x="140" y="1653"/>
                    <a:pt x="475" y="2574"/>
                    <a:pt x="280" y="3355"/>
                  </a:cubicBezTo>
                  <a:cubicBezTo>
                    <a:pt x="865" y="3523"/>
                    <a:pt x="1284" y="3606"/>
                    <a:pt x="1591" y="4220"/>
                  </a:cubicBezTo>
                  <a:cubicBezTo>
                    <a:pt x="1842" y="4778"/>
                    <a:pt x="2037" y="5336"/>
                    <a:pt x="2205" y="5922"/>
                  </a:cubicBezTo>
                  <a:cubicBezTo>
                    <a:pt x="2539" y="7094"/>
                    <a:pt x="3321" y="8182"/>
                    <a:pt x="4018" y="9214"/>
                  </a:cubicBezTo>
                  <a:cubicBezTo>
                    <a:pt x="4409" y="9800"/>
                    <a:pt x="4911" y="10497"/>
                    <a:pt x="4967" y="11195"/>
                  </a:cubicBezTo>
                  <a:cubicBezTo>
                    <a:pt x="5413" y="10972"/>
                    <a:pt x="5580" y="9884"/>
                    <a:pt x="5720" y="9409"/>
                  </a:cubicBezTo>
                  <a:cubicBezTo>
                    <a:pt x="5943" y="8740"/>
                    <a:pt x="6083" y="7986"/>
                    <a:pt x="6585" y="7484"/>
                  </a:cubicBezTo>
                  <a:cubicBezTo>
                    <a:pt x="6696" y="7317"/>
                    <a:pt x="6864" y="7177"/>
                    <a:pt x="7031" y="7038"/>
                  </a:cubicBezTo>
                  <a:lnTo>
                    <a:pt x="7031" y="7038"/>
                  </a:lnTo>
                  <a:cubicBezTo>
                    <a:pt x="6984" y="7041"/>
                    <a:pt x="6937" y="7042"/>
                    <a:pt x="6891" y="7042"/>
                  </a:cubicBezTo>
                  <a:cubicBezTo>
                    <a:pt x="4849" y="7042"/>
                    <a:pt x="4094" y="4065"/>
                    <a:pt x="3767" y="3355"/>
                  </a:cubicBezTo>
                  <a:cubicBezTo>
                    <a:pt x="3132" y="2035"/>
                    <a:pt x="1898" y="0"/>
                    <a:pt x="525" y="0"/>
                  </a:cubicBezTo>
                  <a:close/>
                </a:path>
              </a:pathLst>
            </a:custGeom>
            <a:solidFill>
              <a:srgbClr val="6333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2227;p36">
              <a:extLst>
                <a:ext uri="{FF2B5EF4-FFF2-40B4-BE49-F238E27FC236}">
                  <a16:creationId xmlns:a16="http://schemas.microsoft.com/office/drawing/2014/main" id="{06283326-EE2A-9E3F-3D6D-0036572C578F}"/>
                </a:ext>
              </a:extLst>
            </p:cNvPr>
            <p:cNvSpPr/>
            <p:nvPr/>
          </p:nvSpPr>
          <p:spPr>
            <a:xfrm>
              <a:off x="3770180" y="2450347"/>
              <a:ext cx="323233" cy="566499"/>
            </a:xfrm>
            <a:custGeom>
              <a:avLst/>
              <a:gdLst/>
              <a:ahLst/>
              <a:cxnLst/>
              <a:rect l="l" t="t" r="r" b="b"/>
              <a:pathLst>
                <a:path w="5190" h="9096" extrusionOk="0">
                  <a:moveTo>
                    <a:pt x="252" y="1"/>
                  </a:moveTo>
                  <a:cubicBezTo>
                    <a:pt x="224" y="642"/>
                    <a:pt x="28" y="1089"/>
                    <a:pt x="1" y="1256"/>
                  </a:cubicBezTo>
                  <a:cubicBezTo>
                    <a:pt x="586" y="1424"/>
                    <a:pt x="1005" y="1507"/>
                    <a:pt x="1312" y="2121"/>
                  </a:cubicBezTo>
                  <a:cubicBezTo>
                    <a:pt x="1563" y="2679"/>
                    <a:pt x="1758" y="3237"/>
                    <a:pt x="1926" y="3823"/>
                  </a:cubicBezTo>
                  <a:cubicBezTo>
                    <a:pt x="2260" y="4995"/>
                    <a:pt x="3042" y="6083"/>
                    <a:pt x="3739" y="7115"/>
                  </a:cubicBezTo>
                  <a:cubicBezTo>
                    <a:pt x="4130" y="7701"/>
                    <a:pt x="4632" y="8398"/>
                    <a:pt x="4688" y="9096"/>
                  </a:cubicBezTo>
                  <a:cubicBezTo>
                    <a:pt x="4939" y="8984"/>
                    <a:pt x="5078" y="8622"/>
                    <a:pt x="5190" y="8231"/>
                  </a:cubicBezTo>
                  <a:cubicBezTo>
                    <a:pt x="5134" y="7868"/>
                    <a:pt x="5050" y="7506"/>
                    <a:pt x="4855" y="7143"/>
                  </a:cubicBezTo>
                  <a:cubicBezTo>
                    <a:pt x="4576" y="6696"/>
                    <a:pt x="4241" y="6334"/>
                    <a:pt x="3934" y="5915"/>
                  </a:cubicBezTo>
                  <a:cubicBezTo>
                    <a:pt x="3572" y="5441"/>
                    <a:pt x="3237" y="4967"/>
                    <a:pt x="2986" y="4409"/>
                  </a:cubicBezTo>
                  <a:cubicBezTo>
                    <a:pt x="2623" y="3628"/>
                    <a:pt x="2232" y="2233"/>
                    <a:pt x="1898" y="1424"/>
                  </a:cubicBezTo>
                  <a:cubicBezTo>
                    <a:pt x="1256" y="168"/>
                    <a:pt x="670" y="252"/>
                    <a:pt x="419" y="84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rgbClr val="4921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2228;p36">
              <a:extLst>
                <a:ext uri="{FF2B5EF4-FFF2-40B4-BE49-F238E27FC236}">
                  <a16:creationId xmlns:a16="http://schemas.microsoft.com/office/drawing/2014/main" id="{B0C147EC-403C-F63A-8CE6-C5ED52CF7B4F}"/>
                </a:ext>
              </a:extLst>
            </p:cNvPr>
            <p:cNvSpPr/>
            <p:nvPr/>
          </p:nvSpPr>
          <p:spPr>
            <a:xfrm>
              <a:off x="3820565" y="2399962"/>
              <a:ext cx="248559" cy="443122"/>
            </a:xfrm>
            <a:custGeom>
              <a:avLst/>
              <a:gdLst/>
              <a:ahLst/>
              <a:cxnLst/>
              <a:rect l="l" t="t" r="r" b="b"/>
              <a:pathLst>
                <a:path w="3991" h="7115" extrusionOk="0">
                  <a:moveTo>
                    <a:pt x="1" y="1"/>
                  </a:moveTo>
                  <a:lnTo>
                    <a:pt x="1" y="1"/>
                  </a:lnTo>
                  <a:cubicBezTo>
                    <a:pt x="1675" y="1926"/>
                    <a:pt x="1563" y="5525"/>
                    <a:pt x="3990" y="7115"/>
                  </a:cubicBezTo>
                  <a:cubicBezTo>
                    <a:pt x="3460" y="5999"/>
                    <a:pt x="2512" y="4995"/>
                    <a:pt x="1981" y="3907"/>
                  </a:cubicBezTo>
                  <a:cubicBezTo>
                    <a:pt x="1675" y="3209"/>
                    <a:pt x="1312" y="921"/>
                    <a:pt x="1" y="1"/>
                  </a:cubicBezTo>
                  <a:close/>
                </a:path>
              </a:pathLst>
            </a:custGeom>
            <a:solidFill>
              <a:srgbClr val="54260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2229;p36">
              <a:extLst>
                <a:ext uri="{FF2B5EF4-FFF2-40B4-BE49-F238E27FC236}">
                  <a16:creationId xmlns:a16="http://schemas.microsoft.com/office/drawing/2014/main" id="{93E45A21-4FF0-9E5D-EBDB-A10FDF1F2856}"/>
                </a:ext>
              </a:extLst>
            </p:cNvPr>
            <p:cNvSpPr/>
            <p:nvPr/>
          </p:nvSpPr>
          <p:spPr>
            <a:xfrm>
              <a:off x="3278475" y="2171703"/>
              <a:ext cx="568243" cy="516052"/>
            </a:xfrm>
            <a:custGeom>
              <a:avLst/>
              <a:gdLst/>
              <a:ahLst/>
              <a:cxnLst/>
              <a:rect l="l" t="t" r="r" b="b"/>
              <a:pathLst>
                <a:path w="9124" h="8286" extrusionOk="0">
                  <a:moveTo>
                    <a:pt x="6570" y="0"/>
                  </a:moveTo>
                  <a:cubicBezTo>
                    <a:pt x="5408" y="0"/>
                    <a:pt x="4102" y="1697"/>
                    <a:pt x="3460" y="2494"/>
                  </a:cubicBezTo>
                  <a:cubicBezTo>
                    <a:pt x="3041" y="2996"/>
                    <a:pt x="2734" y="3554"/>
                    <a:pt x="2204" y="4000"/>
                  </a:cubicBezTo>
                  <a:cubicBezTo>
                    <a:pt x="1730" y="4419"/>
                    <a:pt x="1395" y="5033"/>
                    <a:pt x="893" y="5395"/>
                  </a:cubicBezTo>
                  <a:cubicBezTo>
                    <a:pt x="670" y="5563"/>
                    <a:pt x="251" y="5591"/>
                    <a:pt x="140" y="5870"/>
                  </a:cubicBezTo>
                  <a:cubicBezTo>
                    <a:pt x="0" y="6149"/>
                    <a:pt x="251" y="6456"/>
                    <a:pt x="335" y="6707"/>
                  </a:cubicBezTo>
                  <a:cubicBezTo>
                    <a:pt x="419" y="7153"/>
                    <a:pt x="140" y="8157"/>
                    <a:pt x="809" y="8157"/>
                  </a:cubicBezTo>
                  <a:cubicBezTo>
                    <a:pt x="865" y="8157"/>
                    <a:pt x="921" y="8129"/>
                    <a:pt x="977" y="8074"/>
                  </a:cubicBezTo>
                  <a:cubicBezTo>
                    <a:pt x="1022" y="8051"/>
                    <a:pt x="1067" y="8010"/>
                    <a:pt x="1112" y="8010"/>
                  </a:cubicBezTo>
                  <a:cubicBezTo>
                    <a:pt x="1123" y="8010"/>
                    <a:pt x="1133" y="8013"/>
                    <a:pt x="1144" y="8018"/>
                  </a:cubicBezTo>
                  <a:cubicBezTo>
                    <a:pt x="1367" y="8018"/>
                    <a:pt x="1423" y="8241"/>
                    <a:pt x="1562" y="8269"/>
                  </a:cubicBezTo>
                  <a:cubicBezTo>
                    <a:pt x="1613" y="8281"/>
                    <a:pt x="1657" y="8286"/>
                    <a:pt x="1697" y="8286"/>
                  </a:cubicBezTo>
                  <a:cubicBezTo>
                    <a:pt x="1946" y="8286"/>
                    <a:pt x="2027" y="8086"/>
                    <a:pt x="2316" y="7990"/>
                  </a:cubicBezTo>
                  <a:cubicBezTo>
                    <a:pt x="2455" y="7934"/>
                    <a:pt x="2623" y="7934"/>
                    <a:pt x="2762" y="7934"/>
                  </a:cubicBezTo>
                  <a:cubicBezTo>
                    <a:pt x="2846" y="7934"/>
                    <a:pt x="2923" y="7941"/>
                    <a:pt x="2999" y="7941"/>
                  </a:cubicBezTo>
                  <a:cubicBezTo>
                    <a:pt x="3076" y="7941"/>
                    <a:pt x="3153" y="7934"/>
                    <a:pt x="3236" y="7906"/>
                  </a:cubicBezTo>
                  <a:cubicBezTo>
                    <a:pt x="3543" y="7795"/>
                    <a:pt x="3850" y="7544"/>
                    <a:pt x="4129" y="7404"/>
                  </a:cubicBezTo>
                  <a:cubicBezTo>
                    <a:pt x="4352" y="7265"/>
                    <a:pt x="4603" y="7125"/>
                    <a:pt x="4827" y="7041"/>
                  </a:cubicBezTo>
                  <a:cubicBezTo>
                    <a:pt x="4981" y="6980"/>
                    <a:pt x="5092" y="6961"/>
                    <a:pt x="5194" y="6961"/>
                  </a:cubicBezTo>
                  <a:cubicBezTo>
                    <a:pt x="5277" y="6961"/>
                    <a:pt x="5353" y="6973"/>
                    <a:pt x="5440" y="6986"/>
                  </a:cubicBezTo>
                  <a:cubicBezTo>
                    <a:pt x="5552" y="7014"/>
                    <a:pt x="5664" y="7014"/>
                    <a:pt x="5803" y="7014"/>
                  </a:cubicBezTo>
                  <a:cubicBezTo>
                    <a:pt x="6166" y="6986"/>
                    <a:pt x="7114" y="6595"/>
                    <a:pt x="7421" y="6372"/>
                  </a:cubicBezTo>
                  <a:cubicBezTo>
                    <a:pt x="7951" y="5953"/>
                    <a:pt x="8147" y="5088"/>
                    <a:pt x="8147" y="4475"/>
                  </a:cubicBezTo>
                  <a:cubicBezTo>
                    <a:pt x="8147" y="4056"/>
                    <a:pt x="8119" y="3582"/>
                    <a:pt x="8230" y="3191"/>
                  </a:cubicBezTo>
                  <a:cubicBezTo>
                    <a:pt x="8370" y="2689"/>
                    <a:pt x="8677" y="2299"/>
                    <a:pt x="8844" y="1852"/>
                  </a:cubicBezTo>
                  <a:cubicBezTo>
                    <a:pt x="9011" y="1434"/>
                    <a:pt x="9123" y="932"/>
                    <a:pt x="8900" y="541"/>
                  </a:cubicBezTo>
                  <a:cubicBezTo>
                    <a:pt x="8788" y="290"/>
                    <a:pt x="7533" y="95"/>
                    <a:pt x="6863" y="39"/>
                  </a:cubicBezTo>
                  <a:cubicBezTo>
                    <a:pt x="6767" y="12"/>
                    <a:pt x="6669" y="0"/>
                    <a:pt x="6570" y="0"/>
                  </a:cubicBezTo>
                  <a:close/>
                </a:path>
              </a:pathLst>
            </a:custGeom>
            <a:solidFill>
              <a:srgbClr val="7C45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2230;p36">
              <a:extLst>
                <a:ext uri="{FF2B5EF4-FFF2-40B4-BE49-F238E27FC236}">
                  <a16:creationId xmlns:a16="http://schemas.microsoft.com/office/drawing/2014/main" id="{6F4B4D37-395C-A255-9565-70626B694173}"/>
                </a:ext>
              </a:extLst>
            </p:cNvPr>
            <p:cNvSpPr/>
            <p:nvPr/>
          </p:nvSpPr>
          <p:spPr>
            <a:xfrm>
              <a:off x="3766692" y="2168900"/>
              <a:ext cx="13951" cy="3488"/>
            </a:xfrm>
            <a:custGeom>
              <a:avLst/>
              <a:gdLst/>
              <a:ahLst/>
              <a:cxnLst/>
              <a:rect l="l" t="t" r="r" b="b"/>
              <a:pathLst>
                <a:path w="224" h="56" extrusionOk="0">
                  <a:moveTo>
                    <a:pt x="168" y="0"/>
                  </a:moveTo>
                  <a:cubicBezTo>
                    <a:pt x="84" y="0"/>
                    <a:pt x="29" y="28"/>
                    <a:pt x="1" y="56"/>
                  </a:cubicBezTo>
                  <a:lnTo>
                    <a:pt x="224" y="28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A37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2231;p36">
              <a:extLst>
                <a:ext uri="{FF2B5EF4-FFF2-40B4-BE49-F238E27FC236}">
                  <a16:creationId xmlns:a16="http://schemas.microsoft.com/office/drawing/2014/main" id="{75970336-9218-1EED-3738-6E0235DA9875}"/>
                </a:ext>
              </a:extLst>
            </p:cNvPr>
            <p:cNvSpPr/>
            <p:nvPr/>
          </p:nvSpPr>
          <p:spPr>
            <a:xfrm>
              <a:off x="3301021" y="2323543"/>
              <a:ext cx="510945" cy="364213"/>
            </a:xfrm>
            <a:custGeom>
              <a:avLst/>
              <a:gdLst/>
              <a:ahLst/>
              <a:cxnLst/>
              <a:rect l="l" t="t" r="r" b="b"/>
              <a:pathLst>
                <a:path w="8204" h="5848" extrusionOk="0">
                  <a:moveTo>
                    <a:pt x="8203" y="0"/>
                  </a:moveTo>
                  <a:cubicBezTo>
                    <a:pt x="7506" y="195"/>
                    <a:pt x="7394" y="949"/>
                    <a:pt x="7087" y="1395"/>
                  </a:cubicBezTo>
                  <a:cubicBezTo>
                    <a:pt x="6864" y="1730"/>
                    <a:pt x="6390" y="2120"/>
                    <a:pt x="5999" y="2232"/>
                  </a:cubicBezTo>
                  <a:cubicBezTo>
                    <a:pt x="5469" y="2399"/>
                    <a:pt x="5274" y="2344"/>
                    <a:pt x="4855" y="2734"/>
                  </a:cubicBezTo>
                  <a:cubicBezTo>
                    <a:pt x="4520" y="3041"/>
                    <a:pt x="4353" y="3460"/>
                    <a:pt x="3907" y="3655"/>
                  </a:cubicBezTo>
                  <a:cubicBezTo>
                    <a:pt x="3544" y="3794"/>
                    <a:pt x="2958" y="4101"/>
                    <a:pt x="2567" y="4129"/>
                  </a:cubicBezTo>
                  <a:cubicBezTo>
                    <a:pt x="1982" y="4129"/>
                    <a:pt x="1507" y="4520"/>
                    <a:pt x="1089" y="4855"/>
                  </a:cubicBezTo>
                  <a:cubicBezTo>
                    <a:pt x="828" y="5075"/>
                    <a:pt x="552" y="5181"/>
                    <a:pt x="293" y="5181"/>
                  </a:cubicBezTo>
                  <a:cubicBezTo>
                    <a:pt x="193" y="5181"/>
                    <a:pt x="95" y="5165"/>
                    <a:pt x="1" y="5134"/>
                  </a:cubicBezTo>
                  <a:lnTo>
                    <a:pt x="1" y="5134"/>
                  </a:lnTo>
                  <a:cubicBezTo>
                    <a:pt x="29" y="5440"/>
                    <a:pt x="112" y="5719"/>
                    <a:pt x="447" y="5719"/>
                  </a:cubicBezTo>
                  <a:cubicBezTo>
                    <a:pt x="456" y="5721"/>
                    <a:pt x="465" y="5722"/>
                    <a:pt x="474" y="5722"/>
                  </a:cubicBezTo>
                  <a:cubicBezTo>
                    <a:pt x="586" y="5722"/>
                    <a:pt x="643" y="5577"/>
                    <a:pt x="755" y="5577"/>
                  </a:cubicBezTo>
                  <a:cubicBezTo>
                    <a:pt x="764" y="5577"/>
                    <a:pt x="773" y="5578"/>
                    <a:pt x="782" y="5580"/>
                  </a:cubicBezTo>
                  <a:cubicBezTo>
                    <a:pt x="1005" y="5580"/>
                    <a:pt x="1061" y="5803"/>
                    <a:pt x="1200" y="5831"/>
                  </a:cubicBezTo>
                  <a:cubicBezTo>
                    <a:pt x="1251" y="5843"/>
                    <a:pt x="1295" y="5848"/>
                    <a:pt x="1335" y="5848"/>
                  </a:cubicBezTo>
                  <a:cubicBezTo>
                    <a:pt x="1584" y="5848"/>
                    <a:pt x="1665" y="5648"/>
                    <a:pt x="1954" y="5552"/>
                  </a:cubicBezTo>
                  <a:cubicBezTo>
                    <a:pt x="2065" y="5507"/>
                    <a:pt x="2181" y="5498"/>
                    <a:pt x="2302" y="5498"/>
                  </a:cubicBezTo>
                  <a:cubicBezTo>
                    <a:pt x="2382" y="5498"/>
                    <a:pt x="2465" y="5502"/>
                    <a:pt x="2549" y="5502"/>
                  </a:cubicBezTo>
                  <a:cubicBezTo>
                    <a:pt x="2654" y="5502"/>
                    <a:pt x="2763" y="5496"/>
                    <a:pt x="2874" y="5468"/>
                  </a:cubicBezTo>
                  <a:cubicBezTo>
                    <a:pt x="3181" y="5357"/>
                    <a:pt x="3488" y="5106"/>
                    <a:pt x="3767" y="4966"/>
                  </a:cubicBezTo>
                  <a:cubicBezTo>
                    <a:pt x="3990" y="4827"/>
                    <a:pt x="4241" y="4687"/>
                    <a:pt x="4465" y="4603"/>
                  </a:cubicBezTo>
                  <a:cubicBezTo>
                    <a:pt x="4608" y="4546"/>
                    <a:pt x="4722" y="4528"/>
                    <a:pt x="4826" y="4528"/>
                  </a:cubicBezTo>
                  <a:cubicBezTo>
                    <a:pt x="5000" y="4528"/>
                    <a:pt x="5145" y="4579"/>
                    <a:pt x="5351" y="4579"/>
                  </a:cubicBezTo>
                  <a:cubicBezTo>
                    <a:pt x="5380" y="4579"/>
                    <a:pt x="5410" y="4578"/>
                    <a:pt x="5441" y="4576"/>
                  </a:cubicBezTo>
                  <a:cubicBezTo>
                    <a:pt x="5804" y="4548"/>
                    <a:pt x="6752" y="4157"/>
                    <a:pt x="7059" y="3934"/>
                  </a:cubicBezTo>
                  <a:cubicBezTo>
                    <a:pt x="7589" y="3515"/>
                    <a:pt x="7785" y="2650"/>
                    <a:pt x="7785" y="2037"/>
                  </a:cubicBezTo>
                  <a:cubicBezTo>
                    <a:pt x="7785" y="1618"/>
                    <a:pt x="7757" y="1144"/>
                    <a:pt x="7868" y="753"/>
                  </a:cubicBezTo>
                  <a:cubicBezTo>
                    <a:pt x="7924" y="558"/>
                    <a:pt x="8119" y="167"/>
                    <a:pt x="8203" y="0"/>
                  </a:cubicBezTo>
                  <a:close/>
                </a:path>
              </a:pathLst>
            </a:custGeom>
            <a:solidFill>
              <a:srgbClr val="6333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2232;p36">
              <a:extLst>
                <a:ext uri="{FF2B5EF4-FFF2-40B4-BE49-F238E27FC236}">
                  <a16:creationId xmlns:a16="http://schemas.microsoft.com/office/drawing/2014/main" id="{D27D4A90-AB08-EF1B-B0A5-E33543AD1E98}"/>
                </a:ext>
              </a:extLst>
            </p:cNvPr>
            <p:cNvSpPr/>
            <p:nvPr/>
          </p:nvSpPr>
          <p:spPr>
            <a:xfrm>
              <a:off x="3278475" y="2398218"/>
              <a:ext cx="509139" cy="289540"/>
            </a:xfrm>
            <a:custGeom>
              <a:avLst/>
              <a:gdLst/>
              <a:ahLst/>
              <a:cxnLst/>
              <a:rect l="l" t="t" r="r" b="b"/>
              <a:pathLst>
                <a:path w="8175" h="4649" extrusionOk="0">
                  <a:moveTo>
                    <a:pt x="8175" y="1"/>
                  </a:moveTo>
                  <a:lnTo>
                    <a:pt x="8175" y="1"/>
                  </a:lnTo>
                  <a:cubicBezTo>
                    <a:pt x="7951" y="503"/>
                    <a:pt x="7868" y="1061"/>
                    <a:pt x="7589" y="1535"/>
                  </a:cubicBezTo>
                  <a:cubicBezTo>
                    <a:pt x="7421" y="1842"/>
                    <a:pt x="7170" y="2093"/>
                    <a:pt x="6891" y="2288"/>
                  </a:cubicBezTo>
                  <a:cubicBezTo>
                    <a:pt x="6684" y="2433"/>
                    <a:pt x="6508" y="2716"/>
                    <a:pt x="6067" y="2716"/>
                  </a:cubicBezTo>
                  <a:cubicBezTo>
                    <a:pt x="5913" y="2716"/>
                    <a:pt x="5727" y="2682"/>
                    <a:pt x="5496" y="2595"/>
                  </a:cubicBezTo>
                  <a:cubicBezTo>
                    <a:pt x="5396" y="2570"/>
                    <a:pt x="5302" y="2545"/>
                    <a:pt x="5216" y="2545"/>
                  </a:cubicBezTo>
                  <a:cubicBezTo>
                    <a:pt x="5109" y="2545"/>
                    <a:pt x="5015" y="2584"/>
                    <a:pt x="4938" y="2707"/>
                  </a:cubicBezTo>
                  <a:cubicBezTo>
                    <a:pt x="4827" y="2846"/>
                    <a:pt x="4715" y="2986"/>
                    <a:pt x="4576" y="3098"/>
                  </a:cubicBezTo>
                  <a:cubicBezTo>
                    <a:pt x="4241" y="3404"/>
                    <a:pt x="3822" y="3683"/>
                    <a:pt x="3376" y="3767"/>
                  </a:cubicBezTo>
                  <a:cubicBezTo>
                    <a:pt x="3097" y="3823"/>
                    <a:pt x="2818" y="3823"/>
                    <a:pt x="2511" y="3823"/>
                  </a:cubicBezTo>
                  <a:cubicBezTo>
                    <a:pt x="2595" y="3767"/>
                    <a:pt x="2678" y="3683"/>
                    <a:pt x="2734" y="3628"/>
                  </a:cubicBezTo>
                  <a:cubicBezTo>
                    <a:pt x="2902" y="3432"/>
                    <a:pt x="2902" y="3153"/>
                    <a:pt x="2567" y="3153"/>
                  </a:cubicBezTo>
                  <a:cubicBezTo>
                    <a:pt x="2371" y="3153"/>
                    <a:pt x="2232" y="3265"/>
                    <a:pt x="2093" y="3404"/>
                  </a:cubicBezTo>
                  <a:cubicBezTo>
                    <a:pt x="1869" y="3600"/>
                    <a:pt x="1674" y="3879"/>
                    <a:pt x="1423" y="4046"/>
                  </a:cubicBezTo>
                  <a:cubicBezTo>
                    <a:pt x="1313" y="4134"/>
                    <a:pt x="1152" y="4239"/>
                    <a:pt x="992" y="4239"/>
                  </a:cubicBezTo>
                  <a:cubicBezTo>
                    <a:pt x="949" y="4239"/>
                    <a:pt x="907" y="4231"/>
                    <a:pt x="865" y="4213"/>
                  </a:cubicBezTo>
                  <a:cubicBezTo>
                    <a:pt x="558" y="4074"/>
                    <a:pt x="586" y="3767"/>
                    <a:pt x="558" y="3488"/>
                  </a:cubicBezTo>
                  <a:cubicBezTo>
                    <a:pt x="558" y="3070"/>
                    <a:pt x="112" y="2707"/>
                    <a:pt x="195" y="2288"/>
                  </a:cubicBezTo>
                  <a:cubicBezTo>
                    <a:pt x="195" y="2205"/>
                    <a:pt x="223" y="2121"/>
                    <a:pt x="279" y="2065"/>
                  </a:cubicBezTo>
                  <a:lnTo>
                    <a:pt x="279" y="2065"/>
                  </a:lnTo>
                  <a:cubicBezTo>
                    <a:pt x="195" y="2093"/>
                    <a:pt x="167" y="2149"/>
                    <a:pt x="140" y="2233"/>
                  </a:cubicBezTo>
                  <a:cubicBezTo>
                    <a:pt x="0" y="2512"/>
                    <a:pt x="251" y="2819"/>
                    <a:pt x="335" y="3070"/>
                  </a:cubicBezTo>
                  <a:cubicBezTo>
                    <a:pt x="419" y="3516"/>
                    <a:pt x="140" y="4520"/>
                    <a:pt x="809" y="4520"/>
                  </a:cubicBezTo>
                  <a:cubicBezTo>
                    <a:pt x="818" y="4522"/>
                    <a:pt x="827" y="4523"/>
                    <a:pt x="836" y="4523"/>
                  </a:cubicBezTo>
                  <a:cubicBezTo>
                    <a:pt x="948" y="4523"/>
                    <a:pt x="1005" y="4378"/>
                    <a:pt x="1117" y="4378"/>
                  </a:cubicBezTo>
                  <a:cubicBezTo>
                    <a:pt x="1126" y="4378"/>
                    <a:pt x="1135" y="4379"/>
                    <a:pt x="1144" y="4381"/>
                  </a:cubicBezTo>
                  <a:lnTo>
                    <a:pt x="1256" y="4381"/>
                  </a:lnTo>
                  <a:lnTo>
                    <a:pt x="1311" y="4409"/>
                  </a:lnTo>
                  <a:cubicBezTo>
                    <a:pt x="1367" y="4465"/>
                    <a:pt x="1395" y="4492"/>
                    <a:pt x="1423" y="4548"/>
                  </a:cubicBezTo>
                  <a:lnTo>
                    <a:pt x="1479" y="4576"/>
                  </a:lnTo>
                  <a:lnTo>
                    <a:pt x="1507" y="4604"/>
                  </a:lnTo>
                  <a:lnTo>
                    <a:pt x="1562" y="4632"/>
                  </a:lnTo>
                  <a:cubicBezTo>
                    <a:pt x="1613" y="4644"/>
                    <a:pt x="1657" y="4649"/>
                    <a:pt x="1697" y="4649"/>
                  </a:cubicBezTo>
                  <a:cubicBezTo>
                    <a:pt x="1946" y="4649"/>
                    <a:pt x="2027" y="4449"/>
                    <a:pt x="2316" y="4353"/>
                  </a:cubicBezTo>
                  <a:cubicBezTo>
                    <a:pt x="2427" y="4308"/>
                    <a:pt x="2543" y="4299"/>
                    <a:pt x="2664" y="4299"/>
                  </a:cubicBezTo>
                  <a:cubicBezTo>
                    <a:pt x="2744" y="4299"/>
                    <a:pt x="2827" y="4303"/>
                    <a:pt x="2911" y="4303"/>
                  </a:cubicBezTo>
                  <a:cubicBezTo>
                    <a:pt x="3016" y="4303"/>
                    <a:pt x="3125" y="4297"/>
                    <a:pt x="3236" y="4269"/>
                  </a:cubicBezTo>
                  <a:cubicBezTo>
                    <a:pt x="3543" y="4158"/>
                    <a:pt x="3850" y="3907"/>
                    <a:pt x="4129" y="3767"/>
                  </a:cubicBezTo>
                  <a:cubicBezTo>
                    <a:pt x="4352" y="3628"/>
                    <a:pt x="4603" y="3488"/>
                    <a:pt x="4827" y="3404"/>
                  </a:cubicBezTo>
                  <a:cubicBezTo>
                    <a:pt x="4970" y="3347"/>
                    <a:pt x="5084" y="3329"/>
                    <a:pt x="5188" y="3329"/>
                  </a:cubicBezTo>
                  <a:cubicBezTo>
                    <a:pt x="5362" y="3329"/>
                    <a:pt x="5507" y="3380"/>
                    <a:pt x="5713" y="3380"/>
                  </a:cubicBezTo>
                  <a:cubicBezTo>
                    <a:pt x="5742" y="3380"/>
                    <a:pt x="5772" y="3379"/>
                    <a:pt x="5803" y="3377"/>
                  </a:cubicBezTo>
                  <a:cubicBezTo>
                    <a:pt x="6166" y="3349"/>
                    <a:pt x="7114" y="2958"/>
                    <a:pt x="7421" y="2735"/>
                  </a:cubicBezTo>
                  <a:cubicBezTo>
                    <a:pt x="7951" y="2316"/>
                    <a:pt x="8147" y="1451"/>
                    <a:pt x="8147" y="838"/>
                  </a:cubicBezTo>
                  <a:cubicBezTo>
                    <a:pt x="8147" y="559"/>
                    <a:pt x="8147" y="280"/>
                    <a:pt x="8175" y="1"/>
                  </a:cubicBezTo>
                  <a:close/>
                </a:path>
              </a:pathLst>
            </a:custGeom>
            <a:solidFill>
              <a:srgbClr val="4921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2233;p36">
              <a:extLst>
                <a:ext uri="{FF2B5EF4-FFF2-40B4-BE49-F238E27FC236}">
                  <a16:creationId xmlns:a16="http://schemas.microsoft.com/office/drawing/2014/main" id="{6362DEAE-501F-6E40-D1B0-3E7224D8EB35}"/>
                </a:ext>
              </a:extLst>
            </p:cNvPr>
            <p:cNvSpPr/>
            <p:nvPr/>
          </p:nvSpPr>
          <p:spPr>
            <a:xfrm>
              <a:off x="3610306" y="2398218"/>
              <a:ext cx="177311" cy="210320"/>
            </a:xfrm>
            <a:custGeom>
              <a:avLst/>
              <a:gdLst/>
              <a:ahLst/>
              <a:cxnLst/>
              <a:rect l="l" t="t" r="r" b="b"/>
              <a:pathLst>
                <a:path w="2847" h="3377" extrusionOk="0">
                  <a:moveTo>
                    <a:pt x="2819" y="1"/>
                  </a:moveTo>
                  <a:cubicBezTo>
                    <a:pt x="2568" y="977"/>
                    <a:pt x="2595" y="2093"/>
                    <a:pt x="1675" y="2707"/>
                  </a:cubicBezTo>
                  <a:cubicBezTo>
                    <a:pt x="1173" y="3042"/>
                    <a:pt x="810" y="3293"/>
                    <a:pt x="1" y="3321"/>
                  </a:cubicBezTo>
                  <a:cubicBezTo>
                    <a:pt x="140" y="3349"/>
                    <a:pt x="280" y="3377"/>
                    <a:pt x="475" y="3377"/>
                  </a:cubicBezTo>
                  <a:cubicBezTo>
                    <a:pt x="838" y="3349"/>
                    <a:pt x="1786" y="2958"/>
                    <a:pt x="2093" y="2735"/>
                  </a:cubicBezTo>
                  <a:cubicBezTo>
                    <a:pt x="2623" y="2316"/>
                    <a:pt x="2819" y="1451"/>
                    <a:pt x="2819" y="838"/>
                  </a:cubicBezTo>
                  <a:cubicBezTo>
                    <a:pt x="2819" y="559"/>
                    <a:pt x="2819" y="280"/>
                    <a:pt x="2847" y="1"/>
                  </a:cubicBezTo>
                  <a:close/>
                </a:path>
              </a:pathLst>
            </a:custGeom>
            <a:solidFill>
              <a:srgbClr val="421D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2234;p36">
              <a:extLst>
                <a:ext uri="{FF2B5EF4-FFF2-40B4-BE49-F238E27FC236}">
                  <a16:creationId xmlns:a16="http://schemas.microsoft.com/office/drawing/2014/main" id="{52B1E924-ACB4-3B6C-DE1D-4DB28E67BF77}"/>
                </a:ext>
              </a:extLst>
            </p:cNvPr>
            <p:cNvSpPr/>
            <p:nvPr/>
          </p:nvSpPr>
          <p:spPr>
            <a:xfrm>
              <a:off x="3384414" y="2551117"/>
              <a:ext cx="161679" cy="116526"/>
            </a:xfrm>
            <a:custGeom>
              <a:avLst/>
              <a:gdLst/>
              <a:ahLst/>
              <a:cxnLst/>
              <a:rect l="l" t="t" r="r" b="b"/>
              <a:pathLst>
                <a:path w="2596" h="1871" extrusionOk="0">
                  <a:moveTo>
                    <a:pt x="2568" y="1"/>
                  </a:moveTo>
                  <a:cubicBezTo>
                    <a:pt x="2372" y="168"/>
                    <a:pt x="2093" y="280"/>
                    <a:pt x="1842" y="364"/>
                  </a:cubicBezTo>
                  <a:cubicBezTo>
                    <a:pt x="1507" y="531"/>
                    <a:pt x="1452" y="615"/>
                    <a:pt x="1284" y="949"/>
                  </a:cubicBezTo>
                  <a:cubicBezTo>
                    <a:pt x="1005" y="1452"/>
                    <a:pt x="419" y="1507"/>
                    <a:pt x="1" y="1870"/>
                  </a:cubicBezTo>
                  <a:cubicBezTo>
                    <a:pt x="224" y="1731"/>
                    <a:pt x="475" y="1647"/>
                    <a:pt x="698" y="1591"/>
                  </a:cubicBezTo>
                  <a:cubicBezTo>
                    <a:pt x="1089" y="1480"/>
                    <a:pt x="1145" y="1424"/>
                    <a:pt x="1368" y="1089"/>
                  </a:cubicBezTo>
                  <a:cubicBezTo>
                    <a:pt x="1647" y="615"/>
                    <a:pt x="2317" y="447"/>
                    <a:pt x="2596" y="1"/>
                  </a:cubicBezTo>
                  <a:close/>
                </a:path>
              </a:pathLst>
            </a:custGeom>
            <a:solidFill>
              <a:srgbClr val="421D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2235;p36">
              <a:extLst>
                <a:ext uri="{FF2B5EF4-FFF2-40B4-BE49-F238E27FC236}">
                  <a16:creationId xmlns:a16="http://schemas.microsoft.com/office/drawing/2014/main" id="{2B260E4F-4A42-2251-37C1-C51437612795}"/>
                </a:ext>
              </a:extLst>
            </p:cNvPr>
            <p:cNvSpPr/>
            <p:nvPr/>
          </p:nvSpPr>
          <p:spPr>
            <a:xfrm>
              <a:off x="3349662" y="2618131"/>
              <a:ext cx="90431" cy="52938"/>
            </a:xfrm>
            <a:custGeom>
              <a:avLst/>
              <a:gdLst/>
              <a:ahLst/>
              <a:cxnLst/>
              <a:rect l="l" t="t" r="r" b="b"/>
              <a:pathLst>
                <a:path w="1452" h="850" extrusionOk="0">
                  <a:moveTo>
                    <a:pt x="1337" y="1"/>
                  </a:moveTo>
                  <a:cubicBezTo>
                    <a:pt x="860" y="1"/>
                    <a:pt x="470" y="611"/>
                    <a:pt x="57" y="766"/>
                  </a:cubicBezTo>
                  <a:lnTo>
                    <a:pt x="1" y="850"/>
                  </a:lnTo>
                  <a:cubicBezTo>
                    <a:pt x="280" y="822"/>
                    <a:pt x="475" y="627"/>
                    <a:pt x="698" y="459"/>
                  </a:cubicBezTo>
                  <a:cubicBezTo>
                    <a:pt x="894" y="320"/>
                    <a:pt x="1368" y="264"/>
                    <a:pt x="1452" y="13"/>
                  </a:cubicBezTo>
                  <a:cubicBezTo>
                    <a:pt x="1413" y="5"/>
                    <a:pt x="1374" y="1"/>
                    <a:pt x="1337" y="1"/>
                  </a:cubicBezTo>
                  <a:close/>
                </a:path>
              </a:pathLst>
            </a:custGeom>
            <a:solidFill>
              <a:srgbClr val="280F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2236;p36">
              <a:extLst>
                <a:ext uri="{FF2B5EF4-FFF2-40B4-BE49-F238E27FC236}">
                  <a16:creationId xmlns:a16="http://schemas.microsoft.com/office/drawing/2014/main" id="{D9C959D1-0ED6-F3B0-0C2E-E4BE60BBBFEF}"/>
                </a:ext>
              </a:extLst>
            </p:cNvPr>
            <p:cNvSpPr/>
            <p:nvPr/>
          </p:nvSpPr>
          <p:spPr>
            <a:xfrm>
              <a:off x="3290620" y="2525084"/>
              <a:ext cx="26095" cy="43471"/>
            </a:xfrm>
            <a:custGeom>
              <a:avLst/>
              <a:gdLst/>
              <a:ahLst/>
              <a:cxnLst/>
              <a:rect l="l" t="t" r="r" b="b"/>
              <a:pathLst>
                <a:path w="419" h="698" extrusionOk="0">
                  <a:moveTo>
                    <a:pt x="391" y="0"/>
                  </a:moveTo>
                  <a:lnTo>
                    <a:pt x="391" y="0"/>
                  </a:lnTo>
                  <a:cubicBezTo>
                    <a:pt x="279" y="56"/>
                    <a:pt x="84" y="112"/>
                    <a:pt x="56" y="251"/>
                  </a:cubicBezTo>
                  <a:cubicBezTo>
                    <a:pt x="0" y="391"/>
                    <a:pt x="56" y="586"/>
                    <a:pt x="168" y="670"/>
                  </a:cubicBezTo>
                  <a:lnTo>
                    <a:pt x="168" y="698"/>
                  </a:lnTo>
                  <a:cubicBezTo>
                    <a:pt x="251" y="558"/>
                    <a:pt x="112" y="447"/>
                    <a:pt x="168" y="307"/>
                  </a:cubicBezTo>
                  <a:cubicBezTo>
                    <a:pt x="196" y="168"/>
                    <a:pt x="419" y="140"/>
                    <a:pt x="391" y="0"/>
                  </a:cubicBezTo>
                  <a:close/>
                </a:path>
              </a:pathLst>
            </a:custGeom>
            <a:solidFill>
              <a:srgbClr val="8245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2237;p36">
              <a:extLst>
                <a:ext uri="{FF2B5EF4-FFF2-40B4-BE49-F238E27FC236}">
                  <a16:creationId xmlns:a16="http://schemas.microsoft.com/office/drawing/2014/main" id="{95FFC908-89A8-EB6A-684F-62538E8F2027}"/>
                </a:ext>
              </a:extLst>
            </p:cNvPr>
            <p:cNvSpPr/>
            <p:nvPr/>
          </p:nvSpPr>
          <p:spPr>
            <a:xfrm>
              <a:off x="3539057" y="2292714"/>
              <a:ext cx="66141" cy="55180"/>
            </a:xfrm>
            <a:custGeom>
              <a:avLst/>
              <a:gdLst/>
              <a:ahLst/>
              <a:cxnLst/>
              <a:rect l="l" t="t" r="r" b="b"/>
              <a:pathLst>
                <a:path w="1062" h="886" extrusionOk="0">
                  <a:moveTo>
                    <a:pt x="774" y="1"/>
                  </a:moveTo>
                  <a:cubicBezTo>
                    <a:pt x="355" y="1"/>
                    <a:pt x="140" y="539"/>
                    <a:pt x="1" y="886"/>
                  </a:cubicBezTo>
                  <a:lnTo>
                    <a:pt x="57" y="830"/>
                  </a:lnTo>
                  <a:cubicBezTo>
                    <a:pt x="280" y="718"/>
                    <a:pt x="308" y="495"/>
                    <a:pt x="475" y="300"/>
                  </a:cubicBezTo>
                  <a:cubicBezTo>
                    <a:pt x="643" y="132"/>
                    <a:pt x="838" y="77"/>
                    <a:pt x="1061" y="77"/>
                  </a:cubicBezTo>
                  <a:cubicBezTo>
                    <a:pt x="956" y="24"/>
                    <a:pt x="860" y="1"/>
                    <a:pt x="774" y="1"/>
                  </a:cubicBezTo>
                  <a:close/>
                </a:path>
              </a:pathLst>
            </a:custGeom>
            <a:solidFill>
              <a:srgbClr val="5929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2238;p36">
              <a:extLst>
                <a:ext uri="{FF2B5EF4-FFF2-40B4-BE49-F238E27FC236}">
                  <a16:creationId xmlns:a16="http://schemas.microsoft.com/office/drawing/2014/main" id="{39321245-DBDE-F310-5DCF-9B49D30E6640}"/>
                </a:ext>
              </a:extLst>
            </p:cNvPr>
            <p:cNvSpPr/>
            <p:nvPr/>
          </p:nvSpPr>
          <p:spPr>
            <a:xfrm>
              <a:off x="3448750" y="2504220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96E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2239;p36">
              <a:extLst>
                <a:ext uri="{FF2B5EF4-FFF2-40B4-BE49-F238E27FC236}">
                  <a16:creationId xmlns:a16="http://schemas.microsoft.com/office/drawing/2014/main" id="{829259DA-5DAD-1E30-D5F9-183165916C3D}"/>
                </a:ext>
              </a:extLst>
            </p:cNvPr>
            <p:cNvSpPr/>
            <p:nvPr/>
          </p:nvSpPr>
          <p:spPr>
            <a:xfrm>
              <a:off x="3431374" y="2379098"/>
              <a:ext cx="97344" cy="140815"/>
            </a:xfrm>
            <a:custGeom>
              <a:avLst/>
              <a:gdLst/>
              <a:ahLst/>
              <a:cxnLst/>
              <a:rect l="l" t="t" r="r" b="b"/>
              <a:pathLst>
                <a:path w="1563" h="2261" extrusionOk="0">
                  <a:moveTo>
                    <a:pt x="1563" y="1"/>
                  </a:moveTo>
                  <a:lnTo>
                    <a:pt x="1563" y="1"/>
                  </a:lnTo>
                  <a:cubicBezTo>
                    <a:pt x="1284" y="531"/>
                    <a:pt x="809" y="726"/>
                    <a:pt x="558" y="1061"/>
                  </a:cubicBezTo>
                  <a:cubicBezTo>
                    <a:pt x="335" y="1368"/>
                    <a:pt x="140" y="1898"/>
                    <a:pt x="0" y="2261"/>
                  </a:cubicBezTo>
                  <a:cubicBezTo>
                    <a:pt x="223" y="1898"/>
                    <a:pt x="419" y="1507"/>
                    <a:pt x="726" y="1201"/>
                  </a:cubicBezTo>
                  <a:cubicBezTo>
                    <a:pt x="977" y="922"/>
                    <a:pt x="1507" y="643"/>
                    <a:pt x="1563" y="1"/>
                  </a:cubicBezTo>
                  <a:close/>
                </a:path>
              </a:pathLst>
            </a:custGeom>
            <a:solidFill>
              <a:srgbClr val="5929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2240;p36">
              <a:extLst>
                <a:ext uri="{FF2B5EF4-FFF2-40B4-BE49-F238E27FC236}">
                  <a16:creationId xmlns:a16="http://schemas.microsoft.com/office/drawing/2014/main" id="{87064A66-CD4A-6189-7422-D736E0D0FF70}"/>
                </a:ext>
              </a:extLst>
            </p:cNvPr>
            <p:cNvSpPr/>
            <p:nvPr/>
          </p:nvSpPr>
          <p:spPr>
            <a:xfrm>
              <a:off x="3610306" y="2264439"/>
              <a:ext cx="102575" cy="45153"/>
            </a:xfrm>
            <a:custGeom>
              <a:avLst/>
              <a:gdLst/>
              <a:ahLst/>
              <a:cxnLst/>
              <a:rect l="l" t="t" r="r" b="b"/>
              <a:pathLst>
                <a:path w="1647" h="725" extrusionOk="0">
                  <a:moveTo>
                    <a:pt x="1647" y="1"/>
                  </a:moveTo>
                  <a:lnTo>
                    <a:pt x="1647" y="1"/>
                  </a:lnTo>
                  <a:cubicBezTo>
                    <a:pt x="1368" y="56"/>
                    <a:pt x="1117" y="224"/>
                    <a:pt x="866" y="335"/>
                  </a:cubicBezTo>
                  <a:cubicBezTo>
                    <a:pt x="782" y="391"/>
                    <a:pt x="615" y="503"/>
                    <a:pt x="531" y="531"/>
                  </a:cubicBezTo>
                  <a:cubicBezTo>
                    <a:pt x="498" y="541"/>
                    <a:pt x="464" y="546"/>
                    <a:pt x="430" y="546"/>
                  </a:cubicBezTo>
                  <a:cubicBezTo>
                    <a:pt x="288" y="546"/>
                    <a:pt x="136" y="469"/>
                    <a:pt x="1" y="447"/>
                  </a:cubicBezTo>
                  <a:lnTo>
                    <a:pt x="1" y="475"/>
                  </a:lnTo>
                  <a:cubicBezTo>
                    <a:pt x="105" y="648"/>
                    <a:pt x="337" y="724"/>
                    <a:pt x="545" y="724"/>
                  </a:cubicBezTo>
                  <a:cubicBezTo>
                    <a:pt x="673" y="724"/>
                    <a:pt x="791" y="695"/>
                    <a:pt x="866" y="642"/>
                  </a:cubicBezTo>
                  <a:cubicBezTo>
                    <a:pt x="977" y="558"/>
                    <a:pt x="1089" y="447"/>
                    <a:pt x="1200" y="363"/>
                  </a:cubicBezTo>
                  <a:cubicBezTo>
                    <a:pt x="1340" y="252"/>
                    <a:pt x="1591" y="168"/>
                    <a:pt x="1647" y="1"/>
                  </a:cubicBezTo>
                  <a:close/>
                </a:path>
              </a:pathLst>
            </a:custGeom>
            <a:solidFill>
              <a:srgbClr val="5929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2241;p36">
              <a:extLst>
                <a:ext uri="{FF2B5EF4-FFF2-40B4-BE49-F238E27FC236}">
                  <a16:creationId xmlns:a16="http://schemas.microsoft.com/office/drawing/2014/main" id="{FE3A9DF2-C49A-0D0B-C55E-C06A025064D7}"/>
                </a:ext>
              </a:extLst>
            </p:cNvPr>
            <p:cNvSpPr/>
            <p:nvPr/>
          </p:nvSpPr>
          <p:spPr>
            <a:xfrm>
              <a:off x="3492160" y="2379098"/>
              <a:ext cx="163298" cy="111294"/>
            </a:xfrm>
            <a:custGeom>
              <a:avLst/>
              <a:gdLst/>
              <a:ahLst/>
              <a:cxnLst/>
              <a:rect l="l" t="t" r="r" b="b"/>
              <a:pathLst>
                <a:path w="2622" h="1787" extrusionOk="0">
                  <a:moveTo>
                    <a:pt x="2567" y="1"/>
                  </a:moveTo>
                  <a:lnTo>
                    <a:pt x="2539" y="57"/>
                  </a:lnTo>
                  <a:cubicBezTo>
                    <a:pt x="2540" y="57"/>
                    <a:pt x="2540" y="57"/>
                    <a:pt x="2541" y="57"/>
                  </a:cubicBezTo>
                  <a:lnTo>
                    <a:pt x="2541" y="57"/>
                  </a:lnTo>
                  <a:cubicBezTo>
                    <a:pt x="2551" y="40"/>
                    <a:pt x="2559" y="21"/>
                    <a:pt x="2567" y="1"/>
                  </a:cubicBezTo>
                  <a:close/>
                  <a:moveTo>
                    <a:pt x="2541" y="57"/>
                  </a:moveTo>
                  <a:cubicBezTo>
                    <a:pt x="2412" y="292"/>
                    <a:pt x="2131" y="368"/>
                    <a:pt x="1898" y="419"/>
                  </a:cubicBezTo>
                  <a:cubicBezTo>
                    <a:pt x="1647" y="503"/>
                    <a:pt x="1451" y="587"/>
                    <a:pt x="1200" y="754"/>
                  </a:cubicBezTo>
                  <a:cubicBezTo>
                    <a:pt x="782" y="1033"/>
                    <a:pt x="391" y="1424"/>
                    <a:pt x="1" y="1786"/>
                  </a:cubicBezTo>
                  <a:cubicBezTo>
                    <a:pt x="224" y="1647"/>
                    <a:pt x="419" y="1591"/>
                    <a:pt x="587" y="1424"/>
                  </a:cubicBezTo>
                  <a:cubicBezTo>
                    <a:pt x="782" y="1228"/>
                    <a:pt x="1033" y="1033"/>
                    <a:pt x="1228" y="866"/>
                  </a:cubicBezTo>
                  <a:cubicBezTo>
                    <a:pt x="1479" y="698"/>
                    <a:pt x="1758" y="698"/>
                    <a:pt x="2009" y="559"/>
                  </a:cubicBezTo>
                  <a:cubicBezTo>
                    <a:pt x="2481" y="337"/>
                    <a:pt x="2622" y="115"/>
                    <a:pt x="2541" y="57"/>
                  </a:cubicBezTo>
                  <a:close/>
                </a:path>
              </a:pathLst>
            </a:custGeom>
            <a:solidFill>
              <a:srgbClr val="5929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2242;p36">
              <a:extLst>
                <a:ext uri="{FF2B5EF4-FFF2-40B4-BE49-F238E27FC236}">
                  <a16:creationId xmlns:a16="http://schemas.microsoft.com/office/drawing/2014/main" id="{32D00E9B-1EA1-7EE6-2BAA-389CEDA035F1}"/>
                </a:ext>
              </a:extLst>
            </p:cNvPr>
            <p:cNvSpPr/>
            <p:nvPr/>
          </p:nvSpPr>
          <p:spPr>
            <a:xfrm>
              <a:off x="3547776" y="2318498"/>
              <a:ext cx="78224" cy="53810"/>
            </a:xfrm>
            <a:custGeom>
              <a:avLst/>
              <a:gdLst/>
              <a:ahLst/>
              <a:cxnLst/>
              <a:rect l="l" t="t" r="r" b="b"/>
              <a:pathLst>
                <a:path w="1256" h="864" extrusionOk="0">
                  <a:moveTo>
                    <a:pt x="581" y="1"/>
                  </a:moveTo>
                  <a:cubicBezTo>
                    <a:pt x="520" y="1"/>
                    <a:pt x="463" y="16"/>
                    <a:pt x="419" y="53"/>
                  </a:cubicBezTo>
                  <a:cubicBezTo>
                    <a:pt x="252" y="193"/>
                    <a:pt x="224" y="444"/>
                    <a:pt x="0" y="555"/>
                  </a:cubicBezTo>
                  <a:lnTo>
                    <a:pt x="28" y="583"/>
                  </a:lnTo>
                  <a:cubicBezTo>
                    <a:pt x="54" y="580"/>
                    <a:pt x="79" y="578"/>
                    <a:pt x="101" y="578"/>
                  </a:cubicBezTo>
                  <a:cubicBezTo>
                    <a:pt x="247" y="578"/>
                    <a:pt x="326" y="650"/>
                    <a:pt x="447" y="723"/>
                  </a:cubicBezTo>
                  <a:cubicBezTo>
                    <a:pt x="568" y="813"/>
                    <a:pt x="705" y="863"/>
                    <a:pt x="832" y="863"/>
                  </a:cubicBezTo>
                  <a:cubicBezTo>
                    <a:pt x="939" y="863"/>
                    <a:pt x="1040" y="827"/>
                    <a:pt x="1116" y="751"/>
                  </a:cubicBezTo>
                  <a:cubicBezTo>
                    <a:pt x="1256" y="611"/>
                    <a:pt x="1172" y="388"/>
                    <a:pt x="1061" y="221"/>
                  </a:cubicBezTo>
                  <a:cubicBezTo>
                    <a:pt x="958" y="118"/>
                    <a:pt x="750" y="1"/>
                    <a:pt x="581" y="1"/>
                  </a:cubicBezTo>
                  <a:close/>
                </a:path>
              </a:pathLst>
            </a:custGeom>
            <a:solidFill>
              <a:srgbClr val="5929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2243;p36">
              <a:extLst>
                <a:ext uri="{FF2B5EF4-FFF2-40B4-BE49-F238E27FC236}">
                  <a16:creationId xmlns:a16="http://schemas.microsoft.com/office/drawing/2014/main" id="{83B15A6B-221B-6357-C180-9CE29EE91B60}"/>
                </a:ext>
              </a:extLst>
            </p:cNvPr>
            <p:cNvSpPr/>
            <p:nvPr/>
          </p:nvSpPr>
          <p:spPr>
            <a:xfrm>
              <a:off x="3660691" y="2281815"/>
              <a:ext cx="78286" cy="74798"/>
            </a:xfrm>
            <a:custGeom>
              <a:avLst/>
              <a:gdLst/>
              <a:ahLst/>
              <a:cxnLst/>
              <a:rect l="l" t="t" r="r" b="b"/>
              <a:pathLst>
                <a:path w="1257" h="1201" extrusionOk="0">
                  <a:moveTo>
                    <a:pt x="1256" y="0"/>
                  </a:moveTo>
                  <a:lnTo>
                    <a:pt x="1256" y="0"/>
                  </a:lnTo>
                  <a:cubicBezTo>
                    <a:pt x="1005" y="140"/>
                    <a:pt x="698" y="279"/>
                    <a:pt x="475" y="447"/>
                  </a:cubicBezTo>
                  <a:cubicBezTo>
                    <a:pt x="224" y="642"/>
                    <a:pt x="140" y="921"/>
                    <a:pt x="1" y="1200"/>
                  </a:cubicBezTo>
                  <a:lnTo>
                    <a:pt x="29" y="1172"/>
                  </a:lnTo>
                  <a:cubicBezTo>
                    <a:pt x="57" y="1172"/>
                    <a:pt x="168" y="949"/>
                    <a:pt x="224" y="865"/>
                  </a:cubicBezTo>
                  <a:cubicBezTo>
                    <a:pt x="336" y="754"/>
                    <a:pt x="419" y="642"/>
                    <a:pt x="559" y="558"/>
                  </a:cubicBezTo>
                  <a:cubicBezTo>
                    <a:pt x="810" y="391"/>
                    <a:pt x="1033" y="196"/>
                    <a:pt x="1256" y="0"/>
                  </a:cubicBezTo>
                  <a:close/>
                </a:path>
              </a:pathLst>
            </a:custGeom>
            <a:solidFill>
              <a:srgbClr val="5929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2244;p36">
              <a:extLst>
                <a:ext uri="{FF2B5EF4-FFF2-40B4-BE49-F238E27FC236}">
                  <a16:creationId xmlns:a16="http://schemas.microsoft.com/office/drawing/2014/main" id="{CB574264-E084-29E7-305A-2BBFF3439951}"/>
                </a:ext>
              </a:extLst>
            </p:cNvPr>
            <p:cNvSpPr/>
            <p:nvPr/>
          </p:nvSpPr>
          <p:spPr>
            <a:xfrm>
              <a:off x="3554752" y="2324104"/>
              <a:ext cx="64335" cy="44655"/>
            </a:xfrm>
            <a:custGeom>
              <a:avLst/>
              <a:gdLst/>
              <a:ahLst/>
              <a:cxnLst/>
              <a:rect l="l" t="t" r="r" b="b"/>
              <a:pathLst>
                <a:path w="1033" h="717" extrusionOk="0">
                  <a:moveTo>
                    <a:pt x="532" y="1"/>
                  </a:moveTo>
                  <a:cubicBezTo>
                    <a:pt x="477" y="1"/>
                    <a:pt x="420" y="14"/>
                    <a:pt x="363" y="47"/>
                  </a:cubicBezTo>
                  <a:cubicBezTo>
                    <a:pt x="251" y="75"/>
                    <a:pt x="223" y="158"/>
                    <a:pt x="167" y="242"/>
                  </a:cubicBezTo>
                  <a:cubicBezTo>
                    <a:pt x="112" y="298"/>
                    <a:pt x="56" y="354"/>
                    <a:pt x="0" y="382"/>
                  </a:cubicBezTo>
                  <a:cubicBezTo>
                    <a:pt x="84" y="437"/>
                    <a:pt x="167" y="493"/>
                    <a:pt x="251" y="549"/>
                  </a:cubicBezTo>
                  <a:cubicBezTo>
                    <a:pt x="335" y="605"/>
                    <a:pt x="446" y="716"/>
                    <a:pt x="586" y="716"/>
                  </a:cubicBezTo>
                  <a:cubicBezTo>
                    <a:pt x="893" y="716"/>
                    <a:pt x="1004" y="465"/>
                    <a:pt x="1032" y="410"/>
                  </a:cubicBezTo>
                  <a:cubicBezTo>
                    <a:pt x="949" y="382"/>
                    <a:pt x="921" y="214"/>
                    <a:pt x="865" y="158"/>
                  </a:cubicBezTo>
                  <a:cubicBezTo>
                    <a:pt x="786" y="80"/>
                    <a:pt x="665" y="1"/>
                    <a:pt x="532" y="1"/>
                  </a:cubicBezTo>
                  <a:close/>
                </a:path>
              </a:pathLst>
            </a:custGeom>
            <a:solidFill>
              <a:srgbClr val="4426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2245;p36">
              <a:extLst>
                <a:ext uri="{FF2B5EF4-FFF2-40B4-BE49-F238E27FC236}">
                  <a16:creationId xmlns:a16="http://schemas.microsoft.com/office/drawing/2014/main" id="{9EF2B703-DD31-2420-BD91-A88502458F93}"/>
                </a:ext>
              </a:extLst>
            </p:cNvPr>
            <p:cNvSpPr/>
            <p:nvPr/>
          </p:nvSpPr>
          <p:spPr>
            <a:xfrm>
              <a:off x="3554752" y="2325225"/>
              <a:ext cx="64335" cy="43534"/>
            </a:xfrm>
            <a:custGeom>
              <a:avLst/>
              <a:gdLst/>
              <a:ahLst/>
              <a:cxnLst/>
              <a:rect l="l" t="t" r="r" b="b"/>
              <a:pathLst>
                <a:path w="1033" h="699" extrusionOk="0">
                  <a:moveTo>
                    <a:pt x="558" y="1"/>
                  </a:moveTo>
                  <a:cubicBezTo>
                    <a:pt x="642" y="29"/>
                    <a:pt x="670" y="85"/>
                    <a:pt x="670" y="168"/>
                  </a:cubicBezTo>
                  <a:cubicBezTo>
                    <a:pt x="642" y="280"/>
                    <a:pt x="530" y="392"/>
                    <a:pt x="391" y="392"/>
                  </a:cubicBezTo>
                  <a:cubicBezTo>
                    <a:pt x="307" y="364"/>
                    <a:pt x="195" y="336"/>
                    <a:pt x="140" y="252"/>
                  </a:cubicBezTo>
                  <a:cubicBezTo>
                    <a:pt x="112" y="308"/>
                    <a:pt x="56" y="336"/>
                    <a:pt x="0" y="364"/>
                  </a:cubicBezTo>
                  <a:cubicBezTo>
                    <a:pt x="84" y="419"/>
                    <a:pt x="167" y="475"/>
                    <a:pt x="251" y="531"/>
                  </a:cubicBezTo>
                  <a:cubicBezTo>
                    <a:pt x="335" y="587"/>
                    <a:pt x="446" y="698"/>
                    <a:pt x="586" y="698"/>
                  </a:cubicBezTo>
                  <a:cubicBezTo>
                    <a:pt x="893" y="698"/>
                    <a:pt x="1004" y="447"/>
                    <a:pt x="1032" y="392"/>
                  </a:cubicBezTo>
                  <a:cubicBezTo>
                    <a:pt x="949" y="364"/>
                    <a:pt x="921" y="196"/>
                    <a:pt x="865" y="140"/>
                  </a:cubicBezTo>
                  <a:cubicBezTo>
                    <a:pt x="781" y="85"/>
                    <a:pt x="698" y="1"/>
                    <a:pt x="558" y="1"/>
                  </a:cubicBezTo>
                  <a:close/>
                </a:path>
              </a:pathLst>
            </a:custGeom>
            <a:solidFill>
              <a:srgbClr val="331A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2246;p36">
              <a:extLst>
                <a:ext uri="{FF2B5EF4-FFF2-40B4-BE49-F238E27FC236}">
                  <a16:creationId xmlns:a16="http://schemas.microsoft.com/office/drawing/2014/main" id="{7EC2E5BA-D562-CE9E-AAED-308AD278FFB0}"/>
                </a:ext>
              </a:extLst>
            </p:cNvPr>
            <p:cNvSpPr/>
            <p:nvPr/>
          </p:nvSpPr>
          <p:spPr>
            <a:xfrm>
              <a:off x="3566896" y="2328712"/>
              <a:ext cx="52191" cy="40046"/>
            </a:xfrm>
            <a:custGeom>
              <a:avLst/>
              <a:gdLst/>
              <a:ahLst/>
              <a:cxnLst/>
              <a:rect l="l" t="t" r="r" b="b"/>
              <a:pathLst>
                <a:path w="838" h="643" extrusionOk="0">
                  <a:moveTo>
                    <a:pt x="530" y="1"/>
                  </a:moveTo>
                  <a:lnTo>
                    <a:pt x="530" y="1"/>
                  </a:lnTo>
                  <a:cubicBezTo>
                    <a:pt x="670" y="84"/>
                    <a:pt x="670" y="280"/>
                    <a:pt x="558" y="391"/>
                  </a:cubicBezTo>
                  <a:cubicBezTo>
                    <a:pt x="485" y="465"/>
                    <a:pt x="395" y="500"/>
                    <a:pt x="299" y="500"/>
                  </a:cubicBezTo>
                  <a:cubicBezTo>
                    <a:pt x="213" y="500"/>
                    <a:pt x="120" y="472"/>
                    <a:pt x="28" y="419"/>
                  </a:cubicBezTo>
                  <a:lnTo>
                    <a:pt x="0" y="447"/>
                  </a:lnTo>
                  <a:lnTo>
                    <a:pt x="56" y="475"/>
                  </a:lnTo>
                  <a:cubicBezTo>
                    <a:pt x="140" y="531"/>
                    <a:pt x="251" y="642"/>
                    <a:pt x="391" y="642"/>
                  </a:cubicBezTo>
                  <a:cubicBezTo>
                    <a:pt x="698" y="642"/>
                    <a:pt x="809" y="391"/>
                    <a:pt x="837" y="336"/>
                  </a:cubicBezTo>
                  <a:cubicBezTo>
                    <a:pt x="754" y="308"/>
                    <a:pt x="726" y="140"/>
                    <a:pt x="670" y="84"/>
                  </a:cubicBezTo>
                  <a:cubicBezTo>
                    <a:pt x="642" y="57"/>
                    <a:pt x="586" y="29"/>
                    <a:pt x="530" y="1"/>
                  </a:cubicBezTo>
                  <a:close/>
                </a:path>
              </a:pathLst>
            </a:custGeom>
            <a:solidFill>
              <a:srgbClr val="28130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2247;p36">
              <a:extLst>
                <a:ext uri="{FF2B5EF4-FFF2-40B4-BE49-F238E27FC236}">
                  <a16:creationId xmlns:a16="http://schemas.microsoft.com/office/drawing/2014/main" id="{AE6CC155-6CAE-23A1-3F13-1AC36293E1D6}"/>
                </a:ext>
              </a:extLst>
            </p:cNvPr>
            <p:cNvSpPr/>
            <p:nvPr/>
          </p:nvSpPr>
          <p:spPr>
            <a:xfrm>
              <a:off x="3554752" y="2333944"/>
              <a:ext cx="20864" cy="27839"/>
            </a:xfrm>
            <a:custGeom>
              <a:avLst/>
              <a:gdLst/>
              <a:ahLst/>
              <a:cxnLst/>
              <a:rect l="l" t="t" r="r" b="b"/>
              <a:pathLst>
                <a:path w="335" h="447" extrusionOk="0">
                  <a:moveTo>
                    <a:pt x="223" y="0"/>
                  </a:moveTo>
                  <a:lnTo>
                    <a:pt x="167" y="84"/>
                  </a:lnTo>
                  <a:cubicBezTo>
                    <a:pt x="112" y="140"/>
                    <a:pt x="56" y="196"/>
                    <a:pt x="0" y="224"/>
                  </a:cubicBezTo>
                  <a:cubicBezTo>
                    <a:pt x="84" y="279"/>
                    <a:pt x="167" y="335"/>
                    <a:pt x="251" y="391"/>
                  </a:cubicBezTo>
                  <a:lnTo>
                    <a:pt x="335" y="447"/>
                  </a:lnTo>
                  <a:lnTo>
                    <a:pt x="279" y="363"/>
                  </a:lnTo>
                  <a:cubicBezTo>
                    <a:pt x="195" y="279"/>
                    <a:pt x="167" y="168"/>
                    <a:pt x="195" y="56"/>
                  </a:cubicBezTo>
                  <a:lnTo>
                    <a:pt x="223" y="0"/>
                  </a:lnTo>
                  <a:close/>
                </a:path>
              </a:pathLst>
            </a:custGeom>
            <a:solidFill>
              <a:srgbClr val="EDEA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2248;p36">
              <a:extLst>
                <a:ext uri="{FF2B5EF4-FFF2-40B4-BE49-F238E27FC236}">
                  <a16:creationId xmlns:a16="http://schemas.microsoft.com/office/drawing/2014/main" id="{1DCA846D-1149-77D4-0640-9E672CDE9CA1}"/>
                </a:ext>
              </a:extLst>
            </p:cNvPr>
            <p:cNvSpPr/>
            <p:nvPr/>
          </p:nvSpPr>
          <p:spPr>
            <a:xfrm>
              <a:off x="3573809" y="2333944"/>
              <a:ext cx="20926" cy="12207"/>
            </a:xfrm>
            <a:custGeom>
              <a:avLst/>
              <a:gdLst/>
              <a:ahLst/>
              <a:cxnLst/>
              <a:rect l="l" t="t" r="r" b="b"/>
              <a:pathLst>
                <a:path w="336" h="196" extrusionOk="0">
                  <a:moveTo>
                    <a:pt x="85" y="0"/>
                  </a:moveTo>
                  <a:cubicBezTo>
                    <a:pt x="29" y="0"/>
                    <a:pt x="1" y="28"/>
                    <a:pt x="1" y="112"/>
                  </a:cubicBezTo>
                  <a:lnTo>
                    <a:pt x="1" y="196"/>
                  </a:lnTo>
                  <a:lnTo>
                    <a:pt x="85" y="168"/>
                  </a:lnTo>
                  <a:cubicBezTo>
                    <a:pt x="140" y="140"/>
                    <a:pt x="196" y="112"/>
                    <a:pt x="280" y="112"/>
                  </a:cubicBezTo>
                  <a:lnTo>
                    <a:pt x="336" y="56"/>
                  </a:lnTo>
                  <a:cubicBezTo>
                    <a:pt x="253" y="29"/>
                    <a:pt x="170" y="1"/>
                    <a:pt x="114" y="0"/>
                  </a:cubicBezTo>
                  <a:lnTo>
                    <a:pt x="114" y="0"/>
                  </a:lnTo>
                  <a:cubicBezTo>
                    <a:pt x="170" y="1"/>
                    <a:pt x="253" y="29"/>
                    <a:pt x="308" y="56"/>
                  </a:cubicBezTo>
                  <a:lnTo>
                    <a:pt x="168" y="28"/>
                  </a:lnTo>
                  <a:lnTo>
                    <a:pt x="29" y="28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725B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2249;p36">
              <a:extLst>
                <a:ext uri="{FF2B5EF4-FFF2-40B4-BE49-F238E27FC236}">
                  <a16:creationId xmlns:a16="http://schemas.microsoft.com/office/drawing/2014/main" id="{591D43B1-04D6-EEA1-99BB-49BF4822F809}"/>
                </a:ext>
              </a:extLst>
            </p:cNvPr>
            <p:cNvSpPr/>
            <p:nvPr/>
          </p:nvSpPr>
          <p:spPr>
            <a:xfrm>
              <a:off x="3575553" y="2333944"/>
              <a:ext cx="17438" cy="3550"/>
            </a:xfrm>
            <a:custGeom>
              <a:avLst/>
              <a:gdLst/>
              <a:ahLst/>
              <a:cxnLst/>
              <a:rect l="l" t="t" r="r" b="b"/>
              <a:pathLst>
                <a:path w="280" h="57" extrusionOk="0">
                  <a:moveTo>
                    <a:pt x="85" y="0"/>
                  </a:moveTo>
                  <a:lnTo>
                    <a:pt x="1" y="28"/>
                  </a:lnTo>
                  <a:lnTo>
                    <a:pt x="140" y="28"/>
                  </a:lnTo>
                  <a:lnTo>
                    <a:pt x="280" y="56"/>
                  </a:lnTo>
                  <a:cubicBezTo>
                    <a:pt x="224" y="28"/>
                    <a:pt x="140" y="0"/>
                    <a:pt x="85" y="0"/>
                  </a:cubicBezTo>
                  <a:close/>
                </a:path>
              </a:pathLst>
            </a:custGeom>
            <a:solidFill>
              <a:srgbClr val="9382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2250;p36">
              <a:extLst>
                <a:ext uri="{FF2B5EF4-FFF2-40B4-BE49-F238E27FC236}">
                  <a16:creationId xmlns:a16="http://schemas.microsoft.com/office/drawing/2014/main" id="{E2ED88CD-1D0D-0181-E84C-1DD7BF9F349F}"/>
                </a:ext>
              </a:extLst>
            </p:cNvPr>
            <p:cNvSpPr/>
            <p:nvPr/>
          </p:nvSpPr>
          <p:spPr>
            <a:xfrm>
              <a:off x="3884839" y="2340919"/>
              <a:ext cx="351072" cy="375362"/>
            </a:xfrm>
            <a:custGeom>
              <a:avLst/>
              <a:gdLst/>
              <a:ahLst/>
              <a:cxnLst/>
              <a:rect l="l" t="t" r="r" b="b"/>
              <a:pathLst>
                <a:path w="5637" h="6027" extrusionOk="0">
                  <a:moveTo>
                    <a:pt x="1" y="0"/>
                  </a:moveTo>
                  <a:lnTo>
                    <a:pt x="1" y="0"/>
                  </a:lnTo>
                  <a:cubicBezTo>
                    <a:pt x="726" y="502"/>
                    <a:pt x="1731" y="2371"/>
                    <a:pt x="2177" y="3264"/>
                  </a:cubicBezTo>
                  <a:cubicBezTo>
                    <a:pt x="2763" y="4380"/>
                    <a:pt x="3209" y="5468"/>
                    <a:pt x="4409" y="6026"/>
                  </a:cubicBezTo>
                  <a:cubicBezTo>
                    <a:pt x="4827" y="5831"/>
                    <a:pt x="5636" y="5273"/>
                    <a:pt x="5413" y="5078"/>
                  </a:cubicBezTo>
                  <a:cubicBezTo>
                    <a:pt x="4939" y="4659"/>
                    <a:pt x="3767" y="4324"/>
                    <a:pt x="2679" y="2650"/>
                  </a:cubicBezTo>
                  <a:cubicBezTo>
                    <a:pt x="2093" y="1730"/>
                    <a:pt x="1089" y="335"/>
                    <a:pt x="1" y="0"/>
                  </a:cubicBezTo>
                  <a:close/>
                </a:path>
              </a:pathLst>
            </a:custGeom>
            <a:solidFill>
              <a:srgbClr val="995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2251;p36">
              <a:extLst>
                <a:ext uri="{FF2B5EF4-FFF2-40B4-BE49-F238E27FC236}">
                  <a16:creationId xmlns:a16="http://schemas.microsoft.com/office/drawing/2014/main" id="{89639578-2141-A146-FEF2-9B361C052BA2}"/>
                </a:ext>
              </a:extLst>
            </p:cNvPr>
            <p:cNvSpPr/>
            <p:nvPr/>
          </p:nvSpPr>
          <p:spPr>
            <a:xfrm>
              <a:off x="3299277" y="2535298"/>
              <a:ext cx="71311" cy="36496"/>
            </a:xfrm>
            <a:custGeom>
              <a:avLst/>
              <a:gdLst/>
              <a:ahLst/>
              <a:cxnLst/>
              <a:rect l="l" t="t" r="r" b="b"/>
              <a:pathLst>
                <a:path w="1145" h="586" extrusionOk="0">
                  <a:moveTo>
                    <a:pt x="513" y="0"/>
                  </a:moveTo>
                  <a:cubicBezTo>
                    <a:pt x="490" y="0"/>
                    <a:pt x="468" y="1"/>
                    <a:pt x="447" y="4"/>
                  </a:cubicBezTo>
                  <a:cubicBezTo>
                    <a:pt x="224" y="4"/>
                    <a:pt x="1" y="339"/>
                    <a:pt x="196" y="534"/>
                  </a:cubicBezTo>
                  <a:cubicBezTo>
                    <a:pt x="243" y="571"/>
                    <a:pt x="298" y="583"/>
                    <a:pt x="357" y="583"/>
                  </a:cubicBezTo>
                  <a:cubicBezTo>
                    <a:pt x="475" y="583"/>
                    <a:pt x="605" y="534"/>
                    <a:pt x="698" y="534"/>
                  </a:cubicBezTo>
                  <a:cubicBezTo>
                    <a:pt x="775" y="553"/>
                    <a:pt x="839" y="586"/>
                    <a:pt x="908" y="586"/>
                  </a:cubicBezTo>
                  <a:cubicBezTo>
                    <a:pt x="939" y="586"/>
                    <a:pt x="971" y="579"/>
                    <a:pt x="1005" y="562"/>
                  </a:cubicBezTo>
                  <a:cubicBezTo>
                    <a:pt x="1061" y="534"/>
                    <a:pt x="1145" y="422"/>
                    <a:pt x="1117" y="394"/>
                  </a:cubicBezTo>
                  <a:lnTo>
                    <a:pt x="1117" y="366"/>
                  </a:lnTo>
                  <a:cubicBezTo>
                    <a:pt x="1066" y="137"/>
                    <a:pt x="757" y="0"/>
                    <a:pt x="513" y="0"/>
                  </a:cubicBezTo>
                  <a:close/>
                </a:path>
              </a:pathLst>
            </a:custGeom>
            <a:solidFill>
              <a:srgbClr val="421D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2252;p36">
              <a:extLst>
                <a:ext uri="{FF2B5EF4-FFF2-40B4-BE49-F238E27FC236}">
                  <a16:creationId xmlns:a16="http://schemas.microsoft.com/office/drawing/2014/main" id="{885506F1-9C48-C494-5D9E-A8E88F8B33B2}"/>
                </a:ext>
              </a:extLst>
            </p:cNvPr>
            <p:cNvSpPr/>
            <p:nvPr/>
          </p:nvSpPr>
          <p:spPr>
            <a:xfrm>
              <a:off x="3586016" y="2298880"/>
              <a:ext cx="53934" cy="35749"/>
            </a:xfrm>
            <a:custGeom>
              <a:avLst/>
              <a:gdLst/>
              <a:ahLst/>
              <a:cxnLst/>
              <a:rect l="l" t="t" r="r" b="b"/>
              <a:pathLst>
                <a:path w="866" h="574" extrusionOk="0">
                  <a:moveTo>
                    <a:pt x="152" y="0"/>
                  </a:moveTo>
                  <a:cubicBezTo>
                    <a:pt x="63" y="0"/>
                    <a:pt x="0" y="72"/>
                    <a:pt x="0" y="145"/>
                  </a:cubicBezTo>
                  <a:cubicBezTo>
                    <a:pt x="140" y="229"/>
                    <a:pt x="307" y="229"/>
                    <a:pt x="447" y="340"/>
                  </a:cubicBezTo>
                  <a:cubicBezTo>
                    <a:pt x="545" y="414"/>
                    <a:pt x="621" y="573"/>
                    <a:pt x="752" y="573"/>
                  </a:cubicBezTo>
                  <a:cubicBezTo>
                    <a:pt x="770" y="573"/>
                    <a:pt x="789" y="570"/>
                    <a:pt x="809" y="563"/>
                  </a:cubicBezTo>
                  <a:cubicBezTo>
                    <a:pt x="865" y="229"/>
                    <a:pt x="474" y="33"/>
                    <a:pt x="196" y="5"/>
                  </a:cubicBezTo>
                  <a:cubicBezTo>
                    <a:pt x="181" y="2"/>
                    <a:pt x="166" y="0"/>
                    <a:pt x="152" y="0"/>
                  </a:cubicBezTo>
                  <a:close/>
                </a:path>
              </a:pathLst>
            </a:custGeom>
            <a:solidFill>
              <a:srgbClr val="8245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2253;p36">
              <a:extLst>
                <a:ext uri="{FF2B5EF4-FFF2-40B4-BE49-F238E27FC236}">
                  <a16:creationId xmlns:a16="http://schemas.microsoft.com/office/drawing/2014/main" id="{7A3A5A60-731A-A8A5-75A2-2A0919D604D9}"/>
                </a:ext>
              </a:extLst>
            </p:cNvPr>
            <p:cNvSpPr/>
            <p:nvPr/>
          </p:nvSpPr>
          <p:spPr>
            <a:xfrm>
              <a:off x="3638145" y="2049010"/>
              <a:ext cx="443122" cy="140192"/>
            </a:xfrm>
            <a:custGeom>
              <a:avLst/>
              <a:gdLst/>
              <a:ahLst/>
              <a:cxnLst/>
              <a:rect l="l" t="t" r="r" b="b"/>
              <a:pathLst>
                <a:path w="7115" h="2251" extrusionOk="0">
                  <a:moveTo>
                    <a:pt x="3488" y="0"/>
                  </a:moveTo>
                  <a:lnTo>
                    <a:pt x="3488" y="0"/>
                  </a:lnTo>
                  <a:cubicBezTo>
                    <a:pt x="3264" y="893"/>
                    <a:pt x="2539" y="1116"/>
                    <a:pt x="2009" y="1367"/>
                  </a:cubicBezTo>
                  <a:cubicBezTo>
                    <a:pt x="1953" y="1423"/>
                    <a:pt x="1786" y="1451"/>
                    <a:pt x="1702" y="1479"/>
                  </a:cubicBezTo>
                  <a:cubicBezTo>
                    <a:pt x="1814" y="1339"/>
                    <a:pt x="1925" y="1060"/>
                    <a:pt x="1981" y="921"/>
                  </a:cubicBezTo>
                  <a:lnTo>
                    <a:pt x="1981" y="921"/>
                  </a:lnTo>
                  <a:cubicBezTo>
                    <a:pt x="1814" y="1032"/>
                    <a:pt x="1842" y="1395"/>
                    <a:pt x="1451" y="1423"/>
                  </a:cubicBezTo>
                  <a:cubicBezTo>
                    <a:pt x="1563" y="1339"/>
                    <a:pt x="1674" y="1255"/>
                    <a:pt x="1730" y="1144"/>
                  </a:cubicBezTo>
                  <a:cubicBezTo>
                    <a:pt x="1814" y="1004"/>
                    <a:pt x="1842" y="781"/>
                    <a:pt x="2009" y="725"/>
                  </a:cubicBezTo>
                  <a:lnTo>
                    <a:pt x="2009" y="725"/>
                  </a:lnTo>
                  <a:cubicBezTo>
                    <a:pt x="1730" y="753"/>
                    <a:pt x="1563" y="1144"/>
                    <a:pt x="1367" y="1311"/>
                  </a:cubicBezTo>
                  <a:cubicBezTo>
                    <a:pt x="1256" y="1395"/>
                    <a:pt x="949" y="1534"/>
                    <a:pt x="921" y="1534"/>
                  </a:cubicBezTo>
                  <a:cubicBezTo>
                    <a:pt x="753" y="1562"/>
                    <a:pt x="0" y="1758"/>
                    <a:pt x="279" y="2092"/>
                  </a:cubicBezTo>
                  <a:cubicBezTo>
                    <a:pt x="321" y="2134"/>
                    <a:pt x="433" y="2148"/>
                    <a:pt x="548" y="2148"/>
                  </a:cubicBezTo>
                  <a:cubicBezTo>
                    <a:pt x="663" y="2148"/>
                    <a:pt x="781" y="2134"/>
                    <a:pt x="837" y="2120"/>
                  </a:cubicBezTo>
                  <a:cubicBezTo>
                    <a:pt x="1005" y="2120"/>
                    <a:pt x="1144" y="2037"/>
                    <a:pt x="1311" y="2009"/>
                  </a:cubicBezTo>
                  <a:cubicBezTo>
                    <a:pt x="1367" y="1999"/>
                    <a:pt x="1459" y="1994"/>
                    <a:pt x="1575" y="1994"/>
                  </a:cubicBezTo>
                  <a:cubicBezTo>
                    <a:pt x="2103" y="1994"/>
                    <a:pt x="3119" y="2090"/>
                    <a:pt x="3348" y="2204"/>
                  </a:cubicBezTo>
                  <a:cubicBezTo>
                    <a:pt x="3462" y="2237"/>
                    <a:pt x="3567" y="2250"/>
                    <a:pt x="3674" y="2250"/>
                  </a:cubicBezTo>
                  <a:cubicBezTo>
                    <a:pt x="3749" y="2250"/>
                    <a:pt x="3825" y="2244"/>
                    <a:pt x="3906" y="2232"/>
                  </a:cubicBezTo>
                  <a:cubicBezTo>
                    <a:pt x="4604" y="2120"/>
                    <a:pt x="5217" y="1786"/>
                    <a:pt x="5831" y="1423"/>
                  </a:cubicBezTo>
                  <a:cubicBezTo>
                    <a:pt x="6333" y="1144"/>
                    <a:pt x="7114" y="670"/>
                    <a:pt x="7031" y="28"/>
                  </a:cubicBezTo>
                  <a:lnTo>
                    <a:pt x="7031" y="28"/>
                  </a:lnTo>
                  <a:cubicBezTo>
                    <a:pt x="6863" y="279"/>
                    <a:pt x="6808" y="530"/>
                    <a:pt x="6529" y="725"/>
                  </a:cubicBezTo>
                  <a:cubicBezTo>
                    <a:pt x="6277" y="865"/>
                    <a:pt x="6054" y="976"/>
                    <a:pt x="5803" y="1116"/>
                  </a:cubicBezTo>
                  <a:cubicBezTo>
                    <a:pt x="5388" y="1376"/>
                    <a:pt x="4803" y="1708"/>
                    <a:pt x="4297" y="1708"/>
                  </a:cubicBezTo>
                  <a:cubicBezTo>
                    <a:pt x="4259" y="1708"/>
                    <a:pt x="4222" y="1706"/>
                    <a:pt x="4185" y="1702"/>
                  </a:cubicBezTo>
                  <a:cubicBezTo>
                    <a:pt x="4352" y="1590"/>
                    <a:pt x="4520" y="1534"/>
                    <a:pt x="4687" y="1395"/>
                  </a:cubicBezTo>
                  <a:cubicBezTo>
                    <a:pt x="4855" y="1200"/>
                    <a:pt x="4966" y="1032"/>
                    <a:pt x="5189" y="921"/>
                  </a:cubicBezTo>
                  <a:cubicBezTo>
                    <a:pt x="5538" y="712"/>
                    <a:pt x="5944" y="503"/>
                    <a:pt x="6360" y="503"/>
                  </a:cubicBezTo>
                  <a:cubicBezTo>
                    <a:pt x="6444" y="503"/>
                    <a:pt x="6528" y="511"/>
                    <a:pt x="6612" y="530"/>
                  </a:cubicBezTo>
                  <a:cubicBezTo>
                    <a:pt x="6481" y="389"/>
                    <a:pt x="6296" y="334"/>
                    <a:pt x="6094" y="334"/>
                  </a:cubicBezTo>
                  <a:cubicBezTo>
                    <a:pt x="5697" y="334"/>
                    <a:pt x="5235" y="550"/>
                    <a:pt x="4994" y="753"/>
                  </a:cubicBezTo>
                  <a:cubicBezTo>
                    <a:pt x="4616" y="1081"/>
                    <a:pt x="4056" y="1522"/>
                    <a:pt x="3519" y="1522"/>
                  </a:cubicBezTo>
                  <a:cubicBezTo>
                    <a:pt x="3462" y="1522"/>
                    <a:pt x="3405" y="1517"/>
                    <a:pt x="3348" y="1507"/>
                  </a:cubicBezTo>
                  <a:cubicBezTo>
                    <a:pt x="3655" y="1311"/>
                    <a:pt x="4101" y="1144"/>
                    <a:pt x="4436" y="976"/>
                  </a:cubicBezTo>
                  <a:cubicBezTo>
                    <a:pt x="4827" y="753"/>
                    <a:pt x="5050" y="502"/>
                    <a:pt x="5245" y="223"/>
                  </a:cubicBezTo>
                  <a:lnTo>
                    <a:pt x="5245" y="223"/>
                  </a:lnTo>
                  <a:cubicBezTo>
                    <a:pt x="4743" y="586"/>
                    <a:pt x="4213" y="893"/>
                    <a:pt x="3683" y="1116"/>
                  </a:cubicBezTo>
                  <a:cubicBezTo>
                    <a:pt x="3181" y="1311"/>
                    <a:pt x="2790" y="1200"/>
                    <a:pt x="2316" y="1423"/>
                  </a:cubicBezTo>
                  <a:cubicBezTo>
                    <a:pt x="2874" y="1088"/>
                    <a:pt x="3683" y="921"/>
                    <a:pt x="3488" y="0"/>
                  </a:cubicBezTo>
                  <a:close/>
                </a:path>
              </a:pathLst>
            </a:custGeom>
            <a:solidFill>
              <a:srgbClr val="3F2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2254;p36">
              <a:extLst>
                <a:ext uri="{FF2B5EF4-FFF2-40B4-BE49-F238E27FC236}">
                  <a16:creationId xmlns:a16="http://schemas.microsoft.com/office/drawing/2014/main" id="{252F66D7-2B9E-1DAB-5F1A-B2A412FA8ABB}"/>
                </a:ext>
              </a:extLst>
            </p:cNvPr>
            <p:cNvSpPr/>
            <p:nvPr/>
          </p:nvSpPr>
          <p:spPr>
            <a:xfrm>
              <a:off x="3645058" y="2028146"/>
              <a:ext cx="342353" cy="156572"/>
            </a:xfrm>
            <a:custGeom>
              <a:avLst/>
              <a:gdLst/>
              <a:ahLst/>
              <a:cxnLst/>
              <a:rect l="l" t="t" r="r" b="b"/>
              <a:pathLst>
                <a:path w="5497" h="2514" extrusionOk="0">
                  <a:moveTo>
                    <a:pt x="4241" y="781"/>
                  </a:moveTo>
                  <a:lnTo>
                    <a:pt x="4241" y="781"/>
                  </a:lnTo>
                  <a:cubicBezTo>
                    <a:pt x="4297" y="1200"/>
                    <a:pt x="4074" y="1590"/>
                    <a:pt x="3572" y="1786"/>
                  </a:cubicBezTo>
                  <a:cubicBezTo>
                    <a:pt x="3377" y="1869"/>
                    <a:pt x="3153" y="1897"/>
                    <a:pt x="2930" y="1897"/>
                  </a:cubicBezTo>
                  <a:cubicBezTo>
                    <a:pt x="3237" y="1730"/>
                    <a:pt x="3404" y="1507"/>
                    <a:pt x="3656" y="1256"/>
                  </a:cubicBezTo>
                  <a:cubicBezTo>
                    <a:pt x="3823" y="1060"/>
                    <a:pt x="4018" y="893"/>
                    <a:pt x="4241" y="781"/>
                  </a:cubicBezTo>
                  <a:close/>
                  <a:moveTo>
                    <a:pt x="2428" y="0"/>
                  </a:moveTo>
                  <a:cubicBezTo>
                    <a:pt x="2623" y="502"/>
                    <a:pt x="2679" y="865"/>
                    <a:pt x="2428" y="1395"/>
                  </a:cubicBezTo>
                  <a:cubicBezTo>
                    <a:pt x="2316" y="1646"/>
                    <a:pt x="2149" y="1786"/>
                    <a:pt x="1982" y="1953"/>
                  </a:cubicBezTo>
                  <a:cubicBezTo>
                    <a:pt x="2121" y="1730"/>
                    <a:pt x="2261" y="1507"/>
                    <a:pt x="2233" y="1228"/>
                  </a:cubicBezTo>
                  <a:cubicBezTo>
                    <a:pt x="2181" y="970"/>
                    <a:pt x="2010" y="664"/>
                    <a:pt x="1742" y="664"/>
                  </a:cubicBezTo>
                  <a:cubicBezTo>
                    <a:pt x="1720" y="664"/>
                    <a:pt x="1698" y="666"/>
                    <a:pt x="1675" y="670"/>
                  </a:cubicBezTo>
                  <a:cubicBezTo>
                    <a:pt x="2233" y="809"/>
                    <a:pt x="1898" y="1646"/>
                    <a:pt x="1619" y="1925"/>
                  </a:cubicBezTo>
                  <a:cubicBezTo>
                    <a:pt x="1456" y="2088"/>
                    <a:pt x="1033" y="2204"/>
                    <a:pt x="689" y="2204"/>
                  </a:cubicBezTo>
                  <a:cubicBezTo>
                    <a:pt x="503" y="2204"/>
                    <a:pt x="340" y="2171"/>
                    <a:pt x="252" y="2093"/>
                  </a:cubicBezTo>
                  <a:cubicBezTo>
                    <a:pt x="84" y="2148"/>
                    <a:pt x="1" y="2372"/>
                    <a:pt x="112" y="2427"/>
                  </a:cubicBezTo>
                  <a:cubicBezTo>
                    <a:pt x="149" y="2491"/>
                    <a:pt x="259" y="2513"/>
                    <a:pt x="398" y="2513"/>
                  </a:cubicBezTo>
                  <a:cubicBezTo>
                    <a:pt x="686" y="2513"/>
                    <a:pt x="1097" y="2418"/>
                    <a:pt x="1228" y="2400"/>
                  </a:cubicBezTo>
                  <a:cubicBezTo>
                    <a:pt x="1379" y="2362"/>
                    <a:pt x="1525" y="2347"/>
                    <a:pt x="1675" y="2347"/>
                  </a:cubicBezTo>
                  <a:cubicBezTo>
                    <a:pt x="1857" y="2347"/>
                    <a:pt x="2046" y="2369"/>
                    <a:pt x="2261" y="2400"/>
                  </a:cubicBezTo>
                  <a:lnTo>
                    <a:pt x="2400" y="2400"/>
                  </a:lnTo>
                  <a:cubicBezTo>
                    <a:pt x="2958" y="2316"/>
                    <a:pt x="3544" y="2316"/>
                    <a:pt x="3990" y="1869"/>
                  </a:cubicBezTo>
                  <a:cubicBezTo>
                    <a:pt x="4241" y="1618"/>
                    <a:pt x="4493" y="1088"/>
                    <a:pt x="4381" y="698"/>
                  </a:cubicBezTo>
                  <a:cubicBezTo>
                    <a:pt x="4744" y="530"/>
                    <a:pt x="5106" y="419"/>
                    <a:pt x="5497" y="391"/>
                  </a:cubicBezTo>
                  <a:cubicBezTo>
                    <a:pt x="5374" y="319"/>
                    <a:pt x="5236" y="289"/>
                    <a:pt x="5090" y="289"/>
                  </a:cubicBezTo>
                  <a:cubicBezTo>
                    <a:pt x="4838" y="289"/>
                    <a:pt x="4562" y="379"/>
                    <a:pt x="4297" y="502"/>
                  </a:cubicBezTo>
                  <a:cubicBezTo>
                    <a:pt x="4269" y="447"/>
                    <a:pt x="4214" y="391"/>
                    <a:pt x="4130" y="335"/>
                  </a:cubicBezTo>
                  <a:lnTo>
                    <a:pt x="4130" y="335"/>
                  </a:lnTo>
                  <a:cubicBezTo>
                    <a:pt x="4158" y="419"/>
                    <a:pt x="4186" y="475"/>
                    <a:pt x="4214" y="558"/>
                  </a:cubicBezTo>
                  <a:cubicBezTo>
                    <a:pt x="4018" y="642"/>
                    <a:pt x="3851" y="754"/>
                    <a:pt x="3711" y="865"/>
                  </a:cubicBezTo>
                  <a:cubicBezTo>
                    <a:pt x="3293" y="1172"/>
                    <a:pt x="3014" y="1646"/>
                    <a:pt x="2567" y="1897"/>
                  </a:cubicBezTo>
                  <a:cubicBezTo>
                    <a:pt x="2484" y="1925"/>
                    <a:pt x="2372" y="1925"/>
                    <a:pt x="2289" y="1925"/>
                  </a:cubicBezTo>
                  <a:cubicBezTo>
                    <a:pt x="2372" y="1618"/>
                    <a:pt x="2707" y="1339"/>
                    <a:pt x="2791" y="1032"/>
                  </a:cubicBezTo>
                  <a:cubicBezTo>
                    <a:pt x="2874" y="698"/>
                    <a:pt x="2819" y="140"/>
                    <a:pt x="2428" y="0"/>
                  </a:cubicBez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2255;p36">
              <a:extLst>
                <a:ext uri="{FF2B5EF4-FFF2-40B4-BE49-F238E27FC236}">
                  <a16:creationId xmlns:a16="http://schemas.microsoft.com/office/drawing/2014/main" id="{2397AC5B-8393-29DF-539B-C42AF45840AF}"/>
                </a:ext>
              </a:extLst>
            </p:cNvPr>
            <p:cNvSpPr/>
            <p:nvPr/>
          </p:nvSpPr>
          <p:spPr>
            <a:xfrm>
              <a:off x="4859654" y="4002819"/>
              <a:ext cx="159873" cy="100209"/>
            </a:xfrm>
            <a:custGeom>
              <a:avLst/>
              <a:gdLst/>
              <a:ahLst/>
              <a:cxnLst/>
              <a:rect l="l" t="t" r="r" b="b"/>
              <a:pathLst>
                <a:path w="2567" h="1609" extrusionOk="0">
                  <a:moveTo>
                    <a:pt x="905" y="0"/>
                  </a:moveTo>
                  <a:cubicBezTo>
                    <a:pt x="869" y="0"/>
                    <a:pt x="836" y="5"/>
                    <a:pt x="809" y="15"/>
                  </a:cubicBezTo>
                  <a:cubicBezTo>
                    <a:pt x="796" y="12"/>
                    <a:pt x="782" y="10"/>
                    <a:pt x="768" y="10"/>
                  </a:cubicBezTo>
                  <a:cubicBezTo>
                    <a:pt x="556" y="10"/>
                    <a:pt x="330" y="387"/>
                    <a:pt x="251" y="518"/>
                  </a:cubicBezTo>
                  <a:cubicBezTo>
                    <a:pt x="112" y="769"/>
                    <a:pt x="0" y="1104"/>
                    <a:pt x="0" y="1243"/>
                  </a:cubicBezTo>
                  <a:cubicBezTo>
                    <a:pt x="363" y="1494"/>
                    <a:pt x="837" y="1606"/>
                    <a:pt x="1284" y="1606"/>
                  </a:cubicBezTo>
                  <a:cubicBezTo>
                    <a:pt x="1369" y="1606"/>
                    <a:pt x="1462" y="1609"/>
                    <a:pt x="1557" y="1609"/>
                  </a:cubicBezTo>
                  <a:cubicBezTo>
                    <a:pt x="1866" y="1609"/>
                    <a:pt x="2194" y="1576"/>
                    <a:pt x="2344" y="1299"/>
                  </a:cubicBezTo>
                  <a:cubicBezTo>
                    <a:pt x="2400" y="1215"/>
                    <a:pt x="2567" y="685"/>
                    <a:pt x="2539" y="546"/>
                  </a:cubicBezTo>
                  <a:cubicBezTo>
                    <a:pt x="2483" y="378"/>
                    <a:pt x="2204" y="462"/>
                    <a:pt x="2065" y="378"/>
                  </a:cubicBezTo>
                  <a:cubicBezTo>
                    <a:pt x="1842" y="294"/>
                    <a:pt x="1618" y="155"/>
                    <a:pt x="1395" y="127"/>
                  </a:cubicBezTo>
                  <a:cubicBezTo>
                    <a:pt x="1282" y="82"/>
                    <a:pt x="1060" y="0"/>
                    <a:pt x="905" y="0"/>
                  </a:cubicBezTo>
                  <a:close/>
                </a:path>
              </a:pathLst>
            </a:custGeom>
            <a:solidFill>
              <a:srgbClr val="6D56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2256;p36">
              <a:extLst>
                <a:ext uri="{FF2B5EF4-FFF2-40B4-BE49-F238E27FC236}">
                  <a16:creationId xmlns:a16="http://schemas.microsoft.com/office/drawing/2014/main" id="{7FB330AE-019E-01E0-924A-0E310471344E}"/>
                </a:ext>
              </a:extLst>
            </p:cNvPr>
            <p:cNvSpPr/>
            <p:nvPr/>
          </p:nvSpPr>
          <p:spPr>
            <a:xfrm>
              <a:off x="4859654" y="4002009"/>
              <a:ext cx="159873" cy="101018"/>
            </a:xfrm>
            <a:custGeom>
              <a:avLst/>
              <a:gdLst/>
              <a:ahLst/>
              <a:cxnLst/>
              <a:rect l="l" t="t" r="r" b="b"/>
              <a:pathLst>
                <a:path w="2567" h="1622" extrusionOk="0">
                  <a:moveTo>
                    <a:pt x="781" y="1"/>
                  </a:moveTo>
                  <a:lnTo>
                    <a:pt x="754" y="28"/>
                  </a:lnTo>
                  <a:lnTo>
                    <a:pt x="670" y="28"/>
                  </a:lnTo>
                  <a:lnTo>
                    <a:pt x="670" y="56"/>
                  </a:lnTo>
                  <a:lnTo>
                    <a:pt x="642" y="56"/>
                  </a:lnTo>
                  <a:lnTo>
                    <a:pt x="614" y="84"/>
                  </a:lnTo>
                  <a:lnTo>
                    <a:pt x="586" y="84"/>
                  </a:lnTo>
                  <a:lnTo>
                    <a:pt x="586" y="112"/>
                  </a:lnTo>
                  <a:lnTo>
                    <a:pt x="530" y="140"/>
                  </a:lnTo>
                  <a:lnTo>
                    <a:pt x="502" y="168"/>
                  </a:lnTo>
                  <a:lnTo>
                    <a:pt x="502" y="196"/>
                  </a:lnTo>
                  <a:cubicBezTo>
                    <a:pt x="391" y="307"/>
                    <a:pt x="279" y="447"/>
                    <a:pt x="251" y="531"/>
                  </a:cubicBezTo>
                  <a:cubicBezTo>
                    <a:pt x="112" y="782"/>
                    <a:pt x="0" y="1117"/>
                    <a:pt x="0" y="1256"/>
                  </a:cubicBezTo>
                  <a:lnTo>
                    <a:pt x="28" y="1256"/>
                  </a:lnTo>
                  <a:cubicBezTo>
                    <a:pt x="112" y="893"/>
                    <a:pt x="279" y="531"/>
                    <a:pt x="586" y="307"/>
                  </a:cubicBezTo>
                  <a:lnTo>
                    <a:pt x="642" y="280"/>
                  </a:lnTo>
                  <a:cubicBezTo>
                    <a:pt x="837" y="363"/>
                    <a:pt x="1005" y="531"/>
                    <a:pt x="1060" y="754"/>
                  </a:cubicBezTo>
                  <a:lnTo>
                    <a:pt x="1088" y="838"/>
                  </a:lnTo>
                  <a:cubicBezTo>
                    <a:pt x="1060" y="977"/>
                    <a:pt x="1033" y="1117"/>
                    <a:pt x="1005" y="1256"/>
                  </a:cubicBezTo>
                  <a:cubicBezTo>
                    <a:pt x="949" y="1368"/>
                    <a:pt x="893" y="1479"/>
                    <a:pt x="837" y="1563"/>
                  </a:cubicBezTo>
                  <a:lnTo>
                    <a:pt x="921" y="1591"/>
                  </a:lnTo>
                  <a:lnTo>
                    <a:pt x="1088" y="1591"/>
                  </a:lnTo>
                  <a:cubicBezTo>
                    <a:pt x="1144" y="1619"/>
                    <a:pt x="1200" y="1619"/>
                    <a:pt x="1284" y="1619"/>
                  </a:cubicBezTo>
                  <a:cubicBezTo>
                    <a:pt x="1369" y="1619"/>
                    <a:pt x="1462" y="1622"/>
                    <a:pt x="1557" y="1622"/>
                  </a:cubicBezTo>
                  <a:cubicBezTo>
                    <a:pt x="1866" y="1622"/>
                    <a:pt x="2194" y="1589"/>
                    <a:pt x="2344" y="1312"/>
                  </a:cubicBezTo>
                  <a:cubicBezTo>
                    <a:pt x="2400" y="1228"/>
                    <a:pt x="2567" y="698"/>
                    <a:pt x="2539" y="559"/>
                  </a:cubicBezTo>
                  <a:cubicBezTo>
                    <a:pt x="2483" y="391"/>
                    <a:pt x="2204" y="475"/>
                    <a:pt x="2065" y="391"/>
                  </a:cubicBezTo>
                  <a:cubicBezTo>
                    <a:pt x="1842" y="307"/>
                    <a:pt x="1618" y="168"/>
                    <a:pt x="1395" y="140"/>
                  </a:cubicBezTo>
                  <a:cubicBezTo>
                    <a:pt x="1282" y="95"/>
                    <a:pt x="1060" y="13"/>
                    <a:pt x="905" y="13"/>
                  </a:cubicBezTo>
                  <a:cubicBezTo>
                    <a:pt x="869" y="13"/>
                    <a:pt x="836" y="18"/>
                    <a:pt x="809" y="28"/>
                  </a:cubicBezTo>
                  <a:lnTo>
                    <a:pt x="781" y="1"/>
                  </a:lnTo>
                  <a:close/>
                </a:path>
              </a:pathLst>
            </a:custGeom>
            <a:solidFill>
              <a:srgbClr val="5B47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2257;p36">
              <a:extLst>
                <a:ext uri="{FF2B5EF4-FFF2-40B4-BE49-F238E27FC236}">
                  <a16:creationId xmlns:a16="http://schemas.microsoft.com/office/drawing/2014/main" id="{F599EC76-6390-9AF9-9BAA-361BA8189AAD}"/>
                </a:ext>
              </a:extLst>
            </p:cNvPr>
            <p:cNvSpPr/>
            <p:nvPr/>
          </p:nvSpPr>
          <p:spPr>
            <a:xfrm>
              <a:off x="4896151" y="4002819"/>
              <a:ext cx="123377" cy="100084"/>
            </a:xfrm>
            <a:custGeom>
              <a:avLst/>
              <a:gdLst/>
              <a:ahLst/>
              <a:cxnLst/>
              <a:rect l="l" t="t" r="r" b="b"/>
              <a:pathLst>
                <a:path w="1981" h="1607" extrusionOk="0">
                  <a:moveTo>
                    <a:pt x="319" y="0"/>
                  </a:moveTo>
                  <a:cubicBezTo>
                    <a:pt x="283" y="0"/>
                    <a:pt x="250" y="5"/>
                    <a:pt x="223" y="15"/>
                  </a:cubicBezTo>
                  <a:cubicBezTo>
                    <a:pt x="202" y="9"/>
                    <a:pt x="183" y="5"/>
                    <a:pt x="165" y="5"/>
                  </a:cubicBezTo>
                  <a:cubicBezTo>
                    <a:pt x="110" y="5"/>
                    <a:pt x="63" y="36"/>
                    <a:pt x="0" y="99"/>
                  </a:cubicBezTo>
                  <a:cubicBezTo>
                    <a:pt x="84" y="155"/>
                    <a:pt x="195" y="239"/>
                    <a:pt x="307" y="267"/>
                  </a:cubicBezTo>
                  <a:cubicBezTo>
                    <a:pt x="474" y="294"/>
                    <a:pt x="558" y="350"/>
                    <a:pt x="698" y="434"/>
                  </a:cubicBezTo>
                  <a:cubicBezTo>
                    <a:pt x="837" y="573"/>
                    <a:pt x="949" y="769"/>
                    <a:pt x="949" y="964"/>
                  </a:cubicBezTo>
                  <a:cubicBezTo>
                    <a:pt x="921" y="1187"/>
                    <a:pt x="865" y="1410"/>
                    <a:pt x="753" y="1606"/>
                  </a:cubicBezTo>
                  <a:cubicBezTo>
                    <a:pt x="805" y="1606"/>
                    <a:pt x="859" y="1606"/>
                    <a:pt x="913" y="1606"/>
                  </a:cubicBezTo>
                  <a:cubicBezTo>
                    <a:pt x="1238" y="1606"/>
                    <a:pt x="1590" y="1586"/>
                    <a:pt x="1758" y="1299"/>
                  </a:cubicBezTo>
                  <a:cubicBezTo>
                    <a:pt x="1814" y="1215"/>
                    <a:pt x="1981" y="685"/>
                    <a:pt x="1953" y="546"/>
                  </a:cubicBezTo>
                  <a:cubicBezTo>
                    <a:pt x="1897" y="378"/>
                    <a:pt x="1618" y="462"/>
                    <a:pt x="1479" y="378"/>
                  </a:cubicBezTo>
                  <a:cubicBezTo>
                    <a:pt x="1256" y="294"/>
                    <a:pt x="1032" y="155"/>
                    <a:pt x="809" y="127"/>
                  </a:cubicBezTo>
                  <a:cubicBezTo>
                    <a:pt x="696" y="82"/>
                    <a:pt x="474" y="0"/>
                    <a:pt x="319" y="0"/>
                  </a:cubicBezTo>
                  <a:close/>
                </a:path>
              </a:pathLst>
            </a:custGeom>
            <a:solidFill>
              <a:srgbClr val="5637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2258;p36">
              <a:extLst>
                <a:ext uri="{FF2B5EF4-FFF2-40B4-BE49-F238E27FC236}">
                  <a16:creationId xmlns:a16="http://schemas.microsoft.com/office/drawing/2014/main" id="{4E29A056-B5F3-AD8F-2B32-D15DA8496B87}"/>
                </a:ext>
              </a:extLst>
            </p:cNvPr>
            <p:cNvSpPr/>
            <p:nvPr/>
          </p:nvSpPr>
          <p:spPr>
            <a:xfrm>
              <a:off x="4892663" y="3069916"/>
              <a:ext cx="514371" cy="974931"/>
            </a:xfrm>
            <a:custGeom>
              <a:avLst/>
              <a:gdLst/>
              <a:ahLst/>
              <a:cxnLst/>
              <a:rect l="l" t="t" r="r" b="b"/>
              <a:pathLst>
                <a:path w="8259" h="15654" extrusionOk="0">
                  <a:moveTo>
                    <a:pt x="5219" y="1"/>
                  </a:moveTo>
                  <a:cubicBezTo>
                    <a:pt x="4915" y="1"/>
                    <a:pt x="4611" y="73"/>
                    <a:pt x="4325" y="236"/>
                  </a:cubicBezTo>
                  <a:cubicBezTo>
                    <a:pt x="3739" y="571"/>
                    <a:pt x="3404" y="1101"/>
                    <a:pt x="2986" y="1575"/>
                  </a:cubicBezTo>
                  <a:lnTo>
                    <a:pt x="3097" y="1491"/>
                  </a:lnTo>
                  <a:cubicBezTo>
                    <a:pt x="3544" y="2049"/>
                    <a:pt x="3767" y="2970"/>
                    <a:pt x="3990" y="3612"/>
                  </a:cubicBezTo>
                  <a:cubicBezTo>
                    <a:pt x="4241" y="4393"/>
                    <a:pt x="4325" y="5202"/>
                    <a:pt x="4325" y="6067"/>
                  </a:cubicBezTo>
                  <a:cubicBezTo>
                    <a:pt x="4325" y="7434"/>
                    <a:pt x="4771" y="9889"/>
                    <a:pt x="3878" y="11005"/>
                  </a:cubicBezTo>
                  <a:cubicBezTo>
                    <a:pt x="2734" y="12484"/>
                    <a:pt x="949" y="13265"/>
                    <a:pt x="0" y="14911"/>
                  </a:cubicBezTo>
                  <a:cubicBezTo>
                    <a:pt x="411" y="15207"/>
                    <a:pt x="1139" y="15653"/>
                    <a:pt x="1787" y="15653"/>
                  </a:cubicBezTo>
                  <a:cubicBezTo>
                    <a:pt x="1932" y="15653"/>
                    <a:pt x="2072" y="15631"/>
                    <a:pt x="2204" y="15580"/>
                  </a:cubicBezTo>
                  <a:cubicBezTo>
                    <a:pt x="2623" y="15441"/>
                    <a:pt x="2511" y="15078"/>
                    <a:pt x="2651" y="14743"/>
                  </a:cubicBezTo>
                  <a:cubicBezTo>
                    <a:pt x="2790" y="14409"/>
                    <a:pt x="3041" y="14213"/>
                    <a:pt x="3265" y="13962"/>
                  </a:cubicBezTo>
                  <a:cubicBezTo>
                    <a:pt x="4353" y="12818"/>
                    <a:pt x="5190" y="11451"/>
                    <a:pt x="6306" y="10363"/>
                  </a:cubicBezTo>
                  <a:cubicBezTo>
                    <a:pt x="6501" y="10168"/>
                    <a:pt x="6975" y="9917"/>
                    <a:pt x="7087" y="9638"/>
                  </a:cubicBezTo>
                  <a:cubicBezTo>
                    <a:pt x="7226" y="9331"/>
                    <a:pt x="7087" y="8801"/>
                    <a:pt x="7031" y="8466"/>
                  </a:cubicBezTo>
                  <a:cubicBezTo>
                    <a:pt x="6947" y="7573"/>
                    <a:pt x="7115" y="6736"/>
                    <a:pt x="7254" y="5899"/>
                  </a:cubicBezTo>
                  <a:cubicBezTo>
                    <a:pt x="7394" y="5090"/>
                    <a:pt x="7700" y="4477"/>
                    <a:pt x="7952" y="3723"/>
                  </a:cubicBezTo>
                  <a:cubicBezTo>
                    <a:pt x="8258" y="2858"/>
                    <a:pt x="7868" y="1854"/>
                    <a:pt x="7310" y="1157"/>
                  </a:cubicBezTo>
                  <a:cubicBezTo>
                    <a:pt x="6806" y="491"/>
                    <a:pt x="6011" y="1"/>
                    <a:pt x="5219" y="1"/>
                  </a:cubicBezTo>
                  <a:close/>
                </a:path>
              </a:pathLst>
            </a:custGeom>
            <a:solidFill>
              <a:srgbClr val="5929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2259;p36">
              <a:extLst>
                <a:ext uri="{FF2B5EF4-FFF2-40B4-BE49-F238E27FC236}">
                  <a16:creationId xmlns:a16="http://schemas.microsoft.com/office/drawing/2014/main" id="{CB805B5F-2B4E-9630-E7C0-30570DB2D17A}"/>
                </a:ext>
              </a:extLst>
            </p:cNvPr>
            <p:cNvSpPr/>
            <p:nvPr/>
          </p:nvSpPr>
          <p:spPr>
            <a:xfrm>
              <a:off x="4892663" y="3069916"/>
              <a:ext cx="514371" cy="974931"/>
            </a:xfrm>
            <a:custGeom>
              <a:avLst/>
              <a:gdLst/>
              <a:ahLst/>
              <a:cxnLst/>
              <a:rect l="l" t="t" r="r" b="b"/>
              <a:pathLst>
                <a:path w="8259" h="15654" extrusionOk="0">
                  <a:moveTo>
                    <a:pt x="5219" y="1"/>
                  </a:moveTo>
                  <a:cubicBezTo>
                    <a:pt x="4915" y="1"/>
                    <a:pt x="4611" y="73"/>
                    <a:pt x="4325" y="236"/>
                  </a:cubicBezTo>
                  <a:cubicBezTo>
                    <a:pt x="3739" y="571"/>
                    <a:pt x="3404" y="1101"/>
                    <a:pt x="2986" y="1575"/>
                  </a:cubicBezTo>
                  <a:lnTo>
                    <a:pt x="3097" y="1491"/>
                  </a:lnTo>
                  <a:cubicBezTo>
                    <a:pt x="3320" y="1770"/>
                    <a:pt x="3488" y="2133"/>
                    <a:pt x="3627" y="2496"/>
                  </a:cubicBezTo>
                  <a:cubicBezTo>
                    <a:pt x="3841" y="2442"/>
                    <a:pt x="4043" y="2416"/>
                    <a:pt x="4234" y="2416"/>
                  </a:cubicBezTo>
                  <a:cubicBezTo>
                    <a:pt x="5141" y="2416"/>
                    <a:pt x="5788" y="3012"/>
                    <a:pt x="6110" y="4142"/>
                  </a:cubicBezTo>
                  <a:cubicBezTo>
                    <a:pt x="6333" y="5007"/>
                    <a:pt x="6361" y="5927"/>
                    <a:pt x="6361" y="6820"/>
                  </a:cubicBezTo>
                  <a:cubicBezTo>
                    <a:pt x="6361" y="7545"/>
                    <a:pt x="6445" y="8494"/>
                    <a:pt x="6333" y="9191"/>
                  </a:cubicBezTo>
                  <a:cubicBezTo>
                    <a:pt x="6222" y="9722"/>
                    <a:pt x="5859" y="9973"/>
                    <a:pt x="5441" y="10307"/>
                  </a:cubicBezTo>
                  <a:cubicBezTo>
                    <a:pt x="4715" y="10893"/>
                    <a:pt x="4353" y="11842"/>
                    <a:pt x="3878" y="12595"/>
                  </a:cubicBezTo>
                  <a:cubicBezTo>
                    <a:pt x="3404" y="13265"/>
                    <a:pt x="2762" y="14492"/>
                    <a:pt x="2009" y="14883"/>
                  </a:cubicBezTo>
                  <a:cubicBezTo>
                    <a:pt x="1847" y="14971"/>
                    <a:pt x="1691" y="15009"/>
                    <a:pt x="1545" y="15009"/>
                  </a:cubicBezTo>
                  <a:cubicBezTo>
                    <a:pt x="1087" y="15009"/>
                    <a:pt x="721" y="14629"/>
                    <a:pt x="530" y="14185"/>
                  </a:cubicBezTo>
                  <a:cubicBezTo>
                    <a:pt x="335" y="14409"/>
                    <a:pt x="168" y="14632"/>
                    <a:pt x="0" y="14911"/>
                  </a:cubicBezTo>
                  <a:cubicBezTo>
                    <a:pt x="411" y="15207"/>
                    <a:pt x="1139" y="15653"/>
                    <a:pt x="1787" y="15653"/>
                  </a:cubicBezTo>
                  <a:cubicBezTo>
                    <a:pt x="1932" y="15653"/>
                    <a:pt x="2072" y="15631"/>
                    <a:pt x="2204" y="15580"/>
                  </a:cubicBezTo>
                  <a:cubicBezTo>
                    <a:pt x="2623" y="15441"/>
                    <a:pt x="2511" y="15078"/>
                    <a:pt x="2651" y="14743"/>
                  </a:cubicBezTo>
                  <a:cubicBezTo>
                    <a:pt x="2790" y="14409"/>
                    <a:pt x="3041" y="14213"/>
                    <a:pt x="3265" y="13962"/>
                  </a:cubicBezTo>
                  <a:cubicBezTo>
                    <a:pt x="4353" y="12818"/>
                    <a:pt x="5190" y="11451"/>
                    <a:pt x="6306" y="10363"/>
                  </a:cubicBezTo>
                  <a:cubicBezTo>
                    <a:pt x="6501" y="10168"/>
                    <a:pt x="6975" y="9917"/>
                    <a:pt x="7087" y="9638"/>
                  </a:cubicBezTo>
                  <a:cubicBezTo>
                    <a:pt x="7226" y="9331"/>
                    <a:pt x="7087" y="8801"/>
                    <a:pt x="7031" y="8466"/>
                  </a:cubicBezTo>
                  <a:cubicBezTo>
                    <a:pt x="6947" y="7573"/>
                    <a:pt x="7115" y="6736"/>
                    <a:pt x="7254" y="5899"/>
                  </a:cubicBezTo>
                  <a:cubicBezTo>
                    <a:pt x="7394" y="5090"/>
                    <a:pt x="7700" y="4477"/>
                    <a:pt x="7952" y="3723"/>
                  </a:cubicBezTo>
                  <a:cubicBezTo>
                    <a:pt x="8258" y="2858"/>
                    <a:pt x="7868" y="1854"/>
                    <a:pt x="7310" y="1157"/>
                  </a:cubicBezTo>
                  <a:cubicBezTo>
                    <a:pt x="6806" y="491"/>
                    <a:pt x="6011" y="1"/>
                    <a:pt x="5219" y="1"/>
                  </a:cubicBezTo>
                  <a:close/>
                </a:path>
              </a:pathLst>
            </a:custGeom>
            <a:solidFill>
              <a:srgbClr val="421D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2260;p36">
              <a:extLst>
                <a:ext uri="{FF2B5EF4-FFF2-40B4-BE49-F238E27FC236}">
                  <a16:creationId xmlns:a16="http://schemas.microsoft.com/office/drawing/2014/main" id="{56F06058-4F60-C0D4-CF08-92847AF2EC76}"/>
                </a:ext>
              </a:extLst>
            </p:cNvPr>
            <p:cNvSpPr/>
            <p:nvPr/>
          </p:nvSpPr>
          <p:spPr>
            <a:xfrm>
              <a:off x="4145483" y="3178160"/>
              <a:ext cx="509201" cy="630274"/>
            </a:xfrm>
            <a:custGeom>
              <a:avLst/>
              <a:gdLst/>
              <a:ahLst/>
              <a:cxnLst/>
              <a:rect l="l" t="t" r="r" b="b"/>
              <a:pathLst>
                <a:path w="8176" h="10120" extrusionOk="0">
                  <a:moveTo>
                    <a:pt x="4545" y="1"/>
                  </a:moveTo>
                  <a:cubicBezTo>
                    <a:pt x="4332" y="1"/>
                    <a:pt x="4120" y="35"/>
                    <a:pt x="3907" y="88"/>
                  </a:cubicBezTo>
                  <a:cubicBezTo>
                    <a:pt x="3181" y="311"/>
                    <a:pt x="2512" y="925"/>
                    <a:pt x="2065" y="1511"/>
                  </a:cubicBezTo>
                  <a:cubicBezTo>
                    <a:pt x="1061" y="2794"/>
                    <a:pt x="698" y="4496"/>
                    <a:pt x="503" y="6031"/>
                  </a:cubicBezTo>
                  <a:cubicBezTo>
                    <a:pt x="391" y="6784"/>
                    <a:pt x="1" y="7900"/>
                    <a:pt x="336" y="8625"/>
                  </a:cubicBezTo>
                  <a:cubicBezTo>
                    <a:pt x="529" y="9012"/>
                    <a:pt x="954" y="9084"/>
                    <a:pt x="1408" y="9084"/>
                  </a:cubicBezTo>
                  <a:cubicBezTo>
                    <a:pt x="1542" y="9084"/>
                    <a:pt x="1680" y="9078"/>
                    <a:pt x="1814" y="9072"/>
                  </a:cubicBezTo>
                  <a:cubicBezTo>
                    <a:pt x="1940" y="9058"/>
                    <a:pt x="2065" y="9051"/>
                    <a:pt x="2187" y="9051"/>
                  </a:cubicBezTo>
                  <a:cubicBezTo>
                    <a:pt x="2309" y="9051"/>
                    <a:pt x="2428" y="9058"/>
                    <a:pt x="2540" y="9072"/>
                  </a:cubicBezTo>
                  <a:cubicBezTo>
                    <a:pt x="3293" y="9183"/>
                    <a:pt x="4102" y="9518"/>
                    <a:pt x="4799" y="9881"/>
                  </a:cubicBezTo>
                  <a:cubicBezTo>
                    <a:pt x="5086" y="10015"/>
                    <a:pt x="5220" y="10120"/>
                    <a:pt x="5379" y="10120"/>
                  </a:cubicBezTo>
                  <a:cubicBezTo>
                    <a:pt x="5483" y="10120"/>
                    <a:pt x="5599" y="10075"/>
                    <a:pt x="5776" y="9964"/>
                  </a:cubicBezTo>
                  <a:cubicBezTo>
                    <a:pt x="6055" y="9741"/>
                    <a:pt x="6222" y="9546"/>
                    <a:pt x="6529" y="9406"/>
                  </a:cubicBezTo>
                  <a:cubicBezTo>
                    <a:pt x="6864" y="9239"/>
                    <a:pt x="7422" y="9211"/>
                    <a:pt x="7701" y="8988"/>
                  </a:cubicBezTo>
                  <a:cubicBezTo>
                    <a:pt x="8175" y="8625"/>
                    <a:pt x="7812" y="8569"/>
                    <a:pt x="7506" y="8346"/>
                  </a:cubicBezTo>
                  <a:cubicBezTo>
                    <a:pt x="7119" y="8123"/>
                    <a:pt x="6763" y="7336"/>
                    <a:pt x="6500" y="7336"/>
                  </a:cubicBezTo>
                  <a:cubicBezTo>
                    <a:pt x="6403" y="7336"/>
                    <a:pt x="6318" y="7445"/>
                    <a:pt x="6250" y="7732"/>
                  </a:cubicBezTo>
                  <a:cubicBezTo>
                    <a:pt x="6139" y="8290"/>
                    <a:pt x="6306" y="8402"/>
                    <a:pt x="5608" y="8430"/>
                  </a:cubicBezTo>
                  <a:cubicBezTo>
                    <a:pt x="5218" y="8430"/>
                    <a:pt x="4799" y="8346"/>
                    <a:pt x="4437" y="8263"/>
                  </a:cubicBezTo>
                  <a:cubicBezTo>
                    <a:pt x="3831" y="8111"/>
                    <a:pt x="3087" y="7777"/>
                    <a:pt x="2393" y="7777"/>
                  </a:cubicBezTo>
                  <a:cubicBezTo>
                    <a:pt x="2320" y="7777"/>
                    <a:pt x="2248" y="7780"/>
                    <a:pt x="2177" y="7788"/>
                  </a:cubicBezTo>
                  <a:cubicBezTo>
                    <a:pt x="1786" y="6672"/>
                    <a:pt x="2567" y="6198"/>
                    <a:pt x="3181" y="5333"/>
                  </a:cubicBezTo>
                  <a:cubicBezTo>
                    <a:pt x="3767" y="4524"/>
                    <a:pt x="4492" y="3603"/>
                    <a:pt x="4771" y="2627"/>
                  </a:cubicBezTo>
                  <a:cubicBezTo>
                    <a:pt x="5302" y="2041"/>
                    <a:pt x="5971" y="479"/>
                    <a:pt x="5246" y="144"/>
                  </a:cubicBezTo>
                  <a:cubicBezTo>
                    <a:pt x="5012" y="42"/>
                    <a:pt x="4779" y="1"/>
                    <a:pt x="4545" y="1"/>
                  </a:cubicBezTo>
                  <a:close/>
                </a:path>
              </a:pathLst>
            </a:custGeom>
            <a:solidFill>
              <a:srgbClr val="5929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2261;p36">
              <a:extLst>
                <a:ext uri="{FF2B5EF4-FFF2-40B4-BE49-F238E27FC236}">
                  <a16:creationId xmlns:a16="http://schemas.microsoft.com/office/drawing/2014/main" id="{7C974EC0-0532-DA7C-69A7-698F54E87783}"/>
                </a:ext>
              </a:extLst>
            </p:cNvPr>
            <p:cNvSpPr/>
            <p:nvPr/>
          </p:nvSpPr>
          <p:spPr>
            <a:xfrm>
              <a:off x="4145483" y="3178160"/>
              <a:ext cx="509201" cy="630274"/>
            </a:xfrm>
            <a:custGeom>
              <a:avLst/>
              <a:gdLst/>
              <a:ahLst/>
              <a:cxnLst/>
              <a:rect l="l" t="t" r="r" b="b"/>
              <a:pathLst>
                <a:path w="8176" h="10120" extrusionOk="0">
                  <a:moveTo>
                    <a:pt x="4545" y="1"/>
                  </a:moveTo>
                  <a:cubicBezTo>
                    <a:pt x="4332" y="1"/>
                    <a:pt x="4120" y="35"/>
                    <a:pt x="3907" y="88"/>
                  </a:cubicBezTo>
                  <a:cubicBezTo>
                    <a:pt x="3181" y="311"/>
                    <a:pt x="2512" y="925"/>
                    <a:pt x="2065" y="1511"/>
                  </a:cubicBezTo>
                  <a:cubicBezTo>
                    <a:pt x="1061" y="2794"/>
                    <a:pt x="698" y="4496"/>
                    <a:pt x="503" y="6031"/>
                  </a:cubicBezTo>
                  <a:cubicBezTo>
                    <a:pt x="391" y="6784"/>
                    <a:pt x="1" y="7900"/>
                    <a:pt x="336" y="8625"/>
                  </a:cubicBezTo>
                  <a:cubicBezTo>
                    <a:pt x="529" y="9012"/>
                    <a:pt x="954" y="9084"/>
                    <a:pt x="1408" y="9084"/>
                  </a:cubicBezTo>
                  <a:cubicBezTo>
                    <a:pt x="1542" y="9084"/>
                    <a:pt x="1680" y="9078"/>
                    <a:pt x="1814" y="9072"/>
                  </a:cubicBezTo>
                  <a:cubicBezTo>
                    <a:pt x="1940" y="9058"/>
                    <a:pt x="2065" y="9051"/>
                    <a:pt x="2187" y="9051"/>
                  </a:cubicBezTo>
                  <a:cubicBezTo>
                    <a:pt x="2309" y="9051"/>
                    <a:pt x="2428" y="9058"/>
                    <a:pt x="2540" y="9072"/>
                  </a:cubicBezTo>
                  <a:cubicBezTo>
                    <a:pt x="3293" y="9183"/>
                    <a:pt x="4102" y="9518"/>
                    <a:pt x="4799" y="9881"/>
                  </a:cubicBezTo>
                  <a:cubicBezTo>
                    <a:pt x="5086" y="10015"/>
                    <a:pt x="5220" y="10120"/>
                    <a:pt x="5379" y="10120"/>
                  </a:cubicBezTo>
                  <a:cubicBezTo>
                    <a:pt x="5483" y="10120"/>
                    <a:pt x="5599" y="10075"/>
                    <a:pt x="5776" y="9964"/>
                  </a:cubicBezTo>
                  <a:cubicBezTo>
                    <a:pt x="6055" y="9741"/>
                    <a:pt x="6222" y="9546"/>
                    <a:pt x="6529" y="9406"/>
                  </a:cubicBezTo>
                  <a:cubicBezTo>
                    <a:pt x="6864" y="9239"/>
                    <a:pt x="7422" y="9211"/>
                    <a:pt x="7701" y="8988"/>
                  </a:cubicBezTo>
                  <a:cubicBezTo>
                    <a:pt x="8175" y="8625"/>
                    <a:pt x="7812" y="8569"/>
                    <a:pt x="7506" y="8346"/>
                  </a:cubicBezTo>
                  <a:cubicBezTo>
                    <a:pt x="7119" y="8123"/>
                    <a:pt x="6763" y="7336"/>
                    <a:pt x="6500" y="7336"/>
                  </a:cubicBezTo>
                  <a:cubicBezTo>
                    <a:pt x="6403" y="7336"/>
                    <a:pt x="6318" y="7445"/>
                    <a:pt x="6250" y="7732"/>
                  </a:cubicBezTo>
                  <a:cubicBezTo>
                    <a:pt x="6194" y="8011"/>
                    <a:pt x="6194" y="8179"/>
                    <a:pt x="6139" y="8290"/>
                  </a:cubicBezTo>
                  <a:cubicBezTo>
                    <a:pt x="6250" y="8430"/>
                    <a:pt x="6278" y="8597"/>
                    <a:pt x="6250" y="8765"/>
                  </a:cubicBezTo>
                  <a:cubicBezTo>
                    <a:pt x="6111" y="9239"/>
                    <a:pt x="5581" y="9267"/>
                    <a:pt x="5162" y="9295"/>
                  </a:cubicBezTo>
                  <a:cubicBezTo>
                    <a:pt x="4492" y="9295"/>
                    <a:pt x="3851" y="9044"/>
                    <a:pt x="3209" y="8960"/>
                  </a:cubicBezTo>
                  <a:cubicBezTo>
                    <a:pt x="2707" y="8904"/>
                    <a:pt x="1535" y="8848"/>
                    <a:pt x="1256" y="8263"/>
                  </a:cubicBezTo>
                  <a:cubicBezTo>
                    <a:pt x="754" y="7147"/>
                    <a:pt x="1814" y="5473"/>
                    <a:pt x="2707" y="4803"/>
                  </a:cubicBezTo>
                  <a:cubicBezTo>
                    <a:pt x="3070" y="4524"/>
                    <a:pt x="3572" y="4245"/>
                    <a:pt x="4018" y="4133"/>
                  </a:cubicBezTo>
                  <a:cubicBezTo>
                    <a:pt x="4325" y="3659"/>
                    <a:pt x="4604" y="3129"/>
                    <a:pt x="4771" y="2627"/>
                  </a:cubicBezTo>
                  <a:cubicBezTo>
                    <a:pt x="5302" y="2041"/>
                    <a:pt x="5971" y="479"/>
                    <a:pt x="5246" y="144"/>
                  </a:cubicBezTo>
                  <a:cubicBezTo>
                    <a:pt x="5012" y="42"/>
                    <a:pt x="4779" y="1"/>
                    <a:pt x="4545" y="1"/>
                  </a:cubicBezTo>
                  <a:close/>
                </a:path>
              </a:pathLst>
            </a:custGeom>
            <a:solidFill>
              <a:srgbClr val="421D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2262;p36">
              <a:extLst>
                <a:ext uri="{FF2B5EF4-FFF2-40B4-BE49-F238E27FC236}">
                  <a16:creationId xmlns:a16="http://schemas.microsoft.com/office/drawing/2014/main" id="{D6A32714-F94F-66FF-AD25-D9F80650CA0B}"/>
                </a:ext>
              </a:extLst>
            </p:cNvPr>
            <p:cNvSpPr/>
            <p:nvPr/>
          </p:nvSpPr>
          <p:spPr>
            <a:xfrm>
              <a:off x="5714517" y="2832626"/>
              <a:ext cx="507457" cy="915765"/>
            </a:xfrm>
            <a:custGeom>
              <a:avLst/>
              <a:gdLst/>
              <a:ahLst/>
              <a:cxnLst/>
              <a:rect l="l" t="t" r="r" b="b"/>
              <a:pathLst>
                <a:path w="8148" h="14704" extrusionOk="0">
                  <a:moveTo>
                    <a:pt x="1967" y="9068"/>
                  </a:moveTo>
                  <a:cubicBezTo>
                    <a:pt x="2017" y="9126"/>
                    <a:pt x="2068" y="9182"/>
                    <a:pt x="2121" y="9235"/>
                  </a:cubicBezTo>
                  <a:cubicBezTo>
                    <a:pt x="2069" y="9178"/>
                    <a:pt x="2018" y="9123"/>
                    <a:pt x="1967" y="9068"/>
                  </a:cubicBezTo>
                  <a:close/>
                  <a:moveTo>
                    <a:pt x="335" y="1"/>
                  </a:moveTo>
                  <a:lnTo>
                    <a:pt x="1" y="252"/>
                  </a:lnTo>
                  <a:cubicBezTo>
                    <a:pt x="112" y="782"/>
                    <a:pt x="391" y="1256"/>
                    <a:pt x="503" y="1786"/>
                  </a:cubicBezTo>
                  <a:cubicBezTo>
                    <a:pt x="614" y="2400"/>
                    <a:pt x="614" y="3042"/>
                    <a:pt x="531" y="3655"/>
                  </a:cubicBezTo>
                  <a:cubicBezTo>
                    <a:pt x="363" y="4911"/>
                    <a:pt x="363" y="6194"/>
                    <a:pt x="810" y="7422"/>
                  </a:cubicBezTo>
                  <a:cubicBezTo>
                    <a:pt x="1062" y="8127"/>
                    <a:pt x="1495" y="8559"/>
                    <a:pt x="1967" y="9068"/>
                  </a:cubicBezTo>
                  <a:lnTo>
                    <a:pt x="1967" y="9068"/>
                  </a:lnTo>
                  <a:cubicBezTo>
                    <a:pt x="1391" y="8386"/>
                    <a:pt x="1045" y="7349"/>
                    <a:pt x="865" y="6501"/>
                  </a:cubicBezTo>
                  <a:cubicBezTo>
                    <a:pt x="642" y="5441"/>
                    <a:pt x="949" y="4409"/>
                    <a:pt x="949" y="3376"/>
                  </a:cubicBezTo>
                  <a:cubicBezTo>
                    <a:pt x="1368" y="4771"/>
                    <a:pt x="1396" y="6222"/>
                    <a:pt x="2037" y="7561"/>
                  </a:cubicBezTo>
                  <a:cubicBezTo>
                    <a:pt x="2595" y="8761"/>
                    <a:pt x="3376" y="9933"/>
                    <a:pt x="2539" y="11160"/>
                  </a:cubicBezTo>
                  <a:cubicBezTo>
                    <a:pt x="2344" y="11439"/>
                    <a:pt x="2149" y="11634"/>
                    <a:pt x="1898" y="11858"/>
                  </a:cubicBezTo>
                  <a:cubicBezTo>
                    <a:pt x="4409" y="11495"/>
                    <a:pt x="2288" y="7226"/>
                    <a:pt x="1898" y="5915"/>
                  </a:cubicBezTo>
                  <a:cubicBezTo>
                    <a:pt x="1675" y="5190"/>
                    <a:pt x="1842" y="4353"/>
                    <a:pt x="1591" y="3655"/>
                  </a:cubicBezTo>
                  <a:lnTo>
                    <a:pt x="1591" y="3655"/>
                  </a:lnTo>
                  <a:cubicBezTo>
                    <a:pt x="2874" y="5441"/>
                    <a:pt x="4102" y="7366"/>
                    <a:pt x="4437" y="9598"/>
                  </a:cubicBezTo>
                  <a:cubicBezTo>
                    <a:pt x="4688" y="11021"/>
                    <a:pt x="4297" y="12332"/>
                    <a:pt x="3125" y="13169"/>
                  </a:cubicBezTo>
                  <a:cubicBezTo>
                    <a:pt x="4185" y="12974"/>
                    <a:pt x="4632" y="11495"/>
                    <a:pt x="4660" y="10574"/>
                  </a:cubicBezTo>
                  <a:cubicBezTo>
                    <a:pt x="4716" y="9570"/>
                    <a:pt x="4520" y="8677"/>
                    <a:pt x="4213" y="7701"/>
                  </a:cubicBezTo>
                  <a:cubicBezTo>
                    <a:pt x="3879" y="6668"/>
                    <a:pt x="3237" y="5748"/>
                    <a:pt x="3097" y="4660"/>
                  </a:cubicBezTo>
                  <a:lnTo>
                    <a:pt x="3097" y="4660"/>
                  </a:lnTo>
                  <a:cubicBezTo>
                    <a:pt x="3627" y="5831"/>
                    <a:pt x="4185" y="7003"/>
                    <a:pt x="5022" y="8008"/>
                  </a:cubicBezTo>
                  <a:cubicBezTo>
                    <a:pt x="5804" y="8928"/>
                    <a:pt x="6780" y="9681"/>
                    <a:pt x="6668" y="11021"/>
                  </a:cubicBezTo>
                  <a:cubicBezTo>
                    <a:pt x="6613" y="11774"/>
                    <a:pt x="6389" y="12499"/>
                    <a:pt x="6668" y="13253"/>
                  </a:cubicBezTo>
                  <a:cubicBezTo>
                    <a:pt x="6947" y="13950"/>
                    <a:pt x="7478" y="14452"/>
                    <a:pt x="8147" y="14703"/>
                  </a:cubicBezTo>
                  <a:cubicBezTo>
                    <a:pt x="7143" y="14229"/>
                    <a:pt x="6836" y="13057"/>
                    <a:pt x="6864" y="11997"/>
                  </a:cubicBezTo>
                  <a:cubicBezTo>
                    <a:pt x="6864" y="10742"/>
                    <a:pt x="7087" y="9737"/>
                    <a:pt x="6278" y="8677"/>
                  </a:cubicBezTo>
                  <a:cubicBezTo>
                    <a:pt x="4995" y="6947"/>
                    <a:pt x="3683" y="5050"/>
                    <a:pt x="2902" y="3014"/>
                  </a:cubicBezTo>
                  <a:cubicBezTo>
                    <a:pt x="2623" y="2288"/>
                    <a:pt x="2288" y="1674"/>
                    <a:pt x="1758" y="1116"/>
                  </a:cubicBezTo>
                  <a:cubicBezTo>
                    <a:pt x="1535" y="893"/>
                    <a:pt x="1312" y="642"/>
                    <a:pt x="1061" y="447"/>
                  </a:cubicBezTo>
                  <a:cubicBezTo>
                    <a:pt x="921" y="335"/>
                    <a:pt x="335" y="56"/>
                    <a:pt x="335" y="1"/>
                  </a:cubicBezTo>
                  <a:close/>
                </a:path>
              </a:pathLst>
            </a:custGeom>
            <a:solidFill>
              <a:srgbClr val="230F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2263;p36">
              <a:extLst>
                <a:ext uri="{FF2B5EF4-FFF2-40B4-BE49-F238E27FC236}">
                  <a16:creationId xmlns:a16="http://schemas.microsoft.com/office/drawing/2014/main" id="{26309CE6-26B3-B0F2-7F23-86A53C647D91}"/>
                </a:ext>
              </a:extLst>
            </p:cNvPr>
            <p:cNvSpPr/>
            <p:nvPr/>
          </p:nvSpPr>
          <p:spPr>
            <a:xfrm>
              <a:off x="5655475" y="2702335"/>
              <a:ext cx="752405" cy="738516"/>
            </a:xfrm>
            <a:custGeom>
              <a:avLst/>
              <a:gdLst/>
              <a:ahLst/>
              <a:cxnLst/>
              <a:rect l="l" t="t" r="r" b="b"/>
              <a:pathLst>
                <a:path w="12081" h="11858" extrusionOk="0">
                  <a:moveTo>
                    <a:pt x="363" y="0"/>
                  </a:moveTo>
                  <a:lnTo>
                    <a:pt x="363" y="0"/>
                  </a:lnTo>
                  <a:cubicBezTo>
                    <a:pt x="0" y="1032"/>
                    <a:pt x="1060" y="2316"/>
                    <a:pt x="1590" y="3990"/>
                  </a:cubicBezTo>
                  <a:cubicBezTo>
                    <a:pt x="2232" y="6054"/>
                    <a:pt x="3041" y="8509"/>
                    <a:pt x="4743" y="9848"/>
                  </a:cubicBezTo>
                  <a:cubicBezTo>
                    <a:pt x="4045" y="8342"/>
                    <a:pt x="2734" y="6863"/>
                    <a:pt x="2706" y="4492"/>
                  </a:cubicBezTo>
                  <a:lnTo>
                    <a:pt x="2706" y="4492"/>
                  </a:lnTo>
                  <a:cubicBezTo>
                    <a:pt x="3738" y="7254"/>
                    <a:pt x="6696" y="9625"/>
                    <a:pt x="8342" y="11076"/>
                  </a:cubicBezTo>
                  <a:cubicBezTo>
                    <a:pt x="8091" y="9932"/>
                    <a:pt x="4771" y="7923"/>
                    <a:pt x="4827" y="6417"/>
                  </a:cubicBezTo>
                  <a:lnTo>
                    <a:pt x="4827" y="6417"/>
                  </a:lnTo>
                  <a:cubicBezTo>
                    <a:pt x="5691" y="7617"/>
                    <a:pt x="9235" y="11299"/>
                    <a:pt x="10657" y="11829"/>
                  </a:cubicBezTo>
                  <a:cubicBezTo>
                    <a:pt x="10044" y="11104"/>
                    <a:pt x="8398" y="9514"/>
                    <a:pt x="7784" y="8788"/>
                  </a:cubicBezTo>
                  <a:lnTo>
                    <a:pt x="7784" y="8788"/>
                  </a:lnTo>
                  <a:cubicBezTo>
                    <a:pt x="8705" y="9597"/>
                    <a:pt x="10992" y="11020"/>
                    <a:pt x="11885" y="11857"/>
                  </a:cubicBezTo>
                  <a:cubicBezTo>
                    <a:pt x="10909" y="10379"/>
                    <a:pt x="8732" y="8900"/>
                    <a:pt x="7393" y="7728"/>
                  </a:cubicBezTo>
                  <a:lnTo>
                    <a:pt x="7393" y="7728"/>
                  </a:lnTo>
                  <a:cubicBezTo>
                    <a:pt x="8567" y="8494"/>
                    <a:pt x="10185" y="9657"/>
                    <a:pt x="11670" y="9657"/>
                  </a:cubicBezTo>
                  <a:cubicBezTo>
                    <a:pt x="11808" y="9657"/>
                    <a:pt x="11945" y="9647"/>
                    <a:pt x="12080" y="9625"/>
                  </a:cubicBezTo>
                  <a:cubicBezTo>
                    <a:pt x="9011" y="8760"/>
                    <a:pt x="7477" y="7198"/>
                    <a:pt x="5524" y="4910"/>
                  </a:cubicBezTo>
                  <a:cubicBezTo>
                    <a:pt x="4827" y="4101"/>
                    <a:pt x="4213" y="2902"/>
                    <a:pt x="3404" y="2176"/>
                  </a:cubicBezTo>
                  <a:cubicBezTo>
                    <a:pt x="2455" y="1311"/>
                    <a:pt x="1758" y="391"/>
                    <a:pt x="363" y="0"/>
                  </a:cubicBezTo>
                  <a:close/>
                </a:path>
              </a:pathLst>
            </a:custGeom>
            <a:solidFill>
              <a:srgbClr val="230F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2264;p36">
              <a:extLst>
                <a:ext uri="{FF2B5EF4-FFF2-40B4-BE49-F238E27FC236}">
                  <a16:creationId xmlns:a16="http://schemas.microsoft.com/office/drawing/2014/main" id="{D4E0054D-6DCA-CA12-CEE6-90C63152B907}"/>
                </a:ext>
              </a:extLst>
            </p:cNvPr>
            <p:cNvSpPr/>
            <p:nvPr/>
          </p:nvSpPr>
          <p:spPr>
            <a:xfrm>
              <a:off x="5672852" y="2716223"/>
              <a:ext cx="637685" cy="917447"/>
            </a:xfrm>
            <a:custGeom>
              <a:avLst/>
              <a:gdLst/>
              <a:ahLst/>
              <a:cxnLst/>
              <a:rect l="l" t="t" r="r" b="b"/>
              <a:pathLst>
                <a:path w="10239" h="14731" extrusionOk="0">
                  <a:moveTo>
                    <a:pt x="140" y="0"/>
                  </a:moveTo>
                  <a:lnTo>
                    <a:pt x="140" y="0"/>
                  </a:lnTo>
                  <a:cubicBezTo>
                    <a:pt x="0" y="1088"/>
                    <a:pt x="1255" y="1814"/>
                    <a:pt x="1507" y="2958"/>
                  </a:cubicBezTo>
                  <a:cubicBezTo>
                    <a:pt x="1730" y="4046"/>
                    <a:pt x="1869" y="5273"/>
                    <a:pt x="2092" y="6417"/>
                  </a:cubicBezTo>
                  <a:cubicBezTo>
                    <a:pt x="2288" y="7561"/>
                    <a:pt x="2511" y="8482"/>
                    <a:pt x="3041" y="9542"/>
                  </a:cubicBezTo>
                  <a:cubicBezTo>
                    <a:pt x="3515" y="10435"/>
                    <a:pt x="4408" y="11383"/>
                    <a:pt x="4436" y="12415"/>
                  </a:cubicBezTo>
                  <a:cubicBezTo>
                    <a:pt x="4575" y="11076"/>
                    <a:pt x="3348" y="9430"/>
                    <a:pt x="2818" y="8063"/>
                  </a:cubicBezTo>
                  <a:cubicBezTo>
                    <a:pt x="2260" y="6501"/>
                    <a:pt x="2260" y="4966"/>
                    <a:pt x="2009" y="3404"/>
                  </a:cubicBezTo>
                  <a:lnTo>
                    <a:pt x="2009" y="3404"/>
                  </a:lnTo>
                  <a:cubicBezTo>
                    <a:pt x="3236" y="4743"/>
                    <a:pt x="3571" y="6808"/>
                    <a:pt x="4380" y="8454"/>
                  </a:cubicBezTo>
                  <a:cubicBezTo>
                    <a:pt x="5078" y="9904"/>
                    <a:pt x="6500" y="11662"/>
                    <a:pt x="6249" y="13280"/>
                  </a:cubicBezTo>
                  <a:cubicBezTo>
                    <a:pt x="6556" y="12666"/>
                    <a:pt x="6724" y="11969"/>
                    <a:pt x="5887" y="10574"/>
                  </a:cubicBezTo>
                  <a:cubicBezTo>
                    <a:pt x="5106" y="9291"/>
                    <a:pt x="3320" y="5524"/>
                    <a:pt x="3153" y="3990"/>
                  </a:cubicBezTo>
                  <a:lnTo>
                    <a:pt x="3153" y="3990"/>
                  </a:lnTo>
                  <a:cubicBezTo>
                    <a:pt x="4436" y="4632"/>
                    <a:pt x="6919" y="8844"/>
                    <a:pt x="7616" y="10100"/>
                  </a:cubicBezTo>
                  <a:cubicBezTo>
                    <a:pt x="8342" y="11439"/>
                    <a:pt x="9374" y="13113"/>
                    <a:pt x="8956" y="14731"/>
                  </a:cubicBezTo>
                  <a:cubicBezTo>
                    <a:pt x="9876" y="12527"/>
                    <a:pt x="8202" y="10295"/>
                    <a:pt x="7058" y="8454"/>
                  </a:cubicBezTo>
                  <a:cubicBezTo>
                    <a:pt x="5998" y="6780"/>
                    <a:pt x="4073" y="4157"/>
                    <a:pt x="2288" y="2260"/>
                  </a:cubicBezTo>
                  <a:cubicBezTo>
                    <a:pt x="2818" y="2260"/>
                    <a:pt x="4017" y="3627"/>
                    <a:pt x="5412" y="4994"/>
                  </a:cubicBezTo>
                  <a:cubicBezTo>
                    <a:pt x="6797" y="6379"/>
                    <a:pt x="8379" y="7744"/>
                    <a:pt x="9594" y="7744"/>
                  </a:cubicBezTo>
                  <a:cubicBezTo>
                    <a:pt x="9823" y="7744"/>
                    <a:pt x="10040" y="7695"/>
                    <a:pt x="10239" y="7589"/>
                  </a:cubicBezTo>
                  <a:lnTo>
                    <a:pt x="10239" y="7589"/>
                  </a:lnTo>
                  <a:cubicBezTo>
                    <a:pt x="10165" y="7595"/>
                    <a:pt x="10091" y="7598"/>
                    <a:pt x="10017" y="7598"/>
                  </a:cubicBezTo>
                  <a:cubicBezTo>
                    <a:pt x="7976" y="7598"/>
                    <a:pt x="6013" y="5418"/>
                    <a:pt x="4882" y="4018"/>
                  </a:cubicBezTo>
                  <a:cubicBezTo>
                    <a:pt x="4157" y="3125"/>
                    <a:pt x="2650" y="1172"/>
                    <a:pt x="1674" y="614"/>
                  </a:cubicBezTo>
                  <a:cubicBezTo>
                    <a:pt x="976" y="196"/>
                    <a:pt x="558" y="223"/>
                    <a:pt x="140" y="0"/>
                  </a:cubicBezTo>
                  <a:close/>
                </a:path>
              </a:pathLst>
            </a:custGeom>
            <a:solidFill>
              <a:srgbClr val="3F2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2265;p36">
              <a:extLst>
                <a:ext uri="{FF2B5EF4-FFF2-40B4-BE49-F238E27FC236}">
                  <a16:creationId xmlns:a16="http://schemas.microsoft.com/office/drawing/2014/main" id="{02264A92-F59D-A5F3-857A-C7EB615AF225}"/>
                </a:ext>
              </a:extLst>
            </p:cNvPr>
            <p:cNvSpPr/>
            <p:nvPr/>
          </p:nvSpPr>
          <p:spPr>
            <a:xfrm>
              <a:off x="5674533" y="2712735"/>
              <a:ext cx="7038" cy="3550"/>
            </a:xfrm>
            <a:custGeom>
              <a:avLst/>
              <a:gdLst/>
              <a:ahLst/>
              <a:cxnLst/>
              <a:rect l="l" t="t" r="r" b="b"/>
              <a:pathLst>
                <a:path w="113" h="57" extrusionOk="0">
                  <a:moveTo>
                    <a:pt x="113" y="56"/>
                  </a:moveTo>
                  <a:lnTo>
                    <a:pt x="113" y="5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F29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2266;p36">
              <a:extLst>
                <a:ext uri="{FF2B5EF4-FFF2-40B4-BE49-F238E27FC236}">
                  <a16:creationId xmlns:a16="http://schemas.microsoft.com/office/drawing/2014/main" id="{DBDA62AD-C853-3439-9A44-E6A1E0C5BEB4}"/>
                </a:ext>
              </a:extLst>
            </p:cNvPr>
            <p:cNvSpPr/>
            <p:nvPr/>
          </p:nvSpPr>
          <p:spPr>
            <a:xfrm>
              <a:off x="5660645" y="2695359"/>
              <a:ext cx="234671" cy="271105"/>
            </a:xfrm>
            <a:custGeom>
              <a:avLst/>
              <a:gdLst/>
              <a:ahLst/>
              <a:cxnLst/>
              <a:rect l="l" t="t" r="r" b="b"/>
              <a:pathLst>
                <a:path w="3768" h="4353" extrusionOk="0">
                  <a:moveTo>
                    <a:pt x="112" y="0"/>
                  </a:moveTo>
                  <a:lnTo>
                    <a:pt x="1" y="196"/>
                  </a:lnTo>
                  <a:cubicBezTo>
                    <a:pt x="84" y="447"/>
                    <a:pt x="57" y="782"/>
                    <a:pt x="168" y="1033"/>
                  </a:cubicBezTo>
                  <a:cubicBezTo>
                    <a:pt x="280" y="1284"/>
                    <a:pt x="503" y="1284"/>
                    <a:pt x="754" y="1451"/>
                  </a:cubicBezTo>
                  <a:cubicBezTo>
                    <a:pt x="1061" y="1674"/>
                    <a:pt x="1479" y="2065"/>
                    <a:pt x="1675" y="2400"/>
                  </a:cubicBezTo>
                  <a:cubicBezTo>
                    <a:pt x="1926" y="2818"/>
                    <a:pt x="2065" y="3209"/>
                    <a:pt x="2428" y="3516"/>
                  </a:cubicBezTo>
                  <a:cubicBezTo>
                    <a:pt x="2819" y="3878"/>
                    <a:pt x="3321" y="4074"/>
                    <a:pt x="3767" y="4353"/>
                  </a:cubicBezTo>
                  <a:cubicBezTo>
                    <a:pt x="3460" y="4018"/>
                    <a:pt x="3098" y="3767"/>
                    <a:pt x="2763" y="3460"/>
                  </a:cubicBezTo>
                  <a:cubicBezTo>
                    <a:pt x="2400" y="3153"/>
                    <a:pt x="2205" y="2762"/>
                    <a:pt x="1954" y="2372"/>
                  </a:cubicBezTo>
                  <a:cubicBezTo>
                    <a:pt x="1703" y="1953"/>
                    <a:pt x="1424" y="1591"/>
                    <a:pt x="1117" y="1228"/>
                  </a:cubicBezTo>
                  <a:cubicBezTo>
                    <a:pt x="810" y="865"/>
                    <a:pt x="308" y="419"/>
                    <a:pt x="112" y="0"/>
                  </a:cubicBezTo>
                  <a:close/>
                </a:path>
              </a:pathLst>
            </a:custGeom>
            <a:solidFill>
              <a:srgbClr val="230F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2267;p36">
              <a:extLst>
                <a:ext uri="{FF2B5EF4-FFF2-40B4-BE49-F238E27FC236}">
                  <a16:creationId xmlns:a16="http://schemas.microsoft.com/office/drawing/2014/main" id="{C362644D-4C24-9DFC-47D6-D7C29C5DF124}"/>
                </a:ext>
              </a:extLst>
            </p:cNvPr>
            <p:cNvSpPr/>
            <p:nvPr/>
          </p:nvSpPr>
          <p:spPr>
            <a:xfrm>
              <a:off x="5664132" y="2695359"/>
              <a:ext cx="575218" cy="426431"/>
            </a:xfrm>
            <a:custGeom>
              <a:avLst/>
              <a:gdLst/>
              <a:ahLst/>
              <a:cxnLst/>
              <a:rect l="l" t="t" r="r" b="b"/>
              <a:pathLst>
                <a:path w="9236" h="6847" extrusionOk="0">
                  <a:moveTo>
                    <a:pt x="56" y="0"/>
                  </a:moveTo>
                  <a:lnTo>
                    <a:pt x="56" y="0"/>
                  </a:lnTo>
                  <a:cubicBezTo>
                    <a:pt x="1" y="670"/>
                    <a:pt x="754" y="531"/>
                    <a:pt x="1507" y="949"/>
                  </a:cubicBezTo>
                  <a:cubicBezTo>
                    <a:pt x="2316" y="1423"/>
                    <a:pt x="2986" y="2316"/>
                    <a:pt x="3711" y="2958"/>
                  </a:cubicBezTo>
                  <a:cubicBezTo>
                    <a:pt x="4548" y="3739"/>
                    <a:pt x="5469" y="4464"/>
                    <a:pt x="6334" y="5218"/>
                  </a:cubicBezTo>
                  <a:cubicBezTo>
                    <a:pt x="6752" y="5580"/>
                    <a:pt x="7198" y="5943"/>
                    <a:pt x="7673" y="6250"/>
                  </a:cubicBezTo>
                  <a:cubicBezTo>
                    <a:pt x="7979" y="6454"/>
                    <a:pt x="8684" y="6846"/>
                    <a:pt x="9122" y="6846"/>
                  </a:cubicBezTo>
                  <a:cubicBezTo>
                    <a:pt x="9162" y="6846"/>
                    <a:pt x="9200" y="6843"/>
                    <a:pt x="9235" y="6836"/>
                  </a:cubicBezTo>
                  <a:cubicBezTo>
                    <a:pt x="8119" y="6278"/>
                    <a:pt x="7115" y="5776"/>
                    <a:pt x="6306" y="4771"/>
                  </a:cubicBezTo>
                  <a:cubicBezTo>
                    <a:pt x="5525" y="3851"/>
                    <a:pt x="4381" y="3265"/>
                    <a:pt x="3460" y="2511"/>
                  </a:cubicBezTo>
                  <a:lnTo>
                    <a:pt x="3460" y="2511"/>
                  </a:lnTo>
                  <a:cubicBezTo>
                    <a:pt x="4102" y="2930"/>
                    <a:pt x="4827" y="3320"/>
                    <a:pt x="5552" y="3655"/>
                  </a:cubicBezTo>
                  <a:cubicBezTo>
                    <a:pt x="6092" y="3890"/>
                    <a:pt x="6830" y="4224"/>
                    <a:pt x="7466" y="4224"/>
                  </a:cubicBezTo>
                  <a:cubicBezTo>
                    <a:pt x="7586" y="4224"/>
                    <a:pt x="7702" y="4212"/>
                    <a:pt x="7812" y="4185"/>
                  </a:cubicBezTo>
                  <a:cubicBezTo>
                    <a:pt x="7394" y="4018"/>
                    <a:pt x="6947" y="3962"/>
                    <a:pt x="6501" y="3823"/>
                  </a:cubicBezTo>
                  <a:cubicBezTo>
                    <a:pt x="5301" y="3460"/>
                    <a:pt x="4325" y="2902"/>
                    <a:pt x="3404" y="2093"/>
                  </a:cubicBezTo>
                  <a:cubicBezTo>
                    <a:pt x="2484" y="1256"/>
                    <a:pt x="1730" y="112"/>
                    <a:pt x="56" y="0"/>
                  </a:cubicBezTo>
                  <a:close/>
                </a:path>
              </a:pathLst>
            </a:custGeom>
            <a:solidFill>
              <a:srgbClr val="230F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2268;p36">
              <a:extLst>
                <a:ext uri="{FF2B5EF4-FFF2-40B4-BE49-F238E27FC236}">
                  <a16:creationId xmlns:a16="http://schemas.microsoft.com/office/drawing/2014/main" id="{6119098D-F654-EC4B-D1A1-7314850A6C7E}"/>
                </a:ext>
              </a:extLst>
            </p:cNvPr>
            <p:cNvSpPr/>
            <p:nvPr/>
          </p:nvSpPr>
          <p:spPr>
            <a:xfrm>
              <a:off x="4202843" y="2335688"/>
              <a:ext cx="5294" cy="3550"/>
            </a:xfrm>
            <a:custGeom>
              <a:avLst/>
              <a:gdLst/>
              <a:ahLst/>
              <a:cxnLst/>
              <a:rect l="l" t="t" r="r" b="b"/>
              <a:pathLst>
                <a:path w="85" h="57" extrusionOk="0">
                  <a:moveTo>
                    <a:pt x="0" y="0"/>
                  </a:moveTo>
                  <a:lnTo>
                    <a:pt x="84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5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2269;p36">
              <a:extLst>
                <a:ext uri="{FF2B5EF4-FFF2-40B4-BE49-F238E27FC236}">
                  <a16:creationId xmlns:a16="http://schemas.microsoft.com/office/drawing/2014/main" id="{54BA2F2B-8769-DCF5-1EA9-6CADCB241D14}"/>
                </a:ext>
              </a:extLst>
            </p:cNvPr>
            <p:cNvSpPr/>
            <p:nvPr/>
          </p:nvSpPr>
          <p:spPr>
            <a:xfrm>
              <a:off x="5316607" y="3379949"/>
              <a:ext cx="1806" cy="8781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29" y="1"/>
                  </a:moveTo>
                  <a:cubicBezTo>
                    <a:pt x="29" y="57"/>
                    <a:pt x="29" y="112"/>
                    <a:pt x="1" y="140"/>
                  </a:cubicBezTo>
                  <a:lnTo>
                    <a:pt x="29" y="140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230F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2270;p36">
              <a:extLst>
                <a:ext uri="{FF2B5EF4-FFF2-40B4-BE49-F238E27FC236}">
                  <a16:creationId xmlns:a16="http://schemas.microsoft.com/office/drawing/2014/main" id="{846FB3D7-797B-4204-F270-2C202E94FD4D}"/>
                </a:ext>
              </a:extLst>
            </p:cNvPr>
            <p:cNvSpPr/>
            <p:nvPr/>
          </p:nvSpPr>
          <p:spPr>
            <a:xfrm>
              <a:off x="6058555" y="3902235"/>
              <a:ext cx="130414" cy="175630"/>
            </a:xfrm>
            <a:custGeom>
              <a:avLst/>
              <a:gdLst/>
              <a:ahLst/>
              <a:cxnLst/>
              <a:rect l="l" t="t" r="r" b="b"/>
              <a:pathLst>
                <a:path w="2094" h="2820" extrusionOk="0">
                  <a:moveTo>
                    <a:pt x="1066" y="1"/>
                  </a:moveTo>
                  <a:cubicBezTo>
                    <a:pt x="1028" y="1"/>
                    <a:pt x="990" y="4"/>
                    <a:pt x="949" y="12"/>
                  </a:cubicBezTo>
                  <a:cubicBezTo>
                    <a:pt x="893" y="40"/>
                    <a:pt x="838" y="40"/>
                    <a:pt x="754" y="68"/>
                  </a:cubicBezTo>
                  <a:cubicBezTo>
                    <a:pt x="726" y="124"/>
                    <a:pt x="670" y="208"/>
                    <a:pt x="614" y="319"/>
                  </a:cubicBezTo>
                  <a:cubicBezTo>
                    <a:pt x="391" y="626"/>
                    <a:pt x="1" y="1212"/>
                    <a:pt x="1" y="1686"/>
                  </a:cubicBezTo>
                  <a:cubicBezTo>
                    <a:pt x="140" y="1937"/>
                    <a:pt x="307" y="2188"/>
                    <a:pt x="531" y="2356"/>
                  </a:cubicBezTo>
                  <a:cubicBezTo>
                    <a:pt x="614" y="2412"/>
                    <a:pt x="670" y="2440"/>
                    <a:pt x="726" y="2495"/>
                  </a:cubicBezTo>
                  <a:cubicBezTo>
                    <a:pt x="893" y="2579"/>
                    <a:pt x="1061" y="2635"/>
                    <a:pt x="1228" y="2719"/>
                  </a:cubicBezTo>
                  <a:cubicBezTo>
                    <a:pt x="1330" y="2777"/>
                    <a:pt x="1387" y="2820"/>
                    <a:pt x="1441" y="2820"/>
                  </a:cubicBezTo>
                  <a:cubicBezTo>
                    <a:pt x="1491" y="2820"/>
                    <a:pt x="1539" y="2784"/>
                    <a:pt x="1619" y="2691"/>
                  </a:cubicBezTo>
                  <a:cubicBezTo>
                    <a:pt x="2093" y="2077"/>
                    <a:pt x="1981" y="1017"/>
                    <a:pt x="1702" y="375"/>
                  </a:cubicBezTo>
                  <a:cubicBezTo>
                    <a:pt x="1619" y="208"/>
                    <a:pt x="1479" y="124"/>
                    <a:pt x="1340" y="40"/>
                  </a:cubicBezTo>
                  <a:cubicBezTo>
                    <a:pt x="1241" y="21"/>
                    <a:pt x="1156" y="1"/>
                    <a:pt x="1066" y="1"/>
                  </a:cubicBezTo>
                  <a:close/>
                </a:path>
              </a:pathLst>
            </a:custGeom>
            <a:solidFill>
              <a:srgbClr val="664C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2271;p36">
              <a:extLst>
                <a:ext uri="{FF2B5EF4-FFF2-40B4-BE49-F238E27FC236}">
                  <a16:creationId xmlns:a16="http://schemas.microsoft.com/office/drawing/2014/main" id="{80E66375-2CBA-974B-648A-ECF96075C407}"/>
                </a:ext>
              </a:extLst>
            </p:cNvPr>
            <p:cNvSpPr/>
            <p:nvPr/>
          </p:nvSpPr>
          <p:spPr>
            <a:xfrm>
              <a:off x="6058555" y="3902235"/>
              <a:ext cx="123439" cy="175630"/>
            </a:xfrm>
            <a:custGeom>
              <a:avLst/>
              <a:gdLst/>
              <a:ahLst/>
              <a:cxnLst/>
              <a:rect l="l" t="t" r="r" b="b"/>
              <a:pathLst>
                <a:path w="1982" h="2820" extrusionOk="0">
                  <a:moveTo>
                    <a:pt x="1066" y="1"/>
                  </a:moveTo>
                  <a:cubicBezTo>
                    <a:pt x="1028" y="1"/>
                    <a:pt x="990" y="4"/>
                    <a:pt x="949" y="12"/>
                  </a:cubicBezTo>
                  <a:cubicBezTo>
                    <a:pt x="893" y="40"/>
                    <a:pt x="838" y="40"/>
                    <a:pt x="754" y="68"/>
                  </a:cubicBezTo>
                  <a:cubicBezTo>
                    <a:pt x="726" y="124"/>
                    <a:pt x="670" y="208"/>
                    <a:pt x="614" y="319"/>
                  </a:cubicBezTo>
                  <a:cubicBezTo>
                    <a:pt x="391" y="626"/>
                    <a:pt x="1" y="1212"/>
                    <a:pt x="1" y="1686"/>
                  </a:cubicBezTo>
                  <a:cubicBezTo>
                    <a:pt x="140" y="1937"/>
                    <a:pt x="307" y="2188"/>
                    <a:pt x="531" y="2356"/>
                  </a:cubicBezTo>
                  <a:cubicBezTo>
                    <a:pt x="614" y="2412"/>
                    <a:pt x="670" y="2440"/>
                    <a:pt x="726" y="2495"/>
                  </a:cubicBezTo>
                  <a:cubicBezTo>
                    <a:pt x="893" y="2579"/>
                    <a:pt x="1061" y="2635"/>
                    <a:pt x="1228" y="2719"/>
                  </a:cubicBezTo>
                  <a:cubicBezTo>
                    <a:pt x="1330" y="2777"/>
                    <a:pt x="1387" y="2820"/>
                    <a:pt x="1437" y="2820"/>
                  </a:cubicBezTo>
                  <a:cubicBezTo>
                    <a:pt x="1483" y="2820"/>
                    <a:pt x="1524" y="2784"/>
                    <a:pt x="1591" y="2691"/>
                  </a:cubicBezTo>
                  <a:cubicBezTo>
                    <a:pt x="1256" y="2607"/>
                    <a:pt x="893" y="2440"/>
                    <a:pt x="614" y="2216"/>
                  </a:cubicBezTo>
                  <a:cubicBezTo>
                    <a:pt x="419" y="2077"/>
                    <a:pt x="307" y="1770"/>
                    <a:pt x="531" y="1603"/>
                  </a:cubicBezTo>
                  <a:cubicBezTo>
                    <a:pt x="609" y="1544"/>
                    <a:pt x="708" y="1523"/>
                    <a:pt x="815" y="1523"/>
                  </a:cubicBezTo>
                  <a:cubicBezTo>
                    <a:pt x="1011" y="1523"/>
                    <a:pt x="1233" y="1594"/>
                    <a:pt x="1396" y="1630"/>
                  </a:cubicBezTo>
                  <a:cubicBezTo>
                    <a:pt x="1563" y="1686"/>
                    <a:pt x="1758" y="1770"/>
                    <a:pt x="1926" y="1854"/>
                  </a:cubicBezTo>
                  <a:cubicBezTo>
                    <a:pt x="1981" y="1351"/>
                    <a:pt x="1870" y="794"/>
                    <a:pt x="1702" y="375"/>
                  </a:cubicBezTo>
                  <a:cubicBezTo>
                    <a:pt x="1619" y="208"/>
                    <a:pt x="1479" y="124"/>
                    <a:pt x="1340" y="40"/>
                  </a:cubicBezTo>
                  <a:cubicBezTo>
                    <a:pt x="1241" y="21"/>
                    <a:pt x="1156" y="1"/>
                    <a:pt x="1066" y="1"/>
                  </a:cubicBezTo>
                  <a:close/>
                </a:path>
              </a:pathLst>
            </a:custGeom>
            <a:solidFill>
              <a:srgbClr val="563F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2272;p36">
              <a:extLst>
                <a:ext uri="{FF2B5EF4-FFF2-40B4-BE49-F238E27FC236}">
                  <a16:creationId xmlns:a16="http://schemas.microsoft.com/office/drawing/2014/main" id="{67BBEC00-BA10-F8EB-EC46-C6C405550C66}"/>
                </a:ext>
              </a:extLst>
            </p:cNvPr>
            <p:cNvSpPr/>
            <p:nvPr/>
          </p:nvSpPr>
          <p:spPr>
            <a:xfrm>
              <a:off x="6058555" y="3902235"/>
              <a:ext cx="119951" cy="125930"/>
            </a:xfrm>
            <a:custGeom>
              <a:avLst/>
              <a:gdLst/>
              <a:ahLst/>
              <a:cxnLst/>
              <a:rect l="l" t="t" r="r" b="b"/>
              <a:pathLst>
                <a:path w="1926" h="2022" extrusionOk="0">
                  <a:moveTo>
                    <a:pt x="1066" y="1"/>
                  </a:moveTo>
                  <a:cubicBezTo>
                    <a:pt x="1028" y="1"/>
                    <a:pt x="990" y="4"/>
                    <a:pt x="949" y="12"/>
                  </a:cubicBezTo>
                  <a:cubicBezTo>
                    <a:pt x="893" y="40"/>
                    <a:pt x="838" y="40"/>
                    <a:pt x="754" y="68"/>
                  </a:cubicBezTo>
                  <a:cubicBezTo>
                    <a:pt x="726" y="124"/>
                    <a:pt x="670" y="208"/>
                    <a:pt x="614" y="319"/>
                  </a:cubicBezTo>
                  <a:cubicBezTo>
                    <a:pt x="391" y="626"/>
                    <a:pt x="1" y="1212"/>
                    <a:pt x="1" y="1686"/>
                  </a:cubicBezTo>
                  <a:cubicBezTo>
                    <a:pt x="56" y="1798"/>
                    <a:pt x="140" y="1937"/>
                    <a:pt x="224" y="2021"/>
                  </a:cubicBezTo>
                  <a:cubicBezTo>
                    <a:pt x="419" y="1630"/>
                    <a:pt x="670" y="1017"/>
                    <a:pt x="1117" y="989"/>
                  </a:cubicBezTo>
                  <a:cubicBezTo>
                    <a:pt x="1143" y="986"/>
                    <a:pt x="1169" y="985"/>
                    <a:pt x="1195" y="985"/>
                  </a:cubicBezTo>
                  <a:cubicBezTo>
                    <a:pt x="1467" y="985"/>
                    <a:pt x="1696" y="1115"/>
                    <a:pt x="1926" y="1268"/>
                  </a:cubicBezTo>
                  <a:cubicBezTo>
                    <a:pt x="1898" y="961"/>
                    <a:pt x="1814" y="626"/>
                    <a:pt x="1702" y="375"/>
                  </a:cubicBezTo>
                  <a:cubicBezTo>
                    <a:pt x="1619" y="208"/>
                    <a:pt x="1479" y="124"/>
                    <a:pt x="1340" y="40"/>
                  </a:cubicBezTo>
                  <a:cubicBezTo>
                    <a:pt x="1241" y="21"/>
                    <a:pt x="1156" y="1"/>
                    <a:pt x="1066" y="1"/>
                  </a:cubicBezTo>
                  <a:close/>
                </a:path>
              </a:pathLst>
            </a:custGeom>
            <a:solidFill>
              <a:srgbClr val="5131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2273;p36">
              <a:extLst>
                <a:ext uri="{FF2B5EF4-FFF2-40B4-BE49-F238E27FC236}">
                  <a16:creationId xmlns:a16="http://schemas.microsoft.com/office/drawing/2014/main" id="{15E5B2A1-1358-9FA6-2C62-3C14CF9DFF66}"/>
                </a:ext>
              </a:extLst>
            </p:cNvPr>
            <p:cNvSpPr/>
            <p:nvPr/>
          </p:nvSpPr>
          <p:spPr>
            <a:xfrm>
              <a:off x="6089820" y="4015898"/>
              <a:ext cx="69567" cy="43783"/>
            </a:xfrm>
            <a:custGeom>
              <a:avLst/>
              <a:gdLst/>
              <a:ahLst/>
              <a:cxnLst/>
              <a:rect l="l" t="t" r="r" b="b"/>
              <a:pathLst>
                <a:path w="1117" h="703" extrusionOk="0">
                  <a:moveTo>
                    <a:pt x="112" y="1"/>
                  </a:moveTo>
                  <a:cubicBezTo>
                    <a:pt x="57" y="29"/>
                    <a:pt x="1" y="112"/>
                    <a:pt x="57" y="168"/>
                  </a:cubicBezTo>
                  <a:cubicBezTo>
                    <a:pt x="140" y="363"/>
                    <a:pt x="475" y="531"/>
                    <a:pt x="670" y="587"/>
                  </a:cubicBezTo>
                  <a:cubicBezTo>
                    <a:pt x="720" y="612"/>
                    <a:pt x="836" y="703"/>
                    <a:pt x="920" y="703"/>
                  </a:cubicBezTo>
                  <a:cubicBezTo>
                    <a:pt x="930" y="703"/>
                    <a:pt x="940" y="701"/>
                    <a:pt x="949" y="698"/>
                  </a:cubicBezTo>
                  <a:cubicBezTo>
                    <a:pt x="1033" y="670"/>
                    <a:pt x="1061" y="559"/>
                    <a:pt x="1117" y="503"/>
                  </a:cubicBezTo>
                  <a:cubicBezTo>
                    <a:pt x="782" y="336"/>
                    <a:pt x="391" y="224"/>
                    <a:pt x="112" y="1"/>
                  </a:cubicBezTo>
                  <a:close/>
                </a:path>
              </a:pathLst>
            </a:custGeom>
            <a:solidFill>
              <a:srgbClr val="7C69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2274;p36">
              <a:extLst>
                <a:ext uri="{FF2B5EF4-FFF2-40B4-BE49-F238E27FC236}">
                  <a16:creationId xmlns:a16="http://schemas.microsoft.com/office/drawing/2014/main" id="{FD92EE77-5EB7-BF1C-CF1E-110218A3574B}"/>
                </a:ext>
              </a:extLst>
            </p:cNvPr>
            <p:cNvSpPr/>
            <p:nvPr/>
          </p:nvSpPr>
          <p:spPr>
            <a:xfrm>
              <a:off x="4572914" y="3343453"/>
              <a:ext cx="62" cy="1806"/>
            </a:xfrm>
            <a:custGeom>
              <a:avLst/>
              <a:gdLst/>
              <a:ahLst/>
              <a:cxnLst/>
              <a:rect l="l" t="t" r="r" b="b"/>
              <a:pathLst>
                <a:path w="1" h="29" extrusionOk="0">
                  <a:moveTo>
                    <a:pt x="1" y="1"/>
                  </a:moveTo>
                  <a:lnTo>
                    <a:pt x="1" y="29"/>
                  </a:lnTo>
                  <a:lnTo>
                    <a:pt x="1" y="2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5170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2275;p36">
              <a:extLst>
                <a:ext uri="{FF2B5EF4-FFF2-40B4-BE49-F238E27FC236}">
                  <a16:creationId xmlns:a16="http://schemas.microsoft.com/office/drawing/2014/main" id="{3FA17950-F41C-189D-0A0D-81D2CF9467E5}"/>
                </a:ext>
              </a:extLst>
            </p:cNvPr>
            <p:cNvSpPr/>
            <p:nvPr/>
          </p:nvSpPr>
          <p:spPr>
            <a:xfrm>
              <a:off x="4053432" y="2553484"/>
              <a:ext cx="2072928" cy="1462770"/>
            </a:xfrm>
            <a:custGeom>
              <a:avLst/>
              <a:gdLst/>
              <a:ahLst/>
              <a:cxnLst/>
              <a:rect l="l" t="t" r="r" b="b"/>
              <a:pathLst>
                <a:path w="33284" h="23487" extrusionOk="0">
                  <a:moveTo>
                    <a:pt x="20845" y="1"/>
                  </a:moveTo>
                  <a:cubicBezTo>
                    <a:pt x="19876" y="1"/>
                    <a:pt x="18793" y="209"/>
                    <a:pt x="17437" y="577"/>
                  </a:cubicBezTo>
                  <a:cubicBezTo>
                    <a:pt x="15372" y="1163"/>
                    <a:pt x="11550" y="1665"/>
                    <a:pt x="9430" y="1776"/>
                  </a:cubicBezTo>
                  <a:cubicBezTo>
                    <a:pt x="9332" y="1781"/>
                    <a:pt x="9238" y="1784"/>
                    <a:pt x="9148" y="1784"/>
                  </a:cubicBezTo>
                  <a:cubicBezTo>
                    <a:pt x="7300" y="1784"/>
                    <a:pt x="7146" y="738"/>
                    <a:pt x="4938" y="605"/>
                  </a:cubicBezTo>
                  <a:cubicBezTo>
                    <a:pt x="4827" y="632"/>
                    <a:pt x="2846" y="1414"/>
                    <a:pt x="2762" y="1469"/>
                  </a:cubicBezTo>
                  <a:cubicBezTo>
                    <a:pt x="1060" y="2390"/>
                    <a:pt x="0" y="4036"/>
                    <a:pt x="0" y="5961"/>
                  </a:cubicBezTo>
                  <a:cubicBezTo>
                    <a:pt x="0" y="7998"/>
                    <a:pt x="921" y="11569"/>
                    <a:pt x="2204" y="12322"/>
                  </a:cubicBezTo>
                  <a:cubicBezTo>
                    <a:pt x="2204" y="12350"/>
                    <a:pt x="4486" y="13355"/>
                    <a:pt x="5431" y="13355"/>
                  </a:cubicBezTo>
                  <a:cubicBezTo>
                    <a:pt x="5443" y="13355"/>
                    <a:pt x="5456" y="13355"/>
                    <a:pt x="5468" y="13354"/>
                  </a:cubicBezTo>
                  <a:cubicBezTo>
                    <a:pt x="9151" y="13187"/>
                    <a:pt x="11522" y="12741"/>
                    <a:pt x="14424" y="11569"/>
                  </a:cubicBezTo>
                  <a:cubicBezTo>
                    <a:pt x="15428" y="11178"/>
                    <a:pt x="17158" y="10202"/>
                    <a:pt x="18051" y="9672"/>
                  </a:cubicBezTo>
                  <a:cubicBezTo>
                    <a:pt x="18209" y="9637"/>
                    <a:pt x="18356" y="9620"/>
                    <a:pt x="18493" y="9620"/>
                  </a:cubicBezTo>
                  <a:cubicBezTo>
                    <a:pt x="20087" y="9620"/>
                    <a:pt x="20285" y="11863"/>
                    <a:pt x="21287" y="12685"/>
                  </a:cubicBezTo>
                  <a:cubicBezTo>
                    <a:pt x="23491" y="14470"/>
                    <a:pt x="26867" y="14777"/>
                    <a:pt x="27509" y="15056"/>
                  </a:cubicBezTo>
                  <a:cubicBezTo>
                    <a:pt x="28373" y="15447"/>
                    <a:pt x="29350" y="15586"/>
                    <a:pt x="29657" y="17009"/>
                  </a:cubicBezTo>
                  <a:cubicBezTo>
                    <a:pt x="29964" y="18432"/>
                    <a:pt x="29601" y="21808"/>
                    <a:pt x="30438" y="22171"/>
                  </a:cubicBezTo>
                  <a:cubicBezTo>
                    <a:pt x="31189" y="22519"/>
                    <a:pt x="31037" y="23487"/>
                    <a:pt x="31892" y="23487"/>
                  </a:cubicBezTo>
                  <a:cubicBezTo>
                    <a:pt x="31926" y="23487"/>
                    <a:pt x="31963" y="23485"/>
                    <a:pt x="32000" y="23482"/>
                  </a:cubicBezTo>
                  <a:cubicBezTo>
                    <a:pt x="32754" y="23426"/>
                    <a:pt x="33284" y="21529"/>
                    <a:pt x="33060" y="21529"/>
                  </a:cubicBezTo>
                  <a:cubicBezTo>
                    <a:pt x="32419" y="21529"/>
                    <a:pt x="32251" y="21194"/>
                    <a:pt x="32279" y="20664"/>
                  </a:cubicBezTo>
                  <a:cubicBezTo>
                    <a:pt x="32335" y="19632"/>
                    <a:pt x="31833" y="19855"/>
                    <a:pt x="31554" y="18627"/>
                  </a:cubicBezTo>
                  <a:cubicBezTo>
                    <a:pt x="31108" y="16535"/>
                    <a:pt x="30717" y="13633"/>
                    <a:pt x="30717" y="13578"/>
                  </a:cubicBezTo>
                  <a:cubicBezTo>
                    <a:pt x="30773" y="13131"/>
                    <a:pt x="29071" y="13271"/>
                    <a:pt x="27899" y="12685"/>
                  </a:cubicBezTo>
                  <a:cubicBezTo>
                    <a:pt x="26309" y="11876"/>
                    <a:pt x="26002" y="10034"/>
                    <a:pt x="26309" y="9672"/>
                  </a:cubicBezTo>
                  <a:cubicBezTo>
                    <a:pt x="27648" y="7942"/>
                    <a:pt x="28039" y="4148"/>
                    <a:pt x="26448" y="2781"/>
                  </a:cubicBezTo>
                  <a:cubicBezTo>
                    <a:pt x="24212" y="803"/>
                    <a:pt x="22747" y="1"/>
                    <a:pt x="20845" y="1"/>
                  </a:cubicBezTo>
                  <a:close/>
                </a:path>
              </a:pathLst>
            </a:custGeom>
            <a:solidFill>
              <a:srgbClr val="7C45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2276;p36">
              <a:extLst>
                <a:ext uri="{FF2B5EF4-FFF2-40B4-BE49-F238E27FC236}">
                  <a16:creationId xmlns:a16="http://schemas.microsoft.com/office/drawing/2014/main" id="{2CF27A32-84EE-332D-FDCA-98B29322F503}"/>
                </a:ext>
              </a:extLst>
            </p:cNvPr>
            <p:cNvSpPr/>
            <p:nvPr/>
          </p:nvSpPr>
          <p:spPr>
            <a:xfrm>
              <a:off x="5966442" y="3399069"/>
              <a:ext cx="1806" cy="10463"/>
            </a:xfrm>
            <a:custGeom>
              <a:avLst/>
              <a:gdLst/>
              <a:ahLst/>
              <a:cxnLst/>
              <a:rect l="l" t="t" r="r" b="b"/>
              <a:pathLst>
                <a:path w="29" h="168" extrusionOk="0">
                  <a:moveTo>
                    <a:pt x="29" y="168"/>
                  </a:moveTo>
                  <a:cubicBezTo>
                    <a:pt x="29" y="84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29" y="84"/>
                    <a:pt x="29" y="168"/>
                  </a:cubicBezTo>
                  <a:close/>
                </a:path>
              </a:pathLst>
            </a:custGeom>
            <a:solidFill>
              <a:srgbClr val="948D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2277;p36">
              <a:extLst>
                <a:ext uri="{FF2B5EF4-FFF2-40B4-BE49-F238E27FC236}">
                  <a16:creationId xmlns:a16="http://schemas.microsoft.com/office/drawing/2014/main" id="{C085527A-759B-1CF5-F3F4-B8E2DF73EDB8}"/>
                </a:ext>
              </a:extLst>
            </p:cNvPr>
            <p:cNvSpPr/>
            <p:nvPr/>
          </p:nvSpPr>
          <p:spPr>
            <a:xfrm>
              <a:off x="5691909" y="3119304"/>
              <a:ext cx="22670" cy="34815"/>
            </a:xfrm>
            <a:custGeom>
              <a:avLst/>
              <a:gdLst/>
              <a:ahLst/>
              <a:cxnLst/>
              <a:rect l="l" t="t" r="r" b="b"/>
              <a:pathLst>
                <a:path w="364" h="559" extrusionOk="0">
                  <a:moveTo>
                    <a:pt x="1" y="559"/>
                  </a:moveTo>
                  <a:cubicBezTo>
                    <a:pt x="1" y="559"/>
                    <a:pt x="1" y="559"/>
                    <a:pt x="1" y="559"/>
                  </a:cubicBezTo>
                  <a:cubicBezTo>
                    <a:pt x="1" y="559"/>
                    <a:pt x="1" y="559"/>
                    <a:pt x="1" y="559"/>
                  </a:cubicBezTo>
                  <a:close/>
                  <a:moveTo>
                    <a:pt x="1" y="559"/>
                  </a:moveTo>
                  <a:cubicBezTo>
                    <a:pt x="1" y="559"/>
                    <a:pt x="1" y="559"/>
                    <a:pt x="29" y="559"/>
                  </a:cubicBezTo>
                  <a:cubicBezTo>
                    <a:pt x="1" y="559"/>
                    <a:pt x="1" y="559"/>
                    <a:pt x="1" y="559"/>
                  </a:cubicBezTo>
                  <a:close/>
                  <a:moveTo>
                    <a:pt x="29" y="559"/>
                  </a:moveTo>
                  <a:cubicBezTo>
                    <a:pt x="140" y="391"/>
                    <a:pt x="252" y="224"/>
                    <a:pt x="336" y="57"/>
                  </a:cubicBezTo>
                  <a:cubicBezTo>
                    <a:pt x="252" y="224"/>
                    <a:pt x="140" y="391"/>
                    <a:pt x="29" y="559"/>
                  </a:cubicBezTo>
                  <a:close/>
                  <a:moveTo>
                    <a:pt x="336" y="57"/>
                  </a:moveTo>
                  <a:cubicBezTo>
                    <a:pt x="336" y="57"/>
                    <a:pt x="336" y="57"/>
                    <a:pt x="336" y="57"/>
                  </a:cubicBezTo>
                  <a:cubicBezTo>
                    <a:pt x="336" y="57"/>
                    <a:pt x="336" y="57"/>
                    <a:pt x="336" y="57"/>
                  </a:cubicBezTo>
                  <a:close/>
                  <a:moveTo>
                    <a:pt x="336" y="57"/>
                  </a:moveTo>
                  <a:cubicBezTo>
                    <a:pt x="336" y="57"/>
                    <a:pt x="336" y="57"/>
                    <a:pt x="336" y="29"/>
                  </a:cubicBezTo>
                  <a:cubicBezTo>
                    <a:pt x="336" y="57"/>
                    <a:pt x="336" y="57"/>
                    <a:pt x="336" y="57"/>
                  </a:cubicBezTo>
                  <a:close/>
                  <a:moveTo>
                    <a:pt x="364" y="29"/>
                  </a:moveTo>
                  <a:cubicBezTo>
                    <a:pt x="364" y="29"/>
                    <a:pt x="364" y="29"/>
                    <a:pt x="364" y="29"/>
                  </a:cubicBezTo>
                  <a:cubicBezTo>
                    <a:pt x="364" y="29"/>
                    <a:pt x="364" y="29"/>
                    <a:pt x="364" y="29"/>
                  </a:cubicBezTo>
                  <a:close/>
                  <a:moveTo>
                    <a:pt x="364" y="29"/>
                  </a:moveTo>
                  <a:cubicBezTo>
                    <a:pt x="364" y="29"/>
                    <a:pt x="364" y="29"/>
                    <a:pt x="364" y="29"/>
                  </a:cubicBezTo>
                  <a:cubicBezTo>
                    <a:pt x="364" y="29"/>
                    <a:pt x="364" y="29"/>
                    <a:pt x="364" y="29"/>
                  </a:cubicBezTo>
                  <a:close/>
                  <a:moveTo>
                    <a:pt x="364" y="1"/>
                  </a:moveTo>
                  <a:cubicBezTo>
                    <a:pt x="364" y="1"/>
                    <a:pt x="364" y="1"/>
                    <a:pt x="364" y="1"/>
                  </a:cubicBezTo>
                  <a:cubicBezTo>
                    <a:pt x="364" y="1"/>
                    <a:pt x="364" y="1"/>
                    <a:pt x="364" y="1"/>
                  </a:cubicBezTo>
                  <a:close/>
                </a:path>
              </a:pathLst>
            </a:custGeom>
            <a:solidFill>
              <a:srgbClr val="849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2278;p36">
              <a:extLst>
                <a:ext uri="{FF2B5EF4-FFF2-40B4-BE49-F238E27FC236}">
                  <a16:creationId xmlns:a16="http://schemas.microsoft.com/office/drawing/2014/main" id="{CC73C4C1-FE56-3B4C-1598-7783A26B52FB}"/>
                </a:ext>
              </a:extLst>
            </p:cNvPr>
            <p:cNvSpPr/>
            <p:nvPr/>
          </p:nvSpPr>
          <p:spPr>
            <a:xfrm>
              <a:off x="5718005" y="2744000"/>
              <a:ext cx="26095" cy="43534"/>
            </a:xfrm>
            <a:custGeom>
              <a:avLst/>
              <a:gdLst/>
              <a:ahLst/>
              <a:cxnLst/>
              <a:rect l="l" t="t" r="r" b="b"/>
              <a:pathLst>
                <a:path w="419" h="699" extrusionOk="0">
                  <a:moveTo>
                    <a:pt x="419" y="698"/>
                  </a:moveTo>
                  <a:cubicBezTo>
                    <a:pt x="307" y="447"/>
                    <a:pt x="168" y="196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68" y="196"/>
                    <a:pt x="307" y="447"/>
                    <a:pt x="419" y="698"/>
                  </a:cubicBezTo>
                  <a:close/>
                </a:path>
              </a:pathLst>
            </a:custGeom>
            <a:solidFill>
              <a:srgbClr val="4025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2279;p36">
              <a:extLst>
                <a:ext uri="{FF2B5EF4-FFF2-40B4-BE49-F238E27FC236}">
                  <a16:creationId xmlns:a16="http://schemas.microsoft.com/office/drawing/2014/main" id="{4B1EE7FE-B5BC-2D35-BC2F-162C089EDA1A}"/>
                </a:ext>
              </a:extLst>
            </p:cNvPr>
            <p:cNvSpPr/>
            <p:nvPr/>
          </p:nvSpPr>
          <p:spPr>
            <a:xfrm>
              <a:off x="5624148" y="2744000"/>
              <a:ext cx="347585" cy="688132"/>
            </a:xfrm>
            <a:custGeom>
              <a:avLst/>
              <a:gdLst/>
              <a:ahLst/>
              <a:cxnLst/>
              <a:rect l="l" t="t" r="r" b="b"/>
              <a:pathLst>
                <a:path w="5581" h="11049" extrusionOk="0">
                  <a:moveTo>
                    <a:pt x="615" y="9375"/>
                  </a:moveTo>
                  <a:lnTo>
                    <a:pt x="615" y="9375"/>
                  </a:lnTo>
                  <a:cubicBezTo>
                    <a:pt x="640" y="9389"/>
                    <a:pt x="666" y="9402"/>
                    <a:pt x="691" y="9415"/>
                  </a:cubicBezTo>
                  <a:lnTo>
                    <a:pt x="691" y="9415"/>
                  </a:lnTo>
                  <a:cubicBezTo>
                    <a:pt x="666" y="9402"/>
                    <a:pt x="640" y="9388"/>
                    <a:pt x="615" y="9375"/>
                  </a:cubicBezTo>
                  <a:close/>
                  <a:moveTo>
                    <a:pt x="1507" y="1"/>
                  </a:moveTo>
                  <a:cubicBezTo>
                    <a:pt x="1898" y="949"/>
                    <a:pt x="1954" y="1981"/>
                    <a:pt x="1786" y="2986"/>
                  </a:cubicBezTo>
                  <a:cubicBezTo>
                    <a:pt x="1814" y="2930"/>
                    <a:pt x="1842" y="2930"/>
                    <a:pt x="1842" y="2930"/>
                  </a:cubicBezTo>
                  <a:lnTo>
                    <a:pt x="1842" y="2930"/>
                  </a:lnTo>
                  <a:cubicBezTo>
                    <a:pt x="1814" y="4883"/>
                    <a:pt x="559" y="5664"/>
                    <a:pt x="224" y="6975"/>
                  </a:cubicBezTo>
                  <a:cubicBezTo>
                    <a:pt x="1" y="7952"/>
                    <a:pt x="224" y="8677"/>
                    <a:pt x="1507" y="9682"/>
                  </a:cubicBezTo>
                  <a:cubicBezTo>
                    <a:pt x="1252" y="9630"/>
                    <a:pt x="972" y="9556"/>
                    <a:pt x="691" y="9415"/>
                  </a:cubicBezTo>
                  <a:lnTo>
                    <a:pt x="691" y="9415"/>
                  </a:lnTo>
                  <a:cubicBezTo>
                    <a:pt x="1087" y="9618"/>
                    <a:pt x="1505" y="9774"/>
                    <a:pt x="1898" y="9905"/>
                  </a:cubicBezTo>
                  <a:cubicBezTo>
                    <a:pt x="1814" y="9821"/>
                    <a:pt x="1731" y="9737"/>
                    <a:pt x="1647" y="9654"/>
                  </a:cubicBezTo>
                  <a:lnTo>
                    <a:pt x="1647" y="9654"/>
                  </a:lnTo>
                  <a:cubicBezTo>
                    <a:pt x="2010" y="9849"/>
                    <a:pt x="2400" y="10016"/>
                    <a:pt x="2819" y="10184"/>
                  </a:cubicBezTo>
                  <a:cubicBezTo>
                    <a:pt x="3600" y="10351"/>
                    <a:pt x="4409" y="10407"/>
                    <a:pt x="5134" y="10742"/>
                  </a:cubicBezTo>
                  <a:cubicBezTo>
                    <a:pt x="5190" y="10770"/>
                    <a:pt x="5246" y="10798"/>
                    <a:pt x="5302" y="10853"/>
                  </a:cubicBezTo>
                  <a:lnTo>
                    <a:pt x="5385" y="10853"/>
                  </a:lnTo>
                  <a:cubicBezTo>
                    <a:pt x="5385" y="10881"/>
                    <a:pt x="5385" y="10881"/>
                    <a:pt x="5385" y="10881"/>
                  </a:cubicBezTo>
                  <a:cubicBezTo>
                    <a:pt x="5441" y="10937"/>
                    <a:pt x="5525" y="10993"/>
                    <a:pt x="5581" y="11049"/>
                  </a:cubicBezTo>
                  <a:cubicBezTo>
                    <a:pt x="5553" y="10909"/>
                    <a:pt x="5525" y="10770"/>
                    <a:pt x="5525" y="10686"/>
                  </a:cubicBezTo>
                  <a:cubicBezTo>
                    <a:pt x="5525" y="10602"/>
                    <a:pt x="5497" y="10519"/>
                    <a:pt x="5497" y="10519"/>
                  </a:cubicBezTo>
                  <a:cubicBezTo>
                    <a:pt x="5497" y="10100"/>
                    <a:pt x="3823" y="10212"/>
                    <a:pt x="2679" y="9626"/>
                  </a:cubicBezTo>
                  <a:cubicBezTo>
                    <a:pt x="1452" y="8984"/>
                    <a:pt x="977" y="7729"/>
                    <a:pt x="977" y="7031"/>
                  </a:cubicBezTo>
                  <a:cubicBezTo>
                    <a:pt x="977" y="6836"/>
                    <a:pt x="1033" y="6696"/>
                    <a:pt x="1089" y="6613"/>
                  </a:cubicBezTo>
                  <a:cubicBezTo>
                    <a:pt x="1089" y="6613"/>
                    <a:pt x="1089" y="6585"/>
                    <a:pt x="1089" y="6585"/>
                  </a:cubicBezTo>
                  <a:lnTo>
                    <a:pt x="1117" y="6585"/>
                  </a:lnTo>
                  <a:cubicBezTo>
                    <a:pt x="1228" y="6417"/>
                    <a:pt x="1340" y="6250"/>
                    <a:pt x="1424" y="6083"/>
                  </a:cubicBezTo>
                  <a:cubicBezTo>
                    <a:pt x="1424" y="6083"/>
                    <a:pt x="1424" y="6083"/>
                    <a:pt x="1424" y="6055"/>
                  </a:cubicBezTo>
                  <a:lnTo>
                    <a:pt x="1452" y="6055"/>
                  </a:lnTo>
                  <a:cubicBezTo>
                    <a:pt x="1452" y="6055"/>
                    <a:pt x="1452" y="6027"/>
                    <a:pt x="1452" y="6027"/>
                  </a:cubicBezTo>
                  <a:cubicBezTo>
                    <a:pt x="2261" y="4548"/>
                    <a:pt x="2540" y="2233"/>
                    <a:pt x="1926" y="698"/>
                  </a:cubicBezTo>
                  <a:cubicBezTo>
                    <a:pt x="1814" y="447"/>
                    <a:pt x="1675" y="196"/>
                    <a:pt x="1507" y="1"/>
                  </a:cubicBezTo>
                  <a:close/>
                </a:path>
              </a:pathLst>
            </a:custGeom>
            <a:solidFill>
              <a:srgbClr val="6737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2280;p36">
              <a:extLst>
                <a:ext uri="{FF2B5EF4-FFF2-40B4-BE49-F238E27FC236}">
                  <a16:creationId xmlns:a16="http://schemas.microsoft.com/office/drawing/2014/main" id="{0C067944-62C2-388C-9B6B-E8B7741545F9}"/>
                </a:ext>
              </a:extLst>
            </p:cNvPr>
            <p:cNvSpPr/>
            <p:nvPr/>
          </p:nvSpPr>
          <p:spPr>
            <a:xfrm>
              <a:off x="4053432" y="2919508"/>
              <a:ext cx="2026031" cy="1014790"/>
            </a:xfrm>
            <a:custGeom>
              <a:avLst/>
              <a:gdLst/>
              <a:ahLst/>
              <a:cxnLst/>
              <a:rect l="l" t="t" r="r" b="b"/>
              <a:pathLst>
                <a:path w="32531" h="16294" extrusionOk="0">
                  <a:moveTo>
                    <a:pt x="0" y="0"/>
                  </a:moveTo>
                  <a:lnTo>
                    <a:pt x="0" y="84"/>
                  </a:lnTo>
                  <a:cubicBezTo>
                    <a:pt x="0" y="1674"/>
                    <a:pt x="558" y="4241"/>
                    <a:pt x="1451" y="5636"/>
                  </a:cubicBezTo>
                  <a:cubicBezTo>
                    <a:pt x="1590" y="4966"/>
                    <a:pt x="1786" y="4269"/>
                    <a:pt x="2148" y="3627"/>
                  </a:cubicBezTo>
                  <a:cubicBezTo>
                    <a:pt x="2204" y="3572"/>
                    <a:pt x="2232" y="3516"/>
                    <a:pt x="2288" y="3432"/>
                  </a:cubicBezTo>
                  <a:cubicBezTo>
                    <a:pt x="1256" y="2567"/>
                    <a:pt x="474" y="1395"/>
                    <a:pt x="0" y="0"/>
                  </a:cubicBezTo>
                  <a:close/>
                  <a:moveTo>
                    <a:pt x="21510" y="6975"/>
                  </a:moveTo>
                  <a:cubicBezTo>
                    <a:pt x="21646" y="7079"/>
                    <a:pt x="21790" y="7177"/>
                    <a:pt x="21937" y="7268"/>
                  </a:cubicBezTo>
                  <a:lnTo>
                    <a:pt x="21937" y="7268"/>
                  </a:lnTo>
                  <a:cubicBezTo>
                    <a:pt x="21791" y="7176"/>
                    <a:pt x="21649" y="7078"/>
                    <a:pt x="21510" y="6975"/>
                  </a:cubicBezTo>
                  <a:close/>
                  <a:moveTo>
                    <a:pt x="20757" y="224"/>
                  </a:moveTo>
                  <a:cubicBezTo>
                    <a:pt x="20645" y="224"/>
                    <a:pt x="20366" y="391"/>
                    <a:pt x="20115" y="586"/>
                  </a:cubicBezTo>
                  <a:cubicBezTo>
                    <a:pt x="19836" y="754"/>
                    <a:pt x="19613" y="921"/>
                    <a:pt x="19613" y="921"/>
                  </a:cubicBezTo>
                  <a:cubicBezTo>
                    <a:pt x="18665" y="1758"/>
                    <a:pt x="16628" y="3488"/>
                    <a:pt x="12443" y="4576"/>
                  </a:cubicBezTo>
                  <a:cubicBezTo>
                    <a:pt x="10881" y="4966"/>
                    <a:pt x="9514" y="5218"/>
                    <a:pt x="8007" y="5218"/>
                  </a:cubicBezTo>
                  <a:cubicBezTo>
                    <a:pt x="7533" y="5218"/>
                    <a:pt x="7059" y="5190"/>
                    <a:pt x="6556" y="5134"/>
                  </a:cubicBezTo>
                  <a:lnTo>
                    <a:pt x="6417" y="5134"/>
                  </a:lnTo>
                  <a:cubicBezTo>
                    <a:pt x="6305" y="5413"/>
                    <a:pt x="6166" y="5748"/>
                    <a:pt x="5943" y="6082"/>
                  </a:cubicBezTo>
                  <a:cubicBezTo>
                    <a:pt x="5636" y="6529"/>
                    <a:pt x="5245" y="6975"/>
                    <a:pt x="4855" y="7394"/>
                  </a:cubicBezTo>
                  <a:cubicBezTo>
                    <a:pt x="5050" y="7450"/>
                    <a:pt x="5245" y="7477"/>
                    <a:pt x="5412" y="7477"/>
                  </a:cubicBezTo>
                  <a:lnTo>
                    <a:pt x="5468" y="7477"/>
                  </a:lnTo>
                  <a:cubicBezTo>
                    <a:pt x="7672" y="7366"/>
                    <a:pt x="9430" y="7171"/>
                    <a:pt x="11104" y="6780"/>
                  </a:cubicBezTo>
                  <a:cubicBezTo>
                    <a:pt x="12192" y="6529"/>
                    <a:pt x="13252" y="6166"/>
                    <a:pt x="14368" y="5720"/>
                  </a:cubicBezTo>
                  <a:cubicBezTo>
                    <a:pt x="14396" y="5720"/>
                    <a:pt x="14424" y="5720"/>
                    <a:pt x="14424" y="5692"/>
                  </a:cubicBezTo>
                  <a:cubicBezTo>
                    <a:pt x="14842" y="5524"/>
                    <a:pt x="15400" y="5245"/>
                    <a:pt x="15986" y="4966"/>
                  </a:cubicBezTo>
                  <a:lnTo>
                    <a:pt x="15986" y="4966"/>
                  </a:lnTo>
                  <a:cubicBezTo>
                    <a:pt x="15735" y="5078"/>
                    <a:pt x="15512" y="5190"/>
                    <a:pt x="15289" y="5301"/>
                  </a:cubicBezTo>
                  <a:cubicBezTo>
                    <a:pt x="16516" y="4409"/>
                    <a:pt x="17604" y="3376"/>
                    <a:pt x="18748" y="2344"/>
                  </a:cubicBezTo>
                  <a:cubicBezTo>
                    <a:pt x="18916" y="2149"/>
                    <a:pt x="19139" y="1981"/>
                    <a:pt x="19334" y="1842"/>
                  </a:cubicBezTo>
                  <a:lnTo>
                    <a:pt x="19418" y="1842"/>
                  </a:lnTo>
                  <a:cubicBezTo>
                    <a:pt x="20060" y="1842"/>
                    <a:pt x="20338" y="2177"/>
                    <a:pt x="20255" y="2818"/>
                  </a:cubicBezTo>
                  <a:cubicBezTo>
                    <a:pt x="20255" y="3125"/>
                    <a:pt x="20227" y="3432"/>
                    <a:pt x="20227" y="3739"/>
                  </a:cubicBezTo>
                  <a:cubicBezTo>
                    <a:pt x="20255" y="4325"/>
                    <a:pt x="20590" y="4966"/>
                    <a:pt x="20924" y="5413"/>
                  </a:cubicBezTo>
                  <a:cubicBezTo>
                    <a:pt x="21566" y="6334"/>
                    <a:pt x="22236" y="7171"/>
                    <a:pt x="23073" y="7868"/>
                  </a:cubicBezTo>
                  <a:cubicBezTo>
                    <a:pt x="22695" y="7689"/>
                    <a:pt x="22303" y="7496"/>
                    <a:pt x="21937" y="7268"/>
                  </a:cubicBezTo>
                  <a:lnTo>
                    <a:pt x="21937" y="7268"/>
                  </a:lnTo>
                  <a:cubicBezTo>
                    <a:pt x="24084" y="8632"/>
                    <a:pt x="26934" y="8918"/>
                    <a:pt x="27509" y="9179"/>
                  </a:cubicBezTo>
                  <a:cubicBezTo>
                    <a:pt x="28039" y="9402"/>
                    <a:pt x="28625" y="9570"/>
                    <a:pt x="29043" y="9960"/>
                  </a:cubicBezTo>
                  <a:cubicBezTo>
                    <a:pt x="29127" y="10044"/>
                    <a:pt x="29183" y="10100"/>
                    <a:pt x="29238" y="10184"/>
                  </a:cubicBezTo>
                  <a:cubicBezTo>
                    <a:pt x="29434" y="10407"/>
                    <a:pt x="29545" y="10714"/>
                    <a:pt x="29657" y="11076"/>
                  </a:cubicBezTo>
                  <a:lnTo>
                    <a:pt x="29685" y="11160"/>
                  </a:lnTo>
                  <a:cubicBezTo>
                    <a:pt x="30243" y="12388"/>
                    <a:pt x="30047" y="13559"/>
                    <a:pt x="30354" y="14787"/>
                  </a:cubicBezTo>
                  <a:cubicBezTo>
                    <a:pt x="30522" y="15540"/>
                    <a:pt x="30940" y="16294"/>
                    <a:pt x="31749" y="16294"/>
                  </a:cubicBezTo>
                  <a:cubicBezTo>
                    <a:pt x="31805" y="16294"/>
                    <a:pt x="31889" y="16294"/>
                    <a:pt x="31945" y="16266"/>
                  </a:cubicBezTo>
                  <a:cubicBezTo>
                    <a:pt x="32279" y="16210"/>
                    <a:pt x="32447" y="15903"/>
                    <a:pt x="32530" y="15512"/>
                  </a:cubicBezTo>
                  <a:cubicBezTo>
                    <a:pt x="32335" y="15401"/>
                    <a:pt x="32279" y="15178"/>
                    <a:pt x="32279" y="14899"/>
                  </a:cubicBezTo>
                  <a:cubicBezTo>
                    <a:pt x="32279" y="14871"/>
                    <a:pt x="32279" y="14843"/>
                    <a:pt x="32279" y="14787"/>
                  </a:cubicBezTo>
                  <a:cubicBezTo>
                    <a:pt x="32279" y="14508"/>
                    <a:pt x="32251" y="14313"/>
                    <a:pt x="32196" y="14173"/>
                  </a:cubicBezTo>
                  <a:cubicBezTo>
                    <a:pt x="32112" y="14871"/>
                    <a:pt x="31917" y="15708"/>
                    <a:pt x="31442" y="15708"/>
                  </a:cubicBezTo>
                  <a:cubicBezTo>
                    <a:pt x="31331" y="15708"/>
                    <a:pt x="31191" y="15652"/>
                    <a:pt x="31024" y="15540"/>
                  </a:cubicBezTo>
                  <a:cubicBezTo>
                    <a:pt x="30075" y="14731"/>
                    <a:pt x="30271" y="12360"/>
                    <a:pt x="30159" y="11244"/>
                  </a:cubicBezTo>
                  <a:cubicBezTo>
                    <a:pt x="29908" y="8510"/>
                    <a:pt x="26978" y="8649"/>
                    <a:pt x="24970" y="7896"/>
                  </a:cubicBezTo>
                  <a:cubicBezTo>
                    <a:pt x="22710" y="7087"/>
                    <a:pt x="20896" y="5385"/>
                    <a:pt x="20673" y="2930"/>
                  </a:cubicBezTo>
                  <a:cubicBezTo>
                    <a:pt x="20617" y="2288"/>
                    <a:pt x="20562" y="1647"/>
                    <a:pt x="20673" y="1033"/>
                  </a:cubicBezTo>
                  <a:cubicBezTo>
                    <a:pt x="20701" y="782"/>
                    <a:pt x="20757" y="531"/>
                    <a:pt x="20785" y="252"/>
                  </a:cubicBezTo>
                  <a:cubicBezTo>
                    <a:pt x="20785" y="224"/>
                    <a:pt x="20785" y="224"/>
                    <a:pt x="20757" y="224"/>
                  </a:cubicBezTo>
                  <a:close/>
                </a:path>
              </a:pathLst>
            </a:custGeom>
            <a:solidFill>
              <a:srgbClr val="6535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2281;p36">
              <a:extLst>
                <a:ext uri="{FF2B5EF4-FFF2-40B4-BE49-F238E27FC236}">
                  <a16:creationId xmlns:a16="http://schemas.microsoft.com/office/drawing/2014/main" id="{16C9C57C-199E-6AFB-C4DE-8EF7A3066F27}"/>
                </a:ext>
              </a:extLst>
            </p:cNvPr>
            <p:cNvSpPr/>
            <p:nvPr/>
          </p:nvSpPr>
          <p:spPr>
            <a:xfrm>
              <a:off x="5380880" y="3343453"/>
              <a:ext cx="12269" cy="10525"/>
            </a:xfrm>
            <a:custGeom>
              <a:avLst/>
              <a:gdLst/>
              <a:ahLst/>
              <a:cxnLst/>
              <a:rect l="l" t="t" r="r" b="b"/>
              <a:pathLst>
                <a:path w="197" h="169" extrusionOk="0">
                  <a:moveTo>
                    <a:pt x="196" y="168"/>
                  </a:moveTo>
                  <a:cubicBezTo>
                    <a:pt x="196" y="140"/>
                    <a:pt x="196" y="140"/>
                    <a:pt x="196" y="140"/>
                  </a:cubicBezTo>
                  <a:cubicBezTo>
                    <a:pt x="196" y="140"/>
                    <a:pt x="196" y="140"/>
                    <a:pt x="196" y="168"/>
                  </a:cubicBezTo>
                  <a:close/>
                  <a:moveTo>
                    <a:pt x="168" y="140"/>
                  </a:moveTo>
                  <a:cubicBezTo>
                    <a:pt x="113" y="112"/>
                    <a:pt x="57" y="57"/>
                    <a:pt x="1" y="1"/>
                  </a:cubicBezTo>
                  <a:cubicBezTo>
                    <a:pt x="57" y="57"/>
                    <a:pt x="113" y="112"/>
                    <a:pt x="168" y="140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9188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2282;p36">
              <a:extLst>
                <a:ext uri="{FF2B5EF4-FFF2-40B4-BE49-F238E27FC236}">
                  <a16:creationId xmlns:a16="http://schemas.microsoft.com/office/drawing/2014/main" id="{11BC9E52-645A-5A8D-5941-C6BFC3A176CF}"/>
                </a:ext>
              </a:extLst>
            </p:cNvPr>
            <p:cNvSpPr/>
            <p:nvPr/>
          </p:nvSpPr>
          <p:spPr>
            <a:xfrm>
              <a:off x="5099434" y="3197529"/>
              <a:ext cx="6975" cy="3550"/>
            </a:xfrm>
            <a:custGeom>
              <a:avLst/>
              <a:gdLst/>
              <a:ahLst/>
              <a:cxnLst/>
              <a:rect l="l" t="t" r="r" b="b"/>
              <a:pathLst>
                <a:path w="112" h="57" extrusionOk="0">
                  <a:moveTo>
                    <a:pt x="0" y="56"/>
                  </a:moveTo>
                  <a:lnTo>
                    <a:pt x="0" y="56"/>
                  </a:lnTo>
                  <a:cubicBezTo>
                    <a:pt x="28" y="28"/>
                    <a:pt x="84" y="0"/>
                    <a:pt x="112" y="0"/>
                  </a:cubicBezTo>
                  <a:lnTo>
                    <a:pt x="112" y="0"/>
                  </a:lnTo>
                  <a:cubicBezTo>
                    <a:pt x="84" y="0"/>
                    <a:pt x="28" y="28"/>
                    <a:pt x="0" y="56"/>
                  </a:cubicBezTo>
                  <a:close/>
                </a:path>
              </a:pathLst>
            </a:custGeom>
            <a:solidFill>
              <a:srgbClr val="93A18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2283;p36">
              <a:extLst>
                <a:ext uri="{FF2B5EF4-FFF2-40B4-BE49-F238E27FC236}">
                  <a16:creationId xmlns:a16="http://schemas.microsoft.com/office/drawing/2014/main" id="{5CB6C9DC-0C34-3E4E-FE03-31E35D97E29E}"/>
                </a:ext>
              </a:extLst>
            </p:cNvPr>
            <p:cNvSpPr/>
            <p:nvPr/>
          </p:nvSpPr>
          <p:spPr>
            <a:xfrm>
              <a:off x="5049049" y="3201017"/>
              <a:ext cx="50447" cy="27839"/>
            </a:xfrm>
            <a:custGeom>
              <a:avLst/>
              <a:gdLst/>
              <a:ahLst/>
              <a:cxnLst/>
              <a:rect l="l" t="t" r="r" b="b"/>
              <a:pathLst>
                <a:path w="810" h="447" extrusionOk="0">
                  <a:moveTo>
                    <a:pt x="0" y="446"/>
                  </a:moveTo>
                  <a:cubicBezTo>
                    <a:pt x="251" y="279"/>
                    <a:pt x="530" y="140"/>
                    <a:pt x="809" y="0"/>
                  </a:cubicBezTo>
                  <a:lnTo>
                    <a:pt x="809" y="0"/>
                  </a:lnTo>
                  <a:cubicBezTo>
                    <a:pt x="530" y="140"/>
                    <a:pt x="251" y="279"/>
                    <a:pt x="0" y="446"/>
                  </a:cubicBezTo>
                  <a:close/>
                </a:path>
              </a:pathLst>
            </a:custGeom>
            <a:solidFill>
              <a:srgbClr val="839A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2284;p36">
              <a:extLst>
                <a:ext uri="{FF2B5EF4-FFF2-40B4-BE49-F238E27FC236}">
                  <a16:creationId xmlns:a16="http://schemas.microsoft.com/office/drawing/2014/main" id="{CF951491-7E3F-F54D-A3F2-BFAD93A9370D}"/>
                </a:ext>
              </a:extLst>
            </p:cNvPr>
            <p:cNvSpPr/>
            <p:nvPr/>
          </p:nvSpPr>
          <p:spPr>
            <a:xfrm>
              <a:off x="5106348" y="3152313"/>
              <a:ext cx="267679" cy="186030"/>
            </a:xfrm>
            <a:custGeom>
              <a:avLst/>
              <a:gdLst/>
              <a:ahLst/>
              <a:cxnLst/>
              <a:rect l="l" t="t" r="r" b="b"/>
              <a:pathLst>
                <a:path w="4298" h="2987" extrusionOk="0">
                  <a:moveTo>
                    <a:pt x="4297" y="2986"/>
                  </a:moveTo>
                  <a:cubicBezTo>
                    <a:pt x="3377" y="2121"/>
                    <a:pt x="3126" y="1"/>
                    <a:pt x="1591" y="1"/>
                  </a:cubicBezTo>
                  <a:cubicBezTo>
                    <a:pt x="1452" y="1"/>
                    <a:pt x="1312" y="1"/>
                    <a:pt x="1145" y="57"/>
                  </a:cubicBezTo>
                  <a:cubicBezTo>
                    <a:pt x="838" y="224"/>
                    <a:pt x="447" y="475"/>
                    <a:pt x="1" y="726"/>
                  </a:cubicBezTo>
                  <a:lnTo>
                    <a:pt x="1" y="726"/>
                  </a:lnTo>
                  <a:cubicBezTo>
                    <a:pt x="447" y="475"/>
                    <a:pt x="838" y="224"/>
                    <a:pt x="1145" y="57"/>
                  </a:cubicBezTo>
                  <a:cubicBezTo>
                    <a:pt x="1312" y="1"/>
                    <a:pt x="1452" y="1"/>
                    <a:pt x="1591" y="1"/>
                  </a:cubicBezTo>
                  <a:cubicBezTo>
                    <a:pt x="3126" y="1"/>
                    <a:pt x="3377" y="2121"/>
                    <a:pt x="4297" y="2986"/>
                  </a:cubicBezTo>
                  <a:lnTo>
                    <a:pt x="4297" y="2986"/>
                  </a:lnTo>
                  <a:close/>
                </a:path>
              </a:pathLst>
            </a:custGeom>
            <a:solidFill>
              <a:srgbClr val="421D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2285;p36">
              <a:extLst>
                <a:ext uri="{FF2B5EF4-FFF2-40B4-BE49-F238E27FC236}">
                  <a16:creationId xmlns:a16="http://schemas.microsoft.com/office/drawing/2014/main" id="{B23E54AB-D50F-70CA-E330-45D4BCA5A9F7}"/>
                </a:ext>
              </a:extLst>
            </p:cNvPr>
            <p:cNvSpPr/>
            <p:nvPr/>
          </p:nvSpPr>
          <p:spPr>
            <a:xfrm>
              <a:off x="5005578" y="3034166"/>
              <a:ext cx="484850" cy="375362"/>
            </a:xfrm>
            <a:custGeom>
              <a:avLst/>
              <a:gdLst/>
              <a:ahLst/>
              <a:cxnLst/>
              <a:rect l="l" t="t" r="r" b="b"/>
              <a:pathLst>
                <a:path w="7785" h="6027" extrusionOk="0">
                  <a:moveTo>
                    <a:pt x="4046" y="1"/>
                  </a:moveTo>
                  <a:cubicBezTo>
                    <a:pt x="3851" y="140"/>
                    <a:pt x="3628" y="308"/>
                    <a:pt x="3460" y="503"/>
                  </a:cubicBezTo>
                  <a:cubicBezTo>
                    <a:pt x="2316" y="1535"/>
                    <a:pt x="1228" y="2568"/>
                    <a:pt x="1" y="3460"/>
                  </a:cubicBezTo>
                  <a:cubicBezTo>
                    <a:pt x="224" y="3349"/>
                    <a:pt x="447" y="3237"/>
                    <a:pt x="698" y="3125"/>
                  </a:cubicBezTo>
                  <a:cubicBezTo>
                    <a:pt x="1005" y="2958"/>
                    <a:pt x="1312" y="2763"/>
                    <a:pt x="1619" y="2623"/>
                  </a:cubicBezTo>
                  <a:cubicBezTo>
                    <a:pt x="2065" y="2372"/>
                    <a:pt x="2456" y="2121"/>
                    <a:pt x="2763" y="1954"/>
                  </a:cubicBezTo>
                  <a:cubicBezTo>
                    <a:pt x="2930" y="1898"/>
                    <a:pt x="3070" y="1898"/>
                    <a:pt x="3209" y="1898"/>
                  </a:cubicBezTo>
                  <a:cubicBezTo>
                    <a:pt x="4744" y="1898"/>
                    <a:pt x="4995" y="4018"/>
                    <a:pt x="5915" y="4883"/>
                  </a:cubicBezTo>
                  <a:cubicBezTo>
                    <a:pt x="5943" y="4911"/>
                    <a:pt x="5971" y="4939"/>
                    <a:pt x="5999" y="4967"/>
                  </a:cubicBezTo>
                  <a:lnTo>
                    <a:pt x="6027" y="4967"/>
                  </a:lnTo>
                  <a:cubicBezTo>
                    <a:pt x="6083" y="5023"/>
                    <a:pt x="6139" y="5078"/>
                    <a:pt x="6194" y="5106"/>
                  </a:cubicBezTo>
                  <a:lnTo>
                    <a:pt x="6222" y="5106"/>
                  </a:lnTo>
                  <a:cubicBezTo>
                    <a:pt x="6222" y="5106"/>
                    <a:pt x="6222" y="5106"/>
                    <a:pt x="6222" y="5134"/>
                  </a:cubicBezTo>
                  <a:cubicBezTo>
                    <a:pt x="6697" y="5497"/>
                    <a:pt x="7255" y="5776"/>
                    <a:pt x="7785" y="6027"/>
                  </a:cubicBezTo>
                  <a:cubicBezTo>
                    <a:pt x="6948" y="5330"/>
                    <a:pt x="6278" y="4493"/>
                    <a:pt x="5636" y="3572"/>
                  </a:cubicBezTo>
                  <a:cubicBezTo>
                    <a:pt x="5302" y="3125"/>
                    <a:pt x="4967" y="2484"/>
                    <a:pt x="4939" y="1898"/>
                  </a:cubicBezTo>
                  <a:cubicBezTo>
                    <a:pt x="4939" y="1591"/>
                    <a:pt x="4967" y="1284"/>
                    <a:pt x="4967" y="977"/>
                  </a:cubicBezTo>
                  <a:cubicBezTo>
                    <a:pt x="5050" y="336"/>
                    <a:pt x="4772" y="1"/>
                    <a:pt x="4130" y="1"/>
                  </a:cubicBezTo>
                  <a:close/>
                </a:path>
              </a:pathLst>
            </a:custGeom>
            <a:solidFill>
              <a:srgbClr val="572C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2286;p36">
              <a:extLst>
                <a:ext uri="{FF2B5EF4-FFF2-40B4-BE49-F238E27FC236}">
                  <a16:creationId xmlns:a16="http://schemas.microsoft.com/office/drawing/2014/main" id="{E6F38966-3A9F-B0E9-88BC-431621890FFE}"/>
                </a:ext>
              </a:extLst>
            </p:cNvPr>
            <p:cNvSpPr/>
            <p:nvPr/>
          </p:nvSpPr>
          <p:spPr>
            <a:xfrm>
              <a:off x="5898681" y="3609329"/>
              <a:ext cx="1806" cy="3550"/>
            </a:xfrm>
            <a:custGeom>
              <a:avLst/>
              <a:gdLst/>
              <a:ahLst/>
              <a:cxnLst/>
              <a:rect l="l" t="t" r="r" b="b"/>
              <a:pathLst>
                <a:path w="29" h="57" extrusionOk="0">
                  <a:moveTo>
                    <a:pt x="1" y="0"/>
                  </a:moveTo>
                  <a:lnTo>
                    <a:pt x="29" y="56"/>
                  </a:lnTo>
                  <a:cubicBezTo>
                    <a:pt x="29" y="56"/>
                    <a:pt x="29" y="28"/>
                    <a:pt x="29" y="0"/>
                  </a:cubicBezTo>
                  <a:close/>
                </a:path>
              </a:pathLst>
            </a:custGeom>
            <a:solidFill>
              <a:srgbClr val="78730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2287;p36">
              <a:extLst>
                <a:ext uri="{FF2B5EF4-FFF2-40B4-BE49-F238E27FC236}">
                  <a16:creationId xmlns:a16="http://schemas.microsoft.com/office/drawing/2014/main" id="{B694B9F5-F147-D90C-03A6-6FED4290AFFA}"/>
                </a:ext>
              </a:extLst>
            </p:cNvPr>
            <p:cNvSpPr/>
            <p:nvPr/>
          </p:nvSpPr>
          <p:spPr>
            <a:xfrm>
              <a:off x="6098539" y="3892520"/>
              <a:ext cx="13951" cy="1806"/>
            </a:xfrm>
            <a:custGeom>
              <a:avLst/>
              <a:gdLst/>
              <a:ahLst/>
              <a:cxnLst/>
              <a:rect l="l" t="t" r="r" b="b"/>
              <a:pathLst>
                <a:path w="224" h="29" extrusionOk="0">
                  <a:moveTo>
                    <a:pt x="223" y="29"/>
                  </a:moveTo>
                  <a:lnTo>
                    <a:pt x="223" y="29"/>
                  </a:lnTo>
                  <a:lnTo>
                    <a:pt x="223" y="29"/>
                  </a:lnTo>
                  <a:close/>
                  <a:moveTo>
                    <a:pt x="223" y="29"/>
                  </a:moveTo>
                  <a:lnTo>
                    <a:pt x="223" y="29"/>
                  </a:lnTo>
                  <a:lnTo>
                    <a:pt x="223" y="29"/>
                  </a:lnTo>
                  <a:close/>
                  <a:moveTo>
                    <a:pt x="223" y="29"/>
                  </a:moveTo>
                  <a:cubicBezTo>
                    <a:pt x="140" y="29"/>
                    <a:pt x="56" y="29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56" y="29"/>
                    <a:pt x="140" y="29"/>
                    <a:pt x="223" y="29"/>
                  </a:cubicBezTo>
                  <a:close/>
                </a:path>
              </a:pathLst>
            </a:custGeom>
            <a:solidFill>
              <a:srgbClr val="B38E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2288;p36">
              <a:extLst>
                <a:ext uri="{FF2B5EF4-FFF2-40B4-BE49-F238E27FC236}">
                  <a16:creationId xmlns:a16="http://schemas.microsoft.com/office/drawing/2014/main" id="{337C09BD-3AF1-3EB9-16C2-75784AE70969}"/>
                </a:ext>
              </a:extLst>
            </p:cNvPr>
            <p:cNvSpPr/>
            <p:nvPr/>
          </p:nvSpPr>
          <p:spPr>
            <a:xfrm>
              <a:off x="6079419" y="3885607"/>
              <a:ext cx="19182" cy="6975"/>
            </a:xfrm>
            <a:custGeom>
              <a:avLst/>
              <a:gdLst/>
              <a:ahLst/>
              <a:cxnLst/>
              <a:rect l="l" t="t" r="r" b="b"/>
              <a:pathLst>
                <a:path w="308" h="112" extrusionOk="0">
                  <a:moveTo>
                    <a:pt x="0" y="0"/>
                  </a:moveTo>
                  <a:lnTo>
                    <a:pt x="0" y="0"/>
                  </a:lnTo>
                  <a:cubicBezTo>
                    <a:pt x="56" y="56"/>
                    <a:pt x="168" y="112"/>
                    <a:pt x="307" y="112"/>
                  </a:cubicBezTo>
                  <a:cubicBezTo>
                    <a:pt x="168" y="84"/>
                    <a:pt x="56" y="56"/>
                    <a:pt x="0" y="0"/>
                  </a:cubicBezTo>
                  <a:close/>
                </a:path>
              </a:pathLst>
            </a:custGeom>
            <a:solidFill>
              <a:srgbClr val="5A4D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2289;p36">
              <a:extLst>
                <a:ext uri="{FF2B5EF4-FFF2-40B4-BE49-F238E27FC236}">
                  <a16:creationId xmlns:a16="http://schemas.microsoft.com/office/drawing/2014/main" id="{AAB61A65-EF39-1630-66A1-3DA19991E23B}"/>
                </a:ext>
              </a:extLst>
            </p:cNvPr>
            <p:cNvSpPr/>
            <p:nvPr/>
          </p:nvSpPr>
          <p:spPr>
            <a:xfrm>
              <a:off x="5896937" y="3609329"/>
              <a:ext cx="219039" cy="406626"/>
            </a:xfrm>
            <a:custGeom>
              <a:avLst/>
              <a:gdLst/>
              <a:ahLst/>
              <a:cxnLst/>
              <a:rect l="l" t="t" r="r" b="b"/>
              <a:pathLst>
                <a:path w="3517" h="6529" extrusionOk="0">
                  <a:moveTo>
                    <a:pt x="57" y="0"/>
                  </a:moveTo>
                  <a:cubicBezTo>
                    <a:pt x="57" y="28"/>
                    <a:pt x="57" y="56"/>
                    <a:pt x="57" y="56"/>
                  </a:cubicBezTo>
                  <a:cubicBezTo>
                    <a:pt x="364" y="1479"/>
                    <a:pt x="1" y="4855"/>
                    <a:pt x="838" y="5218"/>
                  </a:cubicBezTo>
                  <a:cubicBezTo>
                    <a:pt x="1591" y="5580"/>
                    <a:pt x="1452" y="6529"/>
                    <a:pt x="2289" y="6529"/>
                  </a:cubicBezTo>
                  <a:lnTo>
                    <a:pt x="2400" y="6529"/>
                  </a:lnTo>
                  <a:cubicBezTo>
                    <a:pt x="2484" y="6529"/>
                    <a:pt x="2540" y="6501"/>
                    <a:pt x="2624" y="6445"/>
                  </a:cubicBezTo>
                  <a:cubicBezTo>
                    <a:pt x="3126" y="6166"/>
                    <a:pt x="3488" y="5106"/>
                    <a:pt x="3516" y="4715"/>
                  </a:cubicBezTo>
                  <a:cubicBezTo>
                    <a:pt x="3516" y="4715"/>
                    <a:pt x="3516" y="4687"/>
                    <a:pt x="3516" y="4687"/>
                  </a:cubicBezTo>
                  <a:cubicBezTo>
                    <a:pt x="3516" y="4604"/>
                    <a:pt x="3488" y="4576"/>
                    <a:pt x="3460" y="4576"/>
                  </a:cubicBezTo>
                  <a:cubicBezTo>
                    <a:pt x="3209" y="4576"/>
                    <a:pt x="3042" y="4520"/>
                    <a:pt x="2930" y="4436"/>
                  </a:cubicBezTo>
                  <a:cubicBezTo>
                    <a:pt x="2847" y="4827"/>
                    <a:pt x="2679" y="5134"/>
                    <a:pt x="2345" y="5190"/>
                  </a:cubicBezTo>
                  <a:cubicBezTo>
                    <a:pt x="2289" y="5218"/>
                    <a:pt x="2205" y="5218"/>
                    <a:pt x="2149" y="5218"/>
                  </a:cubicBezTo>
                  <a:cubicBezTo>
                    <a:pt x="1340" y="5218"/>
                    <a:pt x="922" y="4464"/>
                    <a:pt x="754" y="3711"/>
                  </a:cubicBezTo>
                  <a:cubicBezTo>
                    <a:pt x="447" y="2483"/>
                    <a:pt x="643" y="1312"/>
                    <a:pt x="85" y="84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572C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2290;p36">
              <a:extLst>
                <a:ext uri="{FF2B5EF4-FFF2-40B4-BE49-F238E27FC236}">
                  <a16:creationId xmlns:a16="http://schemas.microsoft.com/office/drawing/2014/main" id="{76F33140-08FC-5757-78D8-EA38580A44D6}"/>
                </a:ext>
              </a:extLst>
            </p:cNvPr>
            <p:cNvSpPr/>
            <p:nvPr/>
          </p:nvSpPr>
          <p:spPr>
            <a:xfrm>
              <a:off x="5340958" y="2660793"/>
              <a:ext cx="236353" cy="441192"/>
            </a:xfrm>
            <a:custGeom>
              <a:avLst/>
              <a:gdLst/>
              <a:ahLst/>
              <a:cxnLst/>
              <a:rect l="l" t="t" r="r" b="b"/>
              <a:pathLst>
                <a:path w="3795" h="7084" extrusionOk="0">
                  <a:moveTo>
                    <a:pt x="1748" y="1"/>
                  </a:moveTo>
                  <a:cubicBezTo>
                    <a:pt x="897" y="1"/>
                    <a:pt x="701" y="1714"/>
                    <a:pt x="447" y="2453"/>
                  </a:cubicBezTo>
                  <a:cubicBezTo>
                    <a:pt x="112" y="3541"/>
                    <a:pt x="0" y="4768"/>
                    <a:pt x="0" y="7084"/>
                  </a:cubicBezTo>
                  <a:cubicBezTo>
                    <a:pt x="196" y="5773"/>
                    <a:pt x="1228" y="4210"/>
                    <a:pt x="2176" y="3262"/>
                  </a:cubicBezTo>
                  <a:cubicBezTo>
                    <a:pt x="2985" y="2481"/>
                    <a:pt x="3795" y="1281"/>
                    <a:pt x="2372" y="249"/>
                  </a:cubicBezTo>
                  <a:cubicBezTo>
                    <a:pt x="2131" y="75"/>
                    <a:pt x="1925" y="1"/>
                    <a:pt x="1748" y="1"/>
                  </a:cubicBezTo>
                  <a:close/>
                </a:path>
              </a:pathLst>
            </a:custGeom>
            <a:solidFill>
              <a:srgbClr val="995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2291;p36">
              <a:extLst>
                <a:ext uri="{FF2B5EF4-FFF2-40B4-BE49-F238E27FC236}">
                  <a16:creationId xmlns:a16="http://schemas.microsoft.com/office/drawing/2014/main" id="{CEC0075D-279A-49B0-0E31-E8F1F84AE1DF}"/>
                </a:ext>
              </a:extLst>
            </p:cNvPr>
            <p:cNvSpPr/>
            <p:nvPr/>
          </p:nvSpPr>
          <p:spPr>
            <a:xfrm>
              <a:off x="4265373" y="2604990"/>
              <a:ext cx="1126022" cy="441441"/>
            </a:xfrm>
            <a:custGeom>
              <a:avLst/>
              <a:gdLst/>
              <a:ahLst/>
              <a:cxnLst/>
              <a:rect l="l" t="t" r="r" b="b"/>
              <a:pathLst>
                <a:path w="18080" h="7088" extrusionOk="0">
                  <a:moveTo>
                    <a:pt x="16099" y="782"/>
                  </a:moveTo>
                  <a:cubicBezTo>
                    <a:pt x="16294" y="782"/>
                    <a:pt x="16489" y="810"/>
                    <a:pt x="16629" y="893"/>
                  </a:cubicBezTo>
                  <a:cubicBezTo>
                    <a:pt x="16740" y="2177"/>
                    <a:pt x="15429" y="3321"/>
                    <a:pt x="14452" y="3600"/>
                  </a:cubicBezTo>
                  <a:cubicBezTo>
                    <a:pt x="13392" y="3934"/>
                    <a:pt x="11886" y="4437"/>
                    <a:pt x="10826" y="4548"/>
                  </a:cubicBezTo>
                  <a:lnTo>
                    <a:pt x="10714" y="4548"/>
                  </a:lnTo>
                  <a:cubicBezTo>
                    <a:pt x="10128" y="4548"/>
                    <a:pt x="9626" y="4213"/>
                    <a:pt x="9124" y="4186"/>
                  </a:cubicBezTo>
                  <a:lnTo>
                    <a:pt x="8956" y="4186"/>
                  </a:lnTo>
                  <a:cubicBezTo>
                    <a:pt x="8649" y="4186"/>
                    <a:pt x="8370" y="4241"/>
                    <a:pt x="8091" y="4297"/>
                  </a:cubicBezTo>
                  <a:cubicBezTo>
                    <a:pt x="7840" y="4353"/>
                    <a:pt x="7561" y="4437"/>
                    <a:pt x="7255" y="4437"/>
                  </a:cubicBezTo>
                  <a:cubicBezTo>
                    <a:pt x="7199" y="4437"/>
                    <a:pt x="7143" y="4409"/>
                    <a:pt x="7059" y="4409"/>
                  </a:cubicBezTo>
                  <a:cubicBezTo>
                    <a:pt x="6166" y="4325"/>
                    <a:pt x="4214" y="3349"/>
                    <a:pt x="4214" y="2902"/>
                  </a:cubicBezTo>
                  <a:cubicBezTo>
                    <a:pt x="4214" y="2316"/>
                    <a:pt x="7422" y="2902"/>
                    <a:pt x="10547" y="2065"/>
                  </a:cubicBezTo>
                  <a:cubicBezTo>
                    <a:pt x="11607" y="1786"/>
                    <a:pt x="12723" y="1954"/>
                    <a:pt x="13699" y="1563"/>
                  </a:cubicBezTo>
                  <a:cubicBezTo>
                    <a:pt x="14369" y="1312"/>
                    <a:pt x="15345" y="782"/>
                    <a:pt x="16099" y="782"/>
                  </a:cubicBezTo>
                  <a:close/>
                  <a:moveTo>
                    <a:pt x="16433" y="1"/>
                  </a:moveTo>
                  <a:cubicBezTo>
                    <a:pt x="15345" y="1"/>
                    <a:pt x="13727" y="838"/>
                    <a:pt x="12751" y="1033"/>
                  </a:cubicBezTo>
                  <a:cubicBezTo>
                    <a:pt x="12109" y="1172"/>
                    <a:pt x="11411" y="1172"/>
                    <a:pt x="10714" y="1172"/>
                  </a:cubicBezTo>
                  <a:lnTo>
                    <a:pt x="10575" y="1172"/>
                  </a:lnTo>
                  <a:cubicBezTo>
                    <a:pt x="9570" y="1172"/>
                    <a:pt x="8566" y="1172"/>
                    <a:pt x="7701" y="1563"/>
                  </a:cubicBezTo>
                  <a:cubicBezTo>
                    <a:pt x="6892" y="1926"/>
                    <a:pt x="6139" y="2149"/>
                    <a:pt x="5413" y="2149"/>
                  </a:cubicBezTo>
                  <a:cubicBezTo>
                    <a:pt x="4688" y="2149"/>
                    <a:pt x="3962" y="1926"/>
                    <a:pt x="3181" y="1507"/>
                  </a:cubicBezTo>
                  <a:cubicBezTo>
                    <a:pt x="2456" y="1089"/>
                    <a:pt x="1954" y="949"/>
                    <a:pt x="1591" y="949"/>
                  </a:cubicBezTo>
                  <a:cubicBezTo>
                    <a:pt x="1089" y="949"/>
                    <a:pt x="949" y="1256"/>
                    <a:pt x="949" y="1256"/>
                  </a:cubicBezTo>
                  <a:cubicBezTo>
                    <a:pt x="1" y="1842"/>
                    <a:pt x="2902" y="3125"/>
                    <a:pt x="3516" y="3544"/>
                  </a:cubicBezTo>
                  <a:cubicBezTo>
                    <a:pt x="4437" y="4158"/>
                    <a:pt x="6083" y="6752"/>
                    <a:pt x="7282" y="7003"/>
                  </a:cubicBezTo>
                  <a:cubicBezTo>
                    <a:pt x="7534" y="7059"/>
                    <a:pt x="7840" y="7087"/>
                    <a:pt x="8147" y="7087"/>
                  </a:cubicBezTo>
                  <a:cubicBezTo>
                    <a:pt x="10714" y="7087"/>
                    <a:pt x="14955" y="5469"/>
                    <a:pt x="15624" y="4520"/>
                  </a:cubicBezTo>
                  <a:cubicBezTo>
                    <a:pt x="16099" y="3823"/>
                    <a:pt x="18079" y="475"/>
                    <a:pt x="17019" y="112"/>
                  </a:cubicBezTo>
                  <a:cubicBezTo>
                    <a:pt x="16852" y="29"/>
                    <a:pt x="16657" y="1"/>
                    <a:pt x="16433" y="1"/>
                  </a:cubicBezTo>
                  <a:close/>
                </a:path>
              </a:pathLst>
            </a:custGeom>
            <a:solidFill>
              <a:srgbClr val="854B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2292;p36">
              <a:extLst>
                <a:ext uri="{FF2B5EF4-FFF2-40B4-BE49-F238E27FC236}">
                  <a16:creationId xmlns:a16="http://schemas.microsoft.com/office/drawing/2014/main" id="{B139FA92-FCA7-AD02-DC54-40E7094FAD9B}"/>
                </a:ext>
              </a:extLst>
            </p:cNvPr>
            <p:cNvSpPr/>
            <p:nvPr/>
          </p:nvSpPr>
          <p:spPr>
            <a:xfrm>
              <a:off x="4527761" y="2653631"/>
              <a:ext cx="780244" cy="234671"/>
            </a:xfrm>
            <a:custGeom>
              <a:avLst/>
              <a:gdLst/>
              <a:ahLst/>
              <a:cxnLst/>
              <a:rect l="l" t="t" r="r" b="b"/>
              <a:pathLst>
                <a:path w="12528" h="3768" extrusionOk="0">
                  <a:moveTo>
                    <a:pt x="11886" y="1"/>
                  </a:moveTo>
                  <a:cubicBezTo>
                    <a:pt x="11132" y="1"/>
                    <a:pt x="10156" y="531"/>
                    <a:pt x="9486" y="782"/>
                  </a:cubicBezTo>
                  <a:cubicBezTo>
                    <a:pt x="8510" y="1173"/>
                    <a:pt x="7394" y="1005"/>
                    <a:pt x="6334" y="1284"/>
                  </a:cubicBezTo>
                  <a:cubicBezTo>
                    <a:pt x="3209" y="2121"/>
                    <a:pt x="1" y="1535"/>
                    <a:pt x="1" y="2121"/>
                  </a:cubicBezTo>
                  <a:cubicBezTo>
                    <a:pt x="1" y="2568"/>
                    <a:pt x="1953" y="3544"/>
                    <a:pt x="2846" y="3628"/>
                  </a:cubicBezTo>
                  <a:cubicBezTo>
                    <a:pt x="2930" y="3628"/>
                    <a:pt x="2986" y="3656"/>
                    <a:pt x="3042" y="3656"/>
                  </a:cubicBezTo>
                  <a:cubicBezTo>
                    <a:pt x="3348" y="3656"/>
                    <a:pt x="3627" y="3572"/>
                    <a:pt x="3878" y="3516"/>
                  </a:cubicBezTo>
                  <a:cubicBezTo>
                    <a:pt x="4157" y="3460"/>
                    <a:pt x="4436" y="3405"/>
                    <a:pt x="4743" y="3405"/>
                  </a:cubicBezTo>
                  <a:lnTo>
                    <a:pt x="4911" y="3405"/>
                  </a:lnTo>
                  <a:cubicBezTo>
                    <a:pt x="5413" y="3432"/>
                    <a:pt x="5915" y="3767"/>
                    <a:pt x="6501" y="3767"/>
                  </a:cubicBezTo>
                  <a:lnTo>
                    <a:pt x="6613" y="3767"/>
                  </a:lnTo>
                  <a:cubicBezTo>
                    <a:pt x="7673" y="3656"/>
                    <a:pt x="9179" y="3153"/>
                    <a:pt x="10239" y="2819"/>
                  </a:cubicBezTo>
                  <a:cubicBezTo>
                    <a:pt x="11216" y="2540"/>
                    <a:pt x="12527" y="1396"/>
                    <a:pt x="12416" y="112"/>
                  </a:cubicBezTo>
                  <a:cubicBezTo>
                    <a:pt x="12276" y="29"/>
                    <a:pt x="12081" y="1"/>
                    <a:pt x="11886" y="1"/>
                  </a:cubicBezTo>
                  <a:close/>
                </a:path>
              </a:pathLst>
            </a:custGeom>
            <a:solidFill>
              <a:srgbClr val="945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2293;p36">
              <a:extLst>
                <a:ext uri="{FF2B5EF4-FFF2-40B4-BE49-F238E27FC236}">
                  <a16:creationId xmlns:a16="http://schemas.microsoft.com/office/drawing/2014/main" id="{8983174A-EF23-C707-B8AD-9B964F066280}"/>
                </a:ext>
              </a:extLst>
            </p:cNvPr>
            <p:cNvSpPr/>
            <p:nvPr/>
          </p:nvSpPr>
          <p:spPr>
            <a:xfrm>
              <a:off x="4056484" y="2722327"/>
              <a:ext cx="198549" cy="433531"/>
            </a:xfrm>
            <a:custGeom>
              <a:avLst/>
              <a:gdLst/>
              <a:ahLst/>
              <a:cxnLst/>
              <a:rect l="l" t="t" r="r" b="b"/>
              <a:pathLst>
                <a:path w="3188" h="6961" extrusionOk="0">
                  <a:moveTo>
                    <a:pt x="2988" y="0"/>
                  </a:moveTo>
                  <a:cubicBezTo>
                    <a:pt x="1794" y="0"/>
                    <a:pt x="0" y="6723"/>
                    <a:pt x="2797" y="6961"/>
                  </a:cubicBezTo>
                  <a:cubicBezTo>
                    <a:pt x="2295" y="6235"/>
                    <a:pt x="2183" y="4478"/>
                    <a:pt x="2295" y="3222"/>
                  </a:cubicBezTo>
                  <a:cubicBezTo>
                    <a:pt x="2350" y="2497"/>
                    <a:pt x="3076" y="293"/>
                    <a:pt x="3187" y="70"/>
                  </a:cubicBezTo>
                  <a:cubicBezTo>
                    <a:pt x="3124" y="23"/>
                    <a:pt x="3057" y="0"/>
                    <a:pt x="2988" y="0"/>
                  </a:cubicBezTo>
                  <a:close/>
                </a:path>
              </a:pathLst>
            </a:custGeom>
            <a:solidFill>
              <a:srgbClr val="995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2294;p36">
              <a:extLst>
                <a:ext uri="{FF2B5EF4-FFF2-40B4-BE49-F238E27FC236}">
                  <a16:creationId xmlns:a16="http://schemas.microsoft.com/office/drawing/2014/main" id="{E7B25CD0-F5BE-0E2A-9C76-0D12F0C7C681}"/>
                </a:ext>
              </a:extLst>
            </p:cNvPr>
            <p:cNvSpPr/>
            <p:nvPr/>
          </p:nvSpPr>
          <p:spPr>
            <a:xfrm>
              <a:off x="3733684" y="3027253"/>
              <a:ext cx="752405" cy="1109643"/>
            </a:xfrm>
            <a:custGeom>
              <a:avLst/>
              <a:gdLst/>
              <a:ahLst/>
              <a:cxnLst/>
              <a:rect l="l" t="t" r="r" b="b"/>
              <a:pathLst>
                <a:path w="12081" h="17817" extrusionOk="0">
                  <a:moveTo>
                    <a:pt x="9663" y="0"/>
                  </a:moveTo>
                  <a:cubicBezTo>
                    <a:pt x="9297" y="0"/>
                    <a:pt x="8938" y="107"/>
                    <a:pt x="8649" y="363"/>
                  </a:cubicBezTo>
                  <a:cubicBezTo>
                    <a:pt x="8231" y="893"/>
                    <a:pt x="7645" y="1339"/>
                    <a:pt x="7282" y="1897"/>
                  </a:cubicBezTo>
                  <a:cubicBezTo>
                    <a:pt x="6892" y="2595"/>
                    <a:pt x="6696" y="3348"/>
                    <a:pt x="6529" y="4073"/>
                  </a:cubicBezTo>
                  <a:cubicBezTo>
                    <a:pt x="6166" y="5692"/>
                    <a:pt x="5887" y="6863"/>
                    <a:pt x="5190" y="8370"/>
                  </a:cubicBezTo>
                  <a:cubicBezTo>
                    <a:pt x="4883" y="9067"/>
                    <a:pt x="4325" y="9012"/>
                    <a:pt x="3795" y="10965"/>
                  </a:cubicBezTo>
                  <a:cubicBezTo>
                    <a:pt x="3572" y="11774"/>
                    <a:pt x="3209" y="12555"/>
                    <a:pt x="2818" y="13336"/>
                  </a:cubicBezTo>
                  <a:cubicBezTo>
                    <a:pt x="2456" y="14061"/>
                    <a:pt x="1898" y="14619"/>
                    <a:pt x="1535" y="15317"/>
                  </a:cubicBezTo>
                  <a:cubicBezTo>
                    <a:pt x="1312" y="15707"/>
                    <a:pt x="1200" y="15986"/>
                    <a:pt x="838" y="16293"/>
                  </a:cubicBezTo>
                  <a:cubicBezTo>
                    <a:pt x="559" y="16516"/>
                    <a:pt x="1" y="16684"/>
                    <a:pt x="308" y="17130"/>
                  </a:cubicBezTo>
                  <a:cubicBezTo>
                    <a:pt x="475" y="17326"/>
                    <a:pt x="1061" y="17381"/>
                    <a:pt x="1312" y="17521"/>
                  </a:cubicBezTo>
                  <a:cubicBezTo>
                    <a:pt x="1484" y="17616"/>
                    <a:pt x="1774" y="17817"/>
                    <a:pt x="2002" y="17817"/>
                  </a:cubicBezTo>
                  <a:cubicBezTo>
                    <a:pt x="2107" y="17817"/>
                    <a:pt x="2199" y="17774"/>
                    <a:pt x="2260" y="17660"/>
                  </a:cubicBezTo>
                  <a:cubicBezTo>
                    <a:pt x="2456" y="17326"/>
                    <a:pt x="2037" y="16991"/>
                    <a:pt x="2316" y="16572"/>
                  </a:cubicBezTo>
                  <a:cubicBezTo>
                    <a:pt x="2484" y="16293"/>
                    <a:pt x="2818" y="16070"/>
                    <a:pt x="3070" y="15847"/>
                  </a:cubicBezTo>
                  <a:cubicBezTo>
                    <a:pt x="4158" y="14703"/>
                    <a:pt x="4297" y="12973"/>
                    <a:pt x="5329" y="11857"/>
                  </a:cubicBezTo>
                  <a:cubicBezTo>
                    <a:pt x="5915" y="11244"/>
                    <a:pt x="6362" y="11188"/>
                    <a:pt x="6585" y="10323"/>
                  </a:cubicBezTo>
                  <a:cubicBezTo>
                    <a:pt x="6808" y="9542"/>
                    <a:pt x="7338" y="8788"/>
                    <a:pt x="7840" y="8063"/>
                  </a:cubicBezTo>
                  <a:cubicBezTo>
                    <a:pt x="8733" y="6780"/>
                    <a:pt x="10212" y="5636"/>
                    <a:pt x="11077" y="4352"/>
                  </a:cubicBezTo>
                  <a:cubicBezTo>
                    <a:pt x="12081" y="2846"/>
                    <a:pt x="11523" y="1786"/>
                    <a:pt x="11495" y="1256"/>
                  </a:cubicBezTo>
                  <a:cubicBezTo>
                    <a:pt x="11436" y="607"/>
                    <a:pt x="10533" y="0"/>
                    <a:pt x="9663" y="0"/>
                  </a:cubicBezTo>
                  <a:close/>
                </a:path>
              </a:pathLst>
            </a:custGeom>
            <a:solidFill>
              <a:srgbClr val="7C45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2295;p36">
              <a:extLst>
                <a:ext uri="{FF2B5EF4-FFF2-40B4-BE49-F238E27FC236}">
                  <a16:creationId xmlns:a16="http://schemas.microsoft.com/office/drawing/2014/main" id="{B4C0934C-FF82-E2AC-31DF-8EAFD2FDA047}"/>
                </a:ext>
              </a:extLst>
            </p:cNvPr>
            <p:cNvSpPr/>
            <p:nvPr/>
          </p:nvSpPr>
          <p:spPr>
            <a:xfrm>
              <a:off x="3976952" y="3009877"/>
              <a:ext cx="338865" cy="677669"/>
            </a:xfrm>
            <a:custGeom>
              <a:avLst/>
              <a:gdLst/>
              <a:ahLst/>
              <a:cxnLst/>
              <a:rect l="l" t="t" r="r" b="b"/>
              <a:pathLst>
                <a:path w="5441" h="10881" extrusionOk="0">
                  <a:moveTo>
                    <a:pt x="5441" y="0"/>
                  </a:moveTo>
                  <a:lnTo>
                    <a:pt x="5441" y="0"/>
                  </a:lnTo>
                  <a:cubicBezTo>
                    <a:pt x="4967" y="558"/>
                    <a:pt x="4464" y="1060"/>
                    <a:pt x="3934" y="1507"/>
                  </a:cubicBezTo>
                  <a:cubicBezTo>
                    <a:pt x="3711" y="1730"/>
                    <a:pt x="3544" y="1953"/>
                    <a:pt x="3376" y="2176"/>
                  </a:cubicBezTo>
                  <a:cubicBezTo>
                    <a:pt x="2986" y="2874"/>
                    <a:pt x="2790" y="3627"/>
                    <a:pt x="2623" y="4352"/>
                  </a:cubicBezTo>
                  <a:cubicBezTo>
                    <a:pt x="2260" y="5971"/>
                    <a:pt x="1981" y="7142"/>
                    <a:pt x="1284" y="8649"/>
                  </a:cubicBezTo>
                  <a:cubicBezTo>
                    <a:pt x="977" y="9291"/>
                    <a:pt x="503" y="9291"/>
                    <a:pt x="1" y="10881"/>
                  </a:cubicBezTo>
                  <a:cubicBezTo>
                    <a:pt x="307" y="10797"/>
                    <a:pt x="726" y="10267"/>
                    <a:pt x="893" y="10100"/>
                  </a:cubicBezTo>
                  <a:cubicBezTo>
                    <a:pt x="1172" y="9765"/>
                    <a:pt x="1479" y="9374"/>
                    <a:pt x="1647" y="8956"/>
                  </a:cubicBezTo>
                  <a:cubicBezTo>
                    <a:pt x="2232" y="7505"/>
                    <a:pt x="2763" y="5971"/>
                    <a:pt x="3348" y="4492"/>
                  </a:cubicBezTo>
                  <a:cubicBezTo>
                    <a:pt x="3460" y="4297"/>
                    <a:pt x="3599" y="3990"/>
                    <a:pt x="3767" y="3655"/>
                  </a:cubicBezTo>
                  <a:cubicBezTo>
                    <a:pt x="3906" y="3237"/>
                    <a:pt x="4018" y="2846"/>
                    <a:pt x="4185" y="2455"/>
                  </a:cubicBezTo>
                  <a:cubicBezTo>
                    <a:pt x="4520" y="1618"/>
                    <a:pt x="4967" y="809"/>
                    <a:pt x="5441" y="0"/>
                  </a:cubicBezTo>
                  <a:close/>
                </a:path>
              </a:pathLst>
            </a:custGeom>
            <a:solidFill>
              <a:srgbClr val="995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2296;p36">
              <a:extLst>
                <a:ext uri="{FF2B5EF4-FFF2-40B4-BE49-F238E27FC236}">
                  <a16:creationId xmlns:a16="http://schemas.microsoft.com/office/drawing/2014/main" id="{3EC82673-C689-4B70-C649-E45C10BB29A6}"/>
                </a:ext>
              </a:extLst>
            </p:cNvPr>
            <p:cNvSpPr/>
            <p:nvPr/>
          </p:nvSpPr>
          <p:spPr>
            <a:xfrm>
              <a:off x="3747572" y="4078490"/>
              <a:ext cx="1806" cy="10463"/>
            </a:xfrm>
            <a:custGeom>
              <a:avLst/>
              <a:gdLst/>
              <a:ahLst/>
              <a:cxnLst/>
              <a:rect l="l" t="t" r="r" b="b"/>
              <a:pathLst>
                <a:path w="29" h="168" extrusionOk="0">
                  <a:moveTo>
                    <a:pt x="29" y="168"/>
                  </a:moveTo>
                  <a:cubicBezTo>
                    <a:pt x="1" y="112"/>
                    <a:pt x="1" y="56"/>
                    <a:pt x="1" y="0"/>
                  </a:cubicBezTo>
                  <a:cubicBezTo>
                    <a:pt x="1" y="56"/>
                    <a:pt x="1" y="112"/>
                    <a:pt x="29" y="168"/>
                  </a:cubicBezTo>
                  <a:lnTo>
                    <a:pt x="29" y="168"/>
                  </a:lnTo>
                  <a:close/>
                </a:path>
              </a:pathLst>
            </a:custGeom>
            <a:solidFill>
              <a:srgbClr val="B98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2297;p36">
              <a:extLst>
                <a:ext uri="{FF2B5EF4-FFF2-40B4-BE49-F238E27FC236}">
                  <a16:creationId xmlns:a16="http://schemas.microsoft.com/office/drawing/2014/main" id="{468E1F31-6722-8A16-7600-F174AA4F3F6F}"/>
                </a:ext>
              </a:extLst>
            </p:cNvPr>
            <p:cNvSpPr/>
            <p:nvPr/>
          </p:nvSpPr>
          <p:spPr>
            <a:xfrm>
              <a:off x="3749316" y="4088891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5238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2298;p36">
              <a:extLst>
                <a:ext uri="{FF2B5EF4-FFF2-40B4-BE49-F238E27FC236}">
                  <a16:creationId xmlns:a16="http://schemas.microsoft.com/office/drawing/2014/main" id="{5433D30D-EA37-9574-6DF3-DE7AA8FB7BB3}"/>
                </a:ext>
              </a:extLst>
            </p:cNvPr>
            <p:cNvSpPr/>
            <p:nvPr/>
          </p:nvSpPr>
          <p:spPr>
            <a:xfrm>
              <a:off x="3749316" y="4088891"/>
              <a:ext cx="107807" cy="48703"/>
            </a:xfrm>
            <a:custGeom>
              <a:avLst/>
              <a:gdLst/>
              <a:ahLst/>
              <a:cxnLst/>
              <a:rect l="l" t="t" r="r" b="b"/>
              <a:pathLst>
                <a:path w="1731" h="782" extrusionOk="0">
                  <a:moveTo>
                    <a:pt x="1730" y="782"/>
                  </a:moveTo>
                  <a:cubicBezTo>
                    <a:pt x="1507" y="754"/>
                    <a:pt x="1228" y="559"/>
                    <a:pt x="1061" y="475"/>
                  </a:cubicBezTo>
                  <a:cubicBezTo>
                    <a:pt x="810" y="335"/>
                    <a:pt x="224" y="280"/>
                    <a:pt x="57" y="84"/>
                  </a:cubicBezTo>
                  <a:cubicBezTo>
                    <a:pt x="57" y="56"/>
                    <a:pt x="29" y="28"/>
                    <a:pt x="1" y="1"/>
                  </a:cubicBezTo>
                  <a:lnTo>
                    <a:pt x="1" y="1"/>
                  </a:lnTo>
                  <a:cubicBezTo>
                    <a:pt x="29" y="28"/>
                    <a:pt x="57" y="56"/>
                    <a:pt x="57" y="84"/>
                  </a:cubicBezTo>
                  <a:cubicBezTo>
                    <a:pt x="224" y="280"/>
                    <a:pt x="810" y="335"/>
                    <a:pt x="1061" y="475"/>
                  </a:cubicBezTo>
                  <a:cubicBezTo>
                    <a:pt x="1228" y="559"/>
                    <a:pt x="1507" y="754"/>
                    <a:pt x="1730" y="782"/>
                  </a:cubicBezTo>
                  <a:lnTo>
                    <a:pt x="1730" y="782"/>
                  </a:lnTo>
                  <a:close/>
                </a:path>
              </a:pathLst>
            </a:custGeom>
            <a:solidFill>
              <a:srgbClr val="4F2D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2299;p36">
              <a:extLst>
                <a:ext uri="{FF2B5EF4-FFF2-40B4-BE49-F238E27FC236}">
                  <a16:creationId xmlns:a16="http://schemas.microsoft.com/office/drawing/2014/main" id="{E73AA7A2-3C49-3EF0-0EE6-606CB855960D}"/>
                </a:ext>
              </a:extLst>
            </p:cNvPr>
            <p:cNvSpPr/>
            <p:nvPr/>
          </p:nvSpPr>
          <p:spPr>
            <a:xfrm>
              <a:off x="3747572" y="4078490"/>
              <a:ext cx="62" cy="6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98C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2300;p36">
              <a:extLst>
                <a:ext uri="{FF2B5EF4-FFF2-40B4-BE49-F238E27FC236}">
                  <a16:creationId xmlns:a16="http://schemas.microsoft.com/office/drawing/2014/main" id="{F700FF47-FE70-AA29-F537-EBB73828F6F8}"/>
                </a:ext>
              </a:extLst>
            </p:cNvPr>
            <p:cNvSpPr/>
            <p:nvPr/>
          </p:nvSpPr>
          <p:spPr>
            <a:xfrm>
              <a:off x="4447855" y="3098502"/>
              <a:ext cx="1806" cy="6975"/>
            </a:xfrm>
            <a:custGeom>
              <a:avLst/>
              <a:gdLst/>
              <a:ahLst/>
              <a:cxnLst/>
              <a:rect l="l" t="t" r="r" b="b"/>
              <a:pathLst>
                <a:path w="29" h="112" extrusionOk="0">
                  <a:moveTo>
                    <a:pt x="28" y="112"/>
                  </a:moveTo>
                  <a:cubicBezTo>
                    <a:pt x="28" y="84"/>
                    <a:pt x="28" y="28"/>
                    <a:pt x="0" y="0"/>
                  </a:cubicBezTo>
                  <a:cubicBezTo>
                    <a:pt x="28" y="28"/>
                    <a:pt x="28" y="84"/>
                    <a:pt x="28" y="112"/>
                  </a:cubicBezTo>
                  <a:close/>
                </a:path>
              </a:pathLst>
            </a:custGeom>
            <a:solidFill>
              <a:srgbClr val="6736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2301;p36">
              <a:extLst>
                <a:ext uri="{FF2B5EF4-FFF2-40B4-BE49-F238E27FC236}">
                  <a16:creationId xmlns:a16="http://schemas.microsoft.com/office/drawing/2014/main" id="{92588C24-9C03-50BB-11CB-1E40FA184AA3}"/>
                </a:ext>
              </a:extLst>
            </p:cNvPr>
            <p:cNvSpPr/>
            <p:nvPr/>
          </p:nvSpPr>
          <p:spPr>
            <a:xfrm>
              <a:off x="3747572" y="3095015"/>
              <a:ext cx="714227" cy="1042567"/>
            </a:xfrm>
            <a:custGeom>
              <a:avLst/>
              <a:gdLst/>
              <a:ahLst/>
              <a:cxnLst/>
              <a:rect l="l" t="t" r="r" b="b"/>
              <a:pathLst>
                <a:path w="11468" h="16740" extrusionOk="0">
                  <a:moveTo>
                    <a:pt x="11244" y="0"/>
                  </a:moveTo>
                  <a:cubicBezTo>
                    <a:pt x="10881" y="1591"/>
                    <a:pt x="9933" y="2762"/>
                    <a:pt x="8984" y="4185"/>
                  </a:cubicBezTo>
                  <a:cubicBezTo>
                    <a:pt x="8203" y="5357"/>
                    <a:pt x="7450" y="6529"/>
                    <a:pt x="6613" y="7645"/>
                  </a:cubicBezTo>
                  <a:cubicBezTo>
                    <a:pt x="6111" y="8286"/>
                    <a:pt x="5357" y="9542"/>
                    <a:pt x="4465" y="9709"/>
                  </a:cubicBezTo>
                  <a:cubicBezTo>
                    <a:pt x="4214" y="9765"/>
                    <a:pt x="3516" y="12304"/>
                    <a:pt x="3349" y="12750"/>
                  </a:cubicBezTo>
                  <a:cubicBezTo>
                    <a:pt x="2902" y="13782"/>
                    <a:pt x="2010" y="14536"/>
                    <a:pt x="1703" y="15624"/>
                  </a:cubicBezTo>
                  <a:cubicBezTo>
                    <a:pt x="1675" y="15735"/>
                    <a:pt x="1591" y="15791"/>
                    <a:pt x="1479" y="15791"/>
                  </a:cubicBezTo>
                  <a:lnTo>
                    <a:pt x="1424" y="15791"/>
                  </a:lnTo>
                  <a:cubicBezTo>
                    <a:pt x="1033" y="15707"/>
                    <a:pt x="726" y="15540"/>
                    <a:pt x="503" y="15289"/>
                  </a:cubicBezTo>
                  <a:cubicBezTo>
                    <a:pt x="280" y="15428"/>
                    <a:pt x="1" y="15568"/>
                    <a:pt x="1" y="15791"/>
                  </a:cubicBezTo>
                  <a:cubicBezTo>
                    <a:pt x="1" y="15847"/>
                    <a:pt x="1" y="15903"/>
                    <a:pt x="29" y="15959"/>
                  </a:cubicBezTo>
                  <a:cubicBezTo>
                    <a:pt x="57" y="15986"/>
                    <a:pt x="85" y="16014"/>
                    <a:pt x="85" y="16042"/>
                  </a:cubicBezTo>
                  <a:cubicBezTo>
                    <a:pt x="252" y="16238"/>
                    <a:pt x="838" y="16293"/>
                    <a:pt x="1089" y="16433"/>
                  </a:cubicBezTo>
                  <a:cubicBezTo>
                    <a:pt x="1256" y="16517"/>
                    <a:pt x="1535" y="16712"/>
                    <a:pt x="1758" y="16740"/>
                  </a:cubicBezTo>
                  <a:lnTo>
                    <a:pt x="1786" y="16740"/>
                  </a:lnTo>
                  <a:cubicBezTo>
                    <a:pt x="1842" y="16740"/>
                    <a:pt x="1870" y="16712"/>
                    <a:pt x="1898" y="16712"/>
                  </a:cubicBezTo>
                  <a:cubicBezTo>
                    <a:pt x="1954" y="16684"/>
                    <a:pt x="2010" y="16656"/>
                    <a:pt x="2037" y="16572"/>
                  </a:cubicBezTo>
                  <a:cubicBezTo>
                    <a:pt x="2093" y="16517"/>
                    <a:pt x="2093" y="16433"/>
                    <a:pt x="2093" y="16377"/>
                  </a:cubicBezTo>
                  <a:cubicBezTo>
                    <a:pt x="2093" y="16210"/>
                    <a:pt x="1982" y="16014"/>
                    <a:pt x="1982" y="15791"/>
                  </a:cubicBezTo>
                  <a:cubicBezTo>
                    <a:pt x="1982" y="15707"/>
                    <a:pt x="2010" y="15596"/>
                    <a:pt x="2093" y="15484"/>
                  </a:cubicBezTo>
                  <a:cubicBezTo>
                    <a:pt x="2261" y="15205"/>
                    <a:pt x="2595" y="14982"/>
                    <a:pt x="2847" y="14759"/>
                  </a:cubicBezTo>
                  <a:cubicBezTo>
                    <a:pt x="3935" y="13615"/>
                    <a:pt x="4074" y="11885"/>
                    <a:pt x="5106" y="10769"/>
                  </a:cubicBezTo>
                  <a:cubicBezTo>
                    <a:pt x="5692" y="10156"/>
                    <a:pt x="6139" y="10100"/>
                    <a:pt x="6362" y="9235"/>
                  </a:cubicBezTo>
                  <a:cubicBezTo>
                    <a:pt x="6446" y="8956"/>
                    <a:pt x="6557" y="8705"/>
                    <a:pt x="6669" y="8454"/>
                  </a:cubicBezTo>
                  <a:cubicBezTo>
                    <a:pt x="6920" y="7952"/>
                    <a:pt x="7282" y="7449"/>
                    <a:pt x="7617" y="6975"/>
                  </a:cubicBezTo>
                  <a:cubicBezTo>
                    <a:pt x="8175" y="6138"/>
                    <a:pt x="9012" y="5357"/>
                    <a:pt x="9766" y="4576"/>
                  </a:cubicBezTo>
                  <a:cubicBezTo>
                    <a:pt x="10156" y="4157"/>
                    <a:pt x="10547" y="3711"/>
                    <a:pt x="10854" y="3264"/>
                  </a:cubicBezTo>
                  <a:cubicBezTo>
                    <a:pt x="11077" y="2930"/>
                    <a:pt x="11216" y="2595"/>
                    <a:pt x="11328" y="2316"/>
                  </a:cubicBezTo>
                  <a:cubicBezTo>
                    <a:pt x="11412" y="1981"/>
                    <a:pt x="11467" y="1702"/>
                    <a:pt x="11467" y="1423"/>
                  </a:cubicBezTo>
                  <a:cubicBezTo>
                    <a:pt x="11467" y="865"/>
                    <a:pt x="11300" y="447"/>
                    <a:pt x="11272" y="168"/>
                  </a:cubicBezTo>
                  <a:cubicBezTo>
                    <a:pt x="11272" y="140"/>
                    <a:pt x="11272" y="84"/>
                    <a:pt x="11244" y="56"/>
                  </a:cubicBezTo>
                  <a:cubicBezTo>
                    <a:pt x="11244" y="28"/>
                    <a:pt x="11244" y="28"/>
                    <a:pt x="11244" y="0"/>
                  </a:cubicBezTo>
                  <a:close/>
                </a:path>
              </a:pathLst>
            </a:custGeom>
            <a:solidFill>
              <a:srgbClr val="6736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2302;p36">
              <a:extLst>
                <a:ext uri="{FF2B5EF4-FFF2-40B4-BE49-F238E27FC236}">
                  <a16:creationId xmlns:a16="http://schemas.microsoft.com/office/drawing/2014/main" id="{F49DAA2A-F1B6-B6A3-038D-AFE35C66C626}"/>
                </a:ext>
              </a:extLst>
            </p:cNvPr>
            <p:cNvSpPr/>
            <p:nvPr/>
          </p:nvSpPr>
          <p:spPr>
            <a:xfrm>
              <a:off x="5742294" y="3360829"/>
              <a:ext cx="276336" cy="427490"/>
            </a:xfrm>
            <a:custGeom>
              <a:avLst/>
              <a:gdLst/>
              <a:ahLst/>
              <a:cxnLst/>
              <a:rect l="l" t="t" r="r" b="b"/>
              <a:pathLst>
                <a:path w="4437" h="6864" extrusionOk="0">
                  <a:moveTo>
                    <a:pt x="1" y="1"/>
                  </a:moveTo>
                  <a:lnTo>
                    <a:pt x="1" y="1"/>
                  </a:lnTo>
                  <a:cubicBezTo>
                    <a:pt x="1061" y="949"/>
                    <a:pt x="2791" y="949"/>
                    <a:pt x="3154" y="2121"/>
                  </a:cubicBezTo>
                  <a:cubicBezTo>
                    <a:pt x="3572" y="3572"/>
                    <a:pt x="3656" y="5525"/>
                    <a:pt x="4437" y="6864"/>
                  </a:cubicBezTo>
                  <a:cubicBezTo>
                    <a:pt x="4409" y="5943"/>
                    <a:pt x="4046" y="4967"/>
                    <a:pt x="3879" y="4074"/>
                  </a:cubicBezTo>
                  <a:cubicBezTo>
                    <a:pt x="3684" y="2986"/>
                    <a:pt x="3488" y="2121"/>
                    <a:pt x="3488" y="977"/>
                  </a:cubicBezTo>
                  <a:cubicBezTo>
                    <a:pt x="3460" y="977"/>
                    <a:pt x="3433" y="949"/>
                    <a:pt x="3405" y="949"/>
                  </a:cubicBezTo>
                  <a:cubicBezTo>
                    <a:pt x="2791" y="838"/>
                    <a:pt x="1814" y="615"/>
                    <a:pt x="922" y="280"/>
                  </a:cubicBezTo>
                  <a:cubicBezTo>
                    <a:pt x="726" y="224"/>
                    <a:pt x="559" y="196"/>
                    <a:pt x="392" y="140"/>
                  </a:cubicBezTo>
                  <a:cubicBezTo>
                    <a:pt x="252" y="85"/>
                    <a:pt x="140" y="57"/>
                    <a:pt x="1" y="1"/>
                  </a:cubicBezTo>
                  <a:close/>
                </a:path>
              </a:pathLst>
            </a:custGeom>
            <a:solidFill>
              <a:srgbClr val="6435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2303;p36">
              <a:extLst>
                <a:ext uri="{FF2B5EF4-FFF2-40B4-BE49-F238E27FC236}">
                  <a16:creationId xmlns:a16="http://schemas.microsoft.com/office/drawing/2014/main" id="{6C895CDF-AA10-E13E-4115-9FA33A5CC2D1}"/>
                </a:ext>
              </a:extLst>
            </p:cNvPr>
            <p:cNvSpPr/>
            <p:nvPr/>
          </p:nvSpPr>
          <p:spPr>
            <a:xfrm>
              <a:off x="5726662" y="3345196"/>
              <a:ext cx="232927" cy="76542"/>
            </a:xfrm>
            <a:custGeom>
              <a:avLst/>
              <a:gdLst/>
              <a:ahLst/>
              <a:cxnLst/>
              <a:rect l="l" t="t" r="r" b="b"/>
              <a:pathLst>
                <a:path w="3740" h="1229" extrusionOk="0">
                  <a:moveTo>
                    <a:pt x="1" y="1"/>
                  </a:moveTo>
                  <a:lnTo>
                    <a:pt x="1" y="1"/>
                  </a:lnTo>
                  <a:cubicBezTo>
                    <a:pt x="85" y="84"/>
                    <a:pt x="168" y="168"/>
                    <a:pt x="252" y="252"/>
                  </a:cubicBezTo>
                  <a:cubicBezTo>
                    <a:pt x="391" y="308"/>
                    <a:pt x="503" y="336"/>
                    <a:pt x="643" y="391"/>
                  </a:cubicBezTo>
                  <a:cubicBezTo>
                    <a:pt x="810" y="447"/>
                    <a:pt x="977" y="475"/>
                    <a:pt x="1173" y="531"/>
                  </a:cubicBezTo>
                  <a:cubicBezTo>
                    <a:pt x="754" y="363"/>
                    <a:pt x="364" y="196"/>
                    <a:pt x="1" y="1"/>
                  </a:cubicBezTo>
                  <a:close/>
                  <a:moveTo>
                    <a:pt x="3656" y="1200"/>
                  </a:moveTo>
                  <a:cubicBezTo>
                    <a:pt x="3684" y="1200"/>
                    <a:pt x="3711" y="1228"/>
                    <a:pt x="3739" y="1228"/>
                  </a:cubicBezTo>
                  <a:cubicBezTo>
                    <a:pt x="3739" y="1228"/>
                    <a:pt x="3739" y="1228"/>
                    <a:pt x="3739" y="1200"/>
                  </a:cubicBezTo>
                  <a:close/>
                </a:path>
              </a:pathLst>
            </a:custGeom>
            <a:solidFill>
              <a:srgbClr val="582C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2304;p36">
              <a:extLst>
                <a:ext uri="{FF2B5EF4-FFF2-40B4-BE49-F238E27FC236}">
                  <a16:creationId xmlns:a16="http://schemas.microsoft.com/office/drawing/2014/main" id="{675B90E5-BFC9-C96C-9B76-D8DC6BCF2CAC}"/>
                </a:ext>
              </a:extLst>
            </p:cNvPr>
            <p:cNvSpPr/>
            <p:nvPr/>
          </p:nvSpPr>
          <p:spPr>
            <a:xfrm>
              <a:off x="5738869" y="2921251"/>
              <a:ext cx="62" cy="5294"/>
            </a:xfrm>
            <a:custGeom>
              <a:avLst/>
              <a:gdLst/>
              <a:ahLst/>
              <a:cxnLst/>
              <a:rect l="l" t="t" r="r" b="b"/>
              <a:pathLst>
                <a:path w="1" h="85" extrusionOk="0">
                  <a:moveTo>
                    <a:pt x="0" y="84"/>
                  </a:moveTo>
                  <a:lnTo>
                    <a:pt x="0" y="0"/>
                  </a:lnTo>
                  <a:lnTo>
                    <a:pt x="0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5429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2305;p36">
              <a:extLst>
                <a:ext uri="{FF2B5EF4-FFF2-40B4-BE49-F238E27FC236}">
                  <a16:creationId xmlns:a16="http://schemas.microsoft.com/office/drawing/2014/main" id="{FD904998-8A61-8BA1-0F1E-D8B39022C4DE}"/>
                </a:ext>
              </a:extLst>
            </p:cNvPr>
            <p:cNvSpPr/>
            <p:nvPr/>
          </p:nvSpPr>
          <p:spPr>
            <a:xfrm>
              <a:off x="5512977" y="2929908"/>
              <a:ext cx="222464" cy="397969"/>
            </a:xfrm>
            <a:custGeom>
              <a:avLst/>
              <a:gdLst/>
              <a:ahLst/>
              <a:cxnLst/>
              <a:rect l="l" t="t" r="r" b="b"/>
              <a:pathLst>
                <a:path w="3572" h="6390" extrusionOk="0">
                  <a:moveTo>
                    <a:pt x="3571" y="1"/>
                  </a:moveTo>
                  <a:cubicBezTo>
                    <a:pt x="3320" y="280"/>
                    <a:pt x="2455" y="1452"/>
                    <a:pt x="2009" y="1870"/>
                  </a:cubicBezTo>
                  <a:cubicBezTo>
                    <a:pt x="1479" y="2400"/>
                    <a:pt x="809" y="2651"/>
                    <a:pt x="530" y="3321"/>
                  </a:cubicBezTo>
                  <a:cubicBezTo>
                    <a:pt x="0" y="4493"/>
                    <a:pt x="1200" y="5804"/>
                    <a:pt x="2400" y="6390"/>
                  </a:cubicBezTo>
                  <a:cubicBezTo>
                    <a:pt x="2232" y="6306"/>
                    <a:pt x="2093" y="6222"/>
                    <a:pt x="1925" y="6111"/>
                  </a:cubicBezTo>
                  <a:cubicBezTo>
                    <a:pt x="837" y="5330"/>
                    <a:pt x="586" y="4214"/>
                    <a:pt x="1730" y="3237"/>
                  </a:cubicBezTo>
                  <a:cubicBezTo>
                    <a:pt x="2372" y="2707"/>
                    <a:pt x="2902" y="2233"/>
                    <a:pt x="3209" y="1424"/>
                  </a:cubicBezTo>
                  <a:cubicBezTo>
                    <a:pt x="3376" y="949"/>
                    <a:pt x="3488" y="475"/>
                    <a:pt x="3571" y="1"/>
                  </a:cubicBezTo>
                  <a:close/>
                </a:path>
              </a:pathLst>
            </a:custGeom>
            <a:solidFill>
              <a:srgbClr val="5E30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2306;p36">
              <a:extLst>
                <a:ext uri="{FF2B5EF4-FFF2-40B4-BE49-F238E27FC236}">
                  <a16:creationId xmlns:a16="http://schemas.microsoft.com/office/drawing/2014/main" id="{84593AF7-70BF-6326-BEAF-EE18CE510743}"/>
                </a:ext>
              </a:extLst>
            </p:cNvPr>
            <p:cNvSpPr/>
            <p:nvPr/>
          </p:nvSpPr>
          <p:spPr>
            <a:xfrm>
              <a:off x="5549474" y="2926483"/>
              <a:ext cx="189456" cy="420515"/>
            </a:xfrm>
            <a:custGeom>
              <a:avLst/>
              <a:gdLst/>
              <a:ahLst/>
              <a:cxnLst/>
              <a:rect l="l" t="t" r="r" b="b"/>
              <a:pathLst>
                <a:path w="3042" h="6752" extrusionOk="0">
                  <a:moveTo>
                    <a:pt x="3041" y="0"/>
                  </a:moveTo>
                  <a:cubicBezTo>
                    <a:pt x="3041" y="0"/>
                    <a:pt x="3013" y="0"/>
                    <a:pt x="2985" y="56"/>
                  </a:cubicBezTo>
                  <a:cubicBezTo>
                    <a:pt x="2902" y="530"/>
                    <a:pt x="2790" y="1004"/>
                    <a:pt x="2623" y="1479"/>
                  </a:cubicBezTo>
                  <a:cubicBezTo>
                    <a:pt x="2316" y="2288"/>
                    <a:pt x="1786" y="2762"/>
                    <a:pt x="1144" y="3292"/>
                  </a:cubicBezTo>
                  <a:cubicBezTo>
                    <a:pt x="0" y="4269"/>
                    <a:pt x="251" y="5385"/>
                    <a:pt x="1339" y="6166"/>
                  </a:cubicBezTo>
                  <a:cubicBezTo>
                    <a:pt x="1507" y="6277"/>
                    <a:pt x="1646" y="6361"/>
                    <a:pt x="1814" y="6445"/>
                  </a:cubicBezTo>
                  <a:cubicBezTo>
                    <a:pt x="2121" y="6612"/>
                    <a:pt x="2427" y="6696"/>
                    <a:pt x="2706" y="6752"/>
                  </a:cubicBezTo>
                  <a:cubicBezTo>
                    <a:pt x="1423" y="5747"/>
                    <a:pt x="1200" y="5022"/>
                    <a:pt x="1423" y="4045"/>
                  </a:cubicBezTo>
                  <a:cubicBezTo>
                    <a:pt x="1758" y="2734"/>
                    <a:pt x="3013" y="1953"/>
                    <a:pt x="3041" y="0"/>
                  </a:cubicBezTo>
                  <a:close/>
                </a:path>
              </a:pathLst>
            </a:custGeom>
            <a:solidFill>
              <a:srgbClr val="5429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2307;p36">
              <a:extLst>
                <a:ext uri="{FF2B5EF4-FFF2-40B4-BE49-F238E27FC236}">
                  <a16:creationId xmlns:a16="http://schemas.microsoft.com/office/drawing/2014/main" id="{47A09BC3-C7E8-C5B0-D52E-BA7C11B1BA8F}"/>
                </a:ext>
              </a:extLst>
            </p:cNvPr>
            <p:cNvSpPr/>
            <p:nvPr/>
          </p:nvSpPr>
          <p:spPr>
            <a:xfrm>
              <a:off x="6472098" y="2779189"/>
              <a:ext cx="615140" cy="320804"/>
            </a:xfrm>
            <a:custGeom>
              <a:avLst/>
              <a:gdLst/>
              <a:ahLst/>
              <a:cxnLst/>
              <a:rect l="l" t="t" r="r" b="b"/>
              <a:pathLst>
                <a:path w="9877" h="5151" extrusionOk="0">
                  <a:moveTo>
                    <a:pt x="8315" y="0"/>
                  </a:moveTo>
                  <a:cubicBezTo>
                    <a:pt x="7757" y="0"/>
                    <a:pt x="7107" y="491"/>
                    <a:pt x="6613" y="1137"/>
                  </a:cubicBezTo>
                  <a:cubicBezTo>
                    <a:pt x="5999" y="1947"/>
                    <a:pt x="5329" y="3090"/>
                    <a:pt x="4492" y="3397"/>
                  </a:cubicBezTo>
                  <a:cubicBezTo>
                    <a:pt x="4337" y="3455"/>
                    <a:pt x="3959" y="3478"/>
                    <a:pt x="3488" y="3478"/>
                  </a:cubicBezTo>
                  <a:cubicBezTo>
                    <a:pt x="2350" y="3478"/>
                    <a:pt x="666" y="3340"/>
                    <a:pt x="252" y="3202"/>
                  </a:cubicBezTo>
                  <a:cubicBezTo>
                    <a:pt x="196" y="3342"/>
                    <a:pt x="1" y="3900"/>
                    <a:pt x="84" y="4513"/>
                  </a:cubicBezTo>
                  <a:cubicBezTo>
                    <a:pt x="1091" y="4873"/>
                    <a:pt x="2614" y="5150"/>
                    <a:pt x="3889" y="5150"/>
                  </a:cubicBezTo>
                  <a:cubicBezTo>
                    <a:pt x="4098" y="5150"/>
                    <a:pt x="4300" y="5143"/>
                    <a:pt x="4492" y="5127"/>
                  </a:cubicBezTo>
                  <a:cubicBezTo>
                    <a:pt x="5831" y="5043"/>
                    <a:pt x="6557" y="4569"/>
                    <a:pt x="7533" y="3704"/>
                  </a:cubicBezTo>
                  <a:cubicBezTo>
                    <a:pt x="8538" y="2839"/>
                    <a:pt x="9877" y="1416"/>
                    <a:pt x="9012" y="356"/>
                  </a:cubicBezTo>
                  <a:cubicBezTo>
                    <a:pt x="8816" y="107"/>
                    <a:pt x="8576" y="0"/>
                    <a:pt x="8315" y="0"/>
                  </a:cubicBezTo>
                  <a:close/>
                </a:path>
              </a:pathLst>
            </a:custGeom>
            <a:solidFill>
              <a:srgbClr val="3698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2308;p36">
              <a:extLst>
                <a:ext uri="{FF2B5EF4-FFF2-40B4-BE49-F238E27FC236}">
                  <a16:creationId xmlns:a16="http://schemas.microsoft.com/office/drawing/2014/main" id="{61543B40-C88B-7753-F492-9E93AB39B1AB}"/>
                </a:ext>
              </a:extLst>
            </p:cNvPr>
            <p:cNvSpPr/>
            <p:nvPr/>
          </p:nvSpPr>
          <p:spPr>
            <a:xfrm>
              <a:off x="6485987" y="2816993"/>
              <a:ext cx="427490" cy="212063"/>
            </a:xfrm>
            <a:custGeom>
              <a:avLst/>
              <a:gdLst/>
              <a:ahLst/>
              <a:cxnLst/>
              <a:rect l="l" t="t" r="r" b="b"/>
              <a:pathLst>
                <a:path w="6864" h="3405" extrusionOk="0">
                  <a:moveTo>
                    <a:pt x="6864" y="0"/>
                  </a:moveTo>
                  <a:lnTo>
                    <a:pt x="6864" y="0"/>
                  </a:lnTo>
                  <a:cubicBezTo>
                    <a:pt x="6697" y="168"/>
                    <a:pt x="6529" y="335"/>
                    <a:pt x="6390" y="530"/>
                  </a:cubicBezTo>
                  <a:cubicBezTo>
                    <a:pt x="5776" y="1340"/>
                    <a:pt x="5106" y="2483"/>
                    <a:pt x="4269" y="2790"/>
                  </a:cubicBezTo>
                  <a:cubicBezTo>
                    <a:pt x="4114" y="2848"/>
                    <a:pt x="3736" y="2871"/>
                    <a:pt x="3265" y="2871"/>
                  </a:cubicBezTo>
                  <a:cubicBezTo>
                    <a:pt x="2127" y="2871"/>
                    <a:pt x="443" y="2733"/>
                    <a:pt x="29" y="2595"/>
                  </a:cubicBezTo>
                  <a:lnTo>
                    <a:pt x="1" y="2623"/>
                  </a:lnTo>
                  <a:lnTo>
                    <a:pt x="1" y="2651"/>
                  </a:lnTo>
                  <a:cubicBezTo>
                    <a:pt x="866" y="2930"/>
                    <a:pt x="1814" y="2930"/>
                    <a:pt x="2707" y="2958"/>
                  </a:cubicBezTo>
                  <a:cubicBezTo>
                    <a:pt x="4018" y="2986"/>
                    <a:pt x="3628" y="2958"/>
                    <a:pt x="3739" y="3348"/>
                  </a:cubicBezTo>
                  <a:cubicBezTo>
                    <a:pt x="3792" y="3348"/>
                    <a:pt x="3972" y="3095"/>
                    <a:pt x="4061" y="3095"/>
                  </a:cubicBezTo>
                  <a:cubicBezTo>
                    <a:pt x="4066" y="3095"/>
                    <a:pt x="4070" y="3096"/>
                    <a:pt x="4074" y="3097"/>
                  </a:cubicBezTo>
                  <a:cubicBezTo>
                    <a:pt x="4186" y="3097"/>
                    <a:pt x="4102" y="3376"/>
                    <a:pt x="4158" y="3404"/>
                  </a:cubicBezTo>
                  <a:cubicBezTo>
                    <a:pt x="4214" y="3293"/>
                    <a:pt x="4214" y="3041"/>
                    <a:pt x="4325" y="3014"/>
                  </a:cubicBezTo>
                  <a:cubicBezTo>
                    <a:pt x="4331" y="3013"/>
                    <a:pt x="4336" y="3012"/>
                    <a:pt x="4341" y="3012"/>
                  </a:cubicBezTo>
                  <a:cubicBezTo>
                    <a:pt x="4482" y="3012"/>
                    <a:pt x="4600" y="3311"/>
                    <a:pt x="4646" y="3311"/>
                  </a:cubicBezTo>
                  <a:cubicBezTo>
                    <a:pt x="4652" y="3311"/>
                    <a:pt x="4657" y="3306"/>
                    <a:pt x="4660" y="3293"/>
                  </a:cubicBezTo>
                  <a:cubicBezTo>
                    <a:pt x="4716" y="3069"/>
                    <a:pt x="4437" y="2958"/>
                    <a:pt x="4604" y="2874"/>
                  </a:cubicBezTo>
                  <a:cubicBezTo>
                    <a:pt x="4799" y="2790"/>
                    <a:pt x="5860" y="1786"/>
                    <a:pt x="5971" y="1619"/>
                  </a:cubicBezTo>
                  <a:cubicBezTo>
                    <a:pt x="6166" y="1312"/>
                    <a:pt x="6473" y="530"/>
                    <a:pt x="6864" y="0"/>
                  </a:cubicBezTo>
                  <a:close/>
                </a:path>
              </a:pathLst>
            </a:custGeom>
            <a:solidFill>
              <a:srgbClr val="68C3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2309;p36">
              <a:extLst>
                <a:ext uri="{FF2B5EF4-FFF2-40B4-BE49-F238E27FC236}">
                  <a16:creationId xmlns:a16="http://schemas.microsoft.com/office/drawing/2014/main" id="{EB3AA780-94CA-1DBC-1DF0-48B165A9DFC9}"/>
                </a:ext>
              </a:extLst>
            </p:cNvPr>
            <p:cNvSpPr/>
            <p:nvPr/>
          </p:nvSpPr>
          <p:spPr>
            <a:xfrm>
              <a:off x="6475586" y="2780497"/>
              <a:ext cx="611652" cy="319496"/>
            </a:xfrm>
            <a:custGeom>
              <a:avLst/>
              <a:gdLst/>
              <a:ahLst/>
              <a:cxnLst/>
              <a:rect l="l" t="t" r="r" b="b"/>
              <a:pathLst>
                <a:path w="9821" h="5130" extrusionOk="0">
                  <a:moveTo>
                    <a:pt x="8370" y="1"/>
                  </a:moveTo>
                  <a:cubicBezTo>
                    <a:pt x="9207" y="670"/>
                    <a:pt x="8454" y="1870"/>
                    <a:pt x="7924" y="2595"/>
                  </a:cubicBezTo>
                  <a:cubicBezTo>
                    <a:pt x="7617" y="3014"/>
                    <a:pt x="7198" y="3572"/>
                    <a:pt x="6752" y="3879"/>
                  </a:cubicBezTo>
                  <a:cubicBezTo>
                    <a:pt x="6529" y="4018"/>
                    <a:pt x="6361" y="4046"/>
                    <a:pt x="6082" y="4046"/>
                  </a:cubicBezTo>
                  <a:cubicBezTo>
                    <a:pt x="5524" y="4046"/>
                    <a:pt x="5664" y="4241"/>
                    <a:pt x="5301" y="4520"/>
                  </a:cubicBezTo>
                  <a:cubicBezTo>
                    <a:pt x="5050" y="4715"/>
                    <a:pt x="4743" y="4632"/>
                    <a:pt x="4464" y="4771"/>
                  </a:cubicBezTo>
                  <a:cubicBezTo>
                    <a:pt x="4376" y="4822"/>
                    <a:pt x="4270" y="4838"/>
                    <a:pt x="4160" y="4838"/>
                  </a:cubicBezTo>
                  <a:cubicBezTo>
                    <a:pt x="4028" y="4838"/>
                    <a:pt x="3889" y="4814"/>
                    <a:pt x="3767" y="4799"/>
                  </a:cubicBezTo>
                  <a:cubicBezTo>
                    <a:pt x="3279" y="4736"/>
                    <a:pt x="2953" y="4575"/>
                    <a:pt x="2494" y="4575"/>
                  </a:cubicBezTo>
                  <a:cubicBezTo>
                    <a:pt x="2349" y="4575"/>
                    <a:pt x="2190" y="4592"/>
                    <a:pt x="2009" y="4632"/>
                  </a:cubicBezTo>
                  <a:cubicBezTo>
                    <a:pt x="1955" y="4642"/>
                    <a:pt x="1891" y="4647"/>
                    <a:pt x="1821" y="4647"/>
                  </a:cubicBezTo>
                  <a:cubicBezTo>
                    <a:pt x="1321" y="4647"/>
                    <a:pt x="490" y="4399"/>
                    <a:pt x="196" y="4130"/>
                  </a:cubicBezTo>
                  <a:cubicBezTo>
                    <a:pt x="112" y="4074"/>
                    <a:pt x="56" y="4018"/>
                    <a:pt x="28" y="3962"/>
                  </a:cubicBezTo>
                  <a:cubicBezTo>
                    <a:pt x="0" y="4130"/>
                    <a:pt x="0" y="4297"/>
                    <a:pt x="28" y="4492"/>
                  </a:cubicBezTo>
                  <a:cubicBezTo>
                    <a:pt x="1035" y="4852"/>
                    <a:pt x="2558" y="5129"/>
                    <a:pt x="3833" y="5129"/>
                  </a:cubicBezTo>
                  <a:cubicBezTo>
                    <a:pt x="4042" y="5129"/>
                    <a:pt x="4244" y="5122"/>
                    <a:pt x="4436" y="5106"/>
                  </a:cubicBezTo>
                  <a:cubicBezTo>
                    <a:pt x="5775" y="5022"/>
                    <a:pt x="6501" y="4548"/>
                    <a:pt x="7477" y="3683"/>
                  </a:cubicBezTo>
                  <a:cubicBezTo>
                    <a:pt x="8482" y="2818"/>
                    <a:pt x="9821" y="1395"/>
                    <a:pt x="8956" y="335"/>
                  </a:cubicBezTo>
                  <a:cubicBezTo>
                    <a:pt x="8789" y="112"/>
                    <a:pt x="8593" y="28"/>
                    <a:pt x="8370" y="1"/>
                  </a:cubicBezTo>
                  <a:close/>
                </a:path>
              </a:pathLst>
            </a:custGeom>
            <a:solidFill>
              <a:srgbClr val="0F7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2310;p36">
              <a:extLst>
                <a:ext uri="{FF2B5EF4-FFF2-40B4-BE49-F238E27FC236}">
                  <a16:creationId xmlns:a16="http://schemas.microsoft.com/office/drawing/2014/main" id="{F35FDEB2-FF61-C370-9D24-37FCC8EB839D}"/>
                </a:ext>
              </a:extLst>
            </p:cNvPr>
            <p:cNvSpPr/>
            <p:nvPr/>
          </p:nvSpPr>
          <p:spPr>
            <a:xfrm>
              <a:off x="6143693" y="3366559"/>
              <a:ext cx="185968" cy="251487"/>
            </a:xfrm>
            <a:custGeom>
              <a:avLst/>
              <a:gdLst/>
              <a:ahLst/>
              <a:cxnLst/>
              <a:rect l="l" t="t" r="r" b="b"/>
              <a:pathLst>
                <a:path w="2986" h="4038" extrusionOk="0">
                  <a:moveTo>
                    <a:pt x="375" y="0"/>
                  </a:moveTo>
                  <a:cubicBezTo>
                    <a:pt x="240" y="0"/>
                    <a:pt x="113" y="70"/>
                    <a:pt x="1" y="244"/>
                  </a:cubicBezTo>
                  <a:cubicBezTo>
                    <a:pt x="1675" y="606"/>
                    <a:pt x="1228" y="2755"/>
                    <a:pt x="1340" y="4038"/>
                  </a:cubicBezTo>
                  <a:cubicBezTo>
                    <a:pt x="1870" y="3954"/>
                    <a:pt x="2846" y="3285"/>
                    <a:pt x="2930" y="2699"/>
                  </a:cubicBezTo>
                  <a:cubicBezTo>
                    <a:pt x="2986" y="2141"/>
                    <a:pt x="2539" y="1471"/>
                    <a:pt x="2037" y="1192"/>
                  </a:cubicBezTo>
                  <a:cubicBezTo>
                    <a:pt x="2019" y="1264"/>
                    <a:pt x="1987" y="1295"/>
                    <a:pt x="1945" y="1295"/>
                  </a:cubicBezTo>
                  <a:cubicBezTo>
                    <a:pt x="1673" y="1295"/>
                    <a:pt x="954" y="0"/>
                    <a:pt x="375" y="0"/>
                  </a:cubicBezTo>
                  <a:close/>
                </a:path>
              </a:pathLst>
            </a:custGeom>
            <a:solidFill>
              <a:srgbClr val="3B3D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2311;p36">
              <a:extLst>
                <a:ext uri="{FF2B5EF4-FFF2-40B4-BE49-F238E27FC236}">
                  <a16:creationId xmlns:a16="http://schemas.microsoft.com/office/drawing/2014/main" id="{00D7A8E8-133C-51AE-C365-CB3CE8E86719}"/>
                </a:ext>
              </a:extLst>
            </p:cNvPr>
            <p:cNvSpPr/>
            <p:nvPr/>
          </p:nvSpPr>
          <p:spPr>
            <a:xfrm>
              <a:off x="6157581" y="3546799"/>
              <a:ext cx="83455" cy="72992"/>
            </a:xfrm>
            <a:custGeom>
              <a:avLst/>
              <a:gdLst/>
              <a:ahLst/>
              <a:cxnLst/>
              <a:rect l="l" t="t" r="r" b="b"/>
              <a:pathLst>
                <a:path w="1340" h="1172" extrusionOk="0">
                  <a:moveTo>
                    <a:pt x="252" y="0"/>
                  </a:moveTo>
                  <a:cubicBezTo>
                    <a:pt x="168" y="0"/>
                    <a:pt x="112" y="0"/>
                    <a:pt x="85" y="56"/>
                  </a:cubicBezTo>
                  <a:cubicBezTo>
                    <a:pt x="1" y="223"/>
                    <a:pt x="112" y="502"/>
                    <a:pt x="196" y="725"/>
                  </a:cubicBezTo>
                  <a:cubicBezTo>
                    <a:pt x="252" y="949"/>
                    <a:pt x="419" y="1144"/>
                    <a:pt x="698" y="1172"/>
                  </a:cubicBezTo>
                  <a:lnTo>
                    <a:pt x="1005" y="1172"/>
                  </a:lnTo>
                  <a:lnTo>
                    <a:pt x="1033" y="1116"/>
                  </a:lnTo>
                  <a:cubicBezTo>
                    <a:pt x="1312" y="809"/>
                    <a:pt x="1340" y="251"/>
                    <a:pt x="922" y="84"/>
                  </a:cubicBezTo>
                  <a:cubicBezTo>
                    <a:pt x="698" y="0"/>
                    <a:pt x="475" y="0"/>
                    <a:pt x="252" y="0"/>
                  </a:cubicBezTo>
                  <a:close/>
                </a:path>
              </a:pathLst>
            </a:custGeom>
            <a:solidFill>
              <a:srgbClr val="120E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2312;p36">
              <a:extLst>
                <a:ext uri="{FF2B5EF4-FFF2-40B4-BE49-F238E27FC236}">
                  <a16:creationId xmlns:a16="http://schemas.microsoft.com/office/drawing/2014/main" id="{1E62358F-05A2-B890-4574-E63AD519BB07}"/>
                </a:ext>
              </a:extLst>
            </p:cNvPr>
            <p:cNvSpPr/>
            <p:nvPr/>
          </p:nvSpPr>
          <p:spPr>
            <a:xfrm>
              <a:off x="6105452" y="3376960"/>
              <a:ext cx="140815" cy="242830"/>
            </a:xfrm>
            <a:custGeom>
              <a:avLst/>
              <a:gdLst/>
              <a:ahLst/>
              <a:cxnLst/>
              <a:rect l="l" t="t" r="r" b="b"/>
              <a:pathLst>
                <a:path w="2261" h="3899" extrusionOk="0">
                  <a:moveTo>
                    <a:pt x="762" y="0"/>
                  </a:moveTo>
                  <a:cubicBezTo>
                    <a:pt x="701" y="0"/>
                    <a:pt x="643" y="15"/>
                    <a:pt x="587" y="49"/>
                  </a:cubicBezTo>
                  <a:cubicBezTo>
                    <a:pt x="1" y="411"/>
                    <a:pt x="419" y="1053"/>
                    <a:pt x="615" y="1527"/>
                  </a:cubicBezTo>
                  <a:cubicBezTo>
                    <a:pt x="782" y="1862"/>
                    <a:pt x="1173" y="2002"/>
                    <a:pt x="1173" y="2643"/>
                  </a:cubicBezTo>
                  <a:cubicBezTo>
                    <a:pt x="1173" y="2755"/>
                    <a:pt x="977" y="2699"/>
                    <a:pt x="922" y="2783"/>
                  </a:cubicBezTo>
                  <a:cubicBezTo>
                    <a:pt x="1201" y="2839"/>
                    <a:pt x="1731" y="2839"/>
                    <a:pt x="1898" y="2978"/>
                  </a:cubicBezTo>
                  <a:cubicBezTo>
                    <a:pt x="2010" y="3090"/>
                    <a:pt x="1926" y="3620"/>
                    <a:pt x="1759" y="3843"/>
                  </a:cubicBezTo>
                  <a:lnTo>
                    <a:pt x="1703" y="3899"/>
                  </a:lnTo>
                  <a:cubicBezTo>
                    <a:pt x="1814" y="3899"/>
                    <a:pt x="1842" y="3899"/>
                    <a:pt x="1954" y="3871"/>
                  </a:cubicBezTo>
                  <a:cubicBezTo>
                    <a:pt x="2261" y="3787"/>
                    <a:pt x="2177" y="1555"/>
                    <a:pt x="1870" y="1025"/>
                  </a:cubicBezTo>
                  <a:cubicBezTo>
                    <a:pt x="1628" y="638"/>
                    <a:pt x="1156" y="0"/>
                    <a:pt x="762" y="0"/>
                  </a:cubicBezTo>
                  <a:close/>
                </a:path>
              </a:pathLst>
            </a:custGeom>
            <a:solidFill>
              <a:srgbClr val="120E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2313;p36">
              <a:extLst>
                <a:ext uri="{FF2B5EF4-FFF2-40B4-BE49-F238E27FC236}">
                  <a16:creationId xmlns:a16="http://schemas.microsoft.com/office/drawing/2014/main" id="{3DC58BDD-CA54-7D89-7F30-7A8F5ACB1E12}"/>
                </a:ext>
              </a:extLst>
            </p:cNvPr>
            <p:cNvSpPr/>
            <p:nvPr/>
          </p:nvSpPr>
          <p:spPr>
            <a:xfrm>
              <a:off x="6162813" y="3543312"/>
              <a:ext cx="76542" cy="76480"/>
            </a:xfrm>
            <a:custGeom>
              <a:avLst/>
              <a:gdLst/>
              <a:ahLst/>
              <a:cxnLst/>
              <a:rect l="l" t="t" r="r" b="b"/>
              <a:pathLst>
                <a:path w="1229" h="1228" extrusionOk="0">
                  <a:moveTo>
                    <a:pt x="252" y="0"/>
                  </a:moveTo>
                  <a:cubicBezTo>
                    <a:pt x="224" y="56"/>
                    <a:pt x="28" y="28"/>
                    <a:pt x="1" y="112"/>
                  </a:cubicBezTo>
                  <a:cubicBezTo>
                    <a:pt x="252" y="140"/>
                    <a:pt x="921" y="196"/>
                    <a:pt x="977" y="251"/>
                  </a:cubicBezTo>
                  <a:cubicBezTo>
                    <a:pt x="1061" y="335"/>
                    <a:pt x="1061" y="781"/>
                    <a:pt x="977" y="1005"/>
                  </a:cubicBezTo>
                  <a:cubicBezTo>
                    <a:pt x="921" y="1144"/>
                    <a:pt x="810" y="1200"/>
                    <a:pt x="782" y="1228"/>
                  </a:cubicBezTo>
                  <a:cubicBezTo>
                    <a:pt x="893" y="1228"/>
                    <a:pt x="977" y="1228"/>
                    <a:pt x="1061" y="1200"/>
                  </a:cubicBezTo>
                  <a:cubicBezTo>
                    <a:pt x="1200" y="949"/>
                    <a:pt x="1228" y="781"/>
                    <a:pt x="1228" y="475"/>
                  </a:cubicBezTo>
                  <a:cubicBezTo>
                    <a:pt x="1228" y="251"/>
                    <a:pt x="1228" y="56"/>
                    <a:pt x="1228" y="56"/>
                  </a:cubicBezTo>
                  <a:cubicBezTo>
                    <a:pt x="1061" y="56"/>
                    <a:pt x="363" y="0"/>
                    <a:pt x="252" y="0"/>
                  </a:cubicBezTo>
                  <a:close/>
                </a:path>
              </a:pathLst>
            </a:custGeom>
            <a:solidFill>
              <a:srgbClr val="332A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2314;p36">
              <a:extLst>
                <a:ext uri="{FF2B5EF4-FFF2-40B4-BE49-F238E27FC236}">
                  <a16:creationId xmlns:a16="http://schemas.microsoft.com/office/drawing/2014/main" id="{715C6ECC-72CD-CC36-7199-4ED2A7C4E152}"/>
                </a:ext>
              </a:extLst>
            </p:cNvPr>
            <p:cNvSpPr/>
            <p:nvPr/>
          </p:nvSpPr>
          <p:spPr>
            <a:xfrm>
              <a:off x="6162813" y="3543312"/>
              <a:ext cx="76542" cy="17438"/>
            </a:xfrm>
            <a:custGeom>
              <a:avLst/>
              <a:gdLst/>
              <a:ahLst/>
              <a:cxnLst/>
              <a:rect l="l" t="t" r="r" b="b"/>
              <a:pathLst>
                <a:path w="1229" h="280" extrusionOk="0">
                  <a:moveTo>
                    <a:pt x="252" y="0"/>
                  </a:moveTo>
                  <a:cubicBezTo>
                    <a:pt x="224" y="56"/>
                    <a:pt x="28" y="28"/>
                    <a:pt x="1" y="112"/>
                  </a:cubicBezTo>
                  <a:cubicBezTo>
                    <a:pt x="252" y="140"/>
                    <a:pt x="921" y="196"/>
                    <a:pt x="977" y="251"/>
                  </a:cubicBezTo>
                  <a:lnTo>
                    <a:pt x="977" y="279"/>
                  </a:lnTo>
                  <a:cubicBezTo>
                    <a:pt x="1033" y="223"/>
                    <a:pt x="1089" y="168"/>
                    <a:pt x="1144" y="112"/>
                  </a:cubicBezTo>
                  <a:lnTo>
                    <a:pt x="1228" y="56"/>
                  </a:lnTo>
                  <a:cubicBezTo>
                    <a:pt x="1061" y="56"/>
                    <a:pt x="363" y="0"/>
                    <a:pt x="252" y="0"/>
                  </a:cubicBezTo>
                  <a:close/>
                </a:path>
              </a:pathLst>
            </a:custGeom>
            <a:solidFill>
              <a:srgbClr val="4C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2315;p36">
              <a:extLst>
                <a:ext uri="{FF2B5EF4-FFF2-40B4-BE49-F238E27FC236}">
                  <a16:creationId xmlns:a16="http://schemas.microsoft.com/office/drawing/2014/main" id="{F5DD90B9-167E-5CBD-EE75-93C209BE8A09}"/>
                </a:ext>
              </a:extLst>
            </p:cNvPr>
            <p:cNvSpPr/>
            <p:nvPr/>
          </p:nvSpPr>
          <p:spPr>
            <a:xfrm>
              <a:off x="6680614" y="3449454"/>
              <a:ext cx="198113" cy="498738"/>
            </a:xfrm>
            <a:custGeom>
              <a:avLst/>
              <a:gdLst/>
              <a:ahLst/>
              <a:cxnLst/>
              <a:rect l="l" t="t" r="r" b="b"/>
              <a:pathLst>
                <a:path w="3181" h="8008" extrusionOk="0">
                  <a:moveTo>
                    <a:pt x="2595" y="1"/>
                  </a:moveTo>
                  <a:cubicBezTo>
                    <a:pt x="2456" y="29"/>
                    <a:pt x="2428" y="29"/>
                    <a:pt x="2260" y="112"/>
                  </a:cubicBezTo>
                  <a:cubicBezTo>
                    <a:pt x="2093" y="168"/>
                    <a:pt x="1926" y="252"/>
                    <a:pt x="1870" y="280"/>
                  </a:cubicBezTo>
                  <a:cubicBezTo>
                    <a:pt x="1926" y="308"/>
                    <a:pt x="1953" y="335"/>
                    <a:pt x="2009" y="335"/>
                  </a:cubicBezTo>
                  <a:cubicBezTo>
                    <a:pt x="2400" y="531"/>
                    <a:pt x="2595" y="642"/>
                    <a:pt x="2595" y="866"/>
                  </a:cubicBezTo>
                  <a:cubicBezTo>
                    <a:pt x="2567" y="1228"/>
                    <a:pt x="1451" y="4018"/>
                    <a:pt x="810" y="5692"/>
                  </a:cubicBezTo>
                  <a:cubicBezTo>
                    <a:pt x="475" y="6529"/>
                    <a:pt x="196" y="7254"/>
                    <a:pt x="56" y="7617"/>
                  </a:cubicBezTo>
                  <a:cubicBezTo>
                    <a:pt x="0" y="7785"/>
                    <a:pt x="84" y="7952"/>
                    <a:pt x="224" y="8008"/>
                  </a:cubicBezTo>
                  <a:lnTo>
                    <a:pt x="335" y="8008"/>
                  </a:lnTo>
                  <a:cubicBezTo>
                    <a:pt x="447" y="8008"/>
                    <a:pt x="558" y="7952"/>
                    <a:pt x="614" y="7812"/>
                  </a:cubicBezTo>
                  <a:cubicBezTo>
                    <a:pt x="726" y="7478"/>
                    <a:pt x="1033" y="6752"/>
                    <a:pt x="1340" y="5915"/>
                  </a:cubicBezTo>
                  <a:cubicBezTo>
                    <a:pt x="2567" y="2791"/>
                    <a:pt x="3153" y="1228"/>
                    <a:pt x="3181" y="866"/>
                  </a:cubicBezTo>
                  <a:cubicBezTo>
                    <a:pt x="3181" y="419"/>
                    <a:pt x="2902" y="168"/>
                    <a:pt x="2595" y="1"/>
                  </a:cubicBezTo>
                  <a:close/>
                </a:path>
              </a:pathLst>
            </a:custGeom>
            <a:solidFill>
              <a:srgbClr val="C7D5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2316;p36">
              <a:extLst>
                <a:ext uri="{FF2B5EF4-FFF2-40B4-BE49-F238E27FC236}">
                  <a16:creationId xmlns:a16="http://schemas.microsoft.com/office/drawing/2014/main" id="{CF52944F-5DA3-78AE-6776-BC606869E2B9}"/>
                </a:ext>
              </a:extLst>
            </p:cNvPr>
            <p:cNvSpPr/>
            <p:nvPr/>
          </p:nvSpPr>
          <p:spPr>
            <a:xfrm>
              <a:off x="4932647" y="2833934"/>
              <a:ext cx="1558619" cy="511319"/>
            </a:xfrm>
            <a:custGeom>
              <a:avLst/>
              <a:gdLst/>
              <a:ahLst/>
              <a:cxnLst/>
              <a:rect l="l" t="t" r="r" b="b"/>
              <a:pathLst>
                <a:path w="25026" h="8210" extrusionOk="0">
                  <a:moveTo>
                    <a:pt x="267" y="0"/>
                  </a:moveTo>
                  <a:cubicBezTo>
                    <a:pt x="160" y="0"/>
                    <a:pt x="74" y="59"/>
                    <a:pt x="28" y="175"/>
                  </a:cubicBezTo>
                  <a:cubicBezTo>
                    <a:pt x="0" y="286"/>
                    <a:pt x="56" y="426"/>
                    <a:pt x="167" y="454"/>
                  </a:cubicBezTo>
                  <a:cubicBezTo>
                    <a:pt x="1060" y="761"/>
                    <a:pt x="3348" y="1430"/>
                    <a:pt x="6249" y="2295"/>
                  </a:cubicBezTo>
                  <a:cubicBezTo>
                    <a:pt x="12750" y="4192"/>
                    <a:pt x="23603" y="7401"/>
                    <a:pt x="24635" y="8154"/>
                  </a:cubicBezTo>
                  <a:cubicBezTo>
                    <a:pt x="24663" y="8182"/>
                    <a:pt x="24719" y="8210"/>
                    <a:pt x="24774" y="8210"/>
                  </a:cubicBezTo>
                  <a:cubicBezTo>
                    <a:pt x="24830" y="8210"/>
                    <a:pt x="24914" y="8182"/>
                    <a:pt x="24942" y="8098"/>
                  </a:cubicBezTo>
                  <a:cubicBezTo>
                    <a:pt x="25025" y="8014"/>
                    <a:pt x="24998" y="7875"/>
                    <a:pt x="24914" y="7791"/>
                  </a:cubicBezTo>
                  <a:cubicBezTo>
                    <a:pt x="23910" y="7038"/>
                    <a:pt x="15568" y="4527"/>
                    <a:pt x="6389" y="1821"/>
                  </a:cubicBezTo>
                  <a:cubicBezTo>
                    <a:pt x="3487" y="984"/>
                    <a:pt x="1200" y="314"/>
                    <a:pt x="335" y="7"/>
                  </a:cubicBezTo>
                  <a:cubicBezTo>
                    <a:pt x="312" y="3"/>
                    <a:pt x="289" y="0"/>
                    <a:pt x="267" y="0"/>
                  </a:cubicBezTo>
                  <a:close/>
                </a:path>
              </a:pathLst>
            </a:custGeom>
            <a:solidFill>
              <a:srgbClr val="4F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2317;p36">
              <a:extLst>
                <a:ext uri="{FF2B5EF4-FFF2-40B4-BE49-F238E27FC236}">
                  <a16:creationId xmlns:a16="http://schemas.microsoft.com/office/drawing/2014/main" id="{0DE6D4E9-521B-E702-C10C-DABD48447E0B}"/>
                </a:ext>
              </a:extLst>
            </p:cNvPr>
            <p:cNvSpPr/>
            <p:nvPr/>
          </p:nvSpPr>
          <p:spPr>
            <a:xfrm>
              <a:off x="4651139" y="2790898"/>
              <a:ext cx="1840125" cy="549185"/>
            </a:xfrm>
            <a:custGeom>
              <a:avLst/>
              <a:gdLst/>
              <a:ahLst/>
              <a:cxnLst/>
              <a:rect l="l" t="t" r="r" b="b"/>
              <a:pathLst>
                <a:path w="29546" h="8818" extrusionOk="0">
                  <a:moveTo>
                    <a:pt x="279" y="1"/>
                  </a:moveTo>
                  <a:cubicBezTo>
                    <a:pt x="112" y="1"/>
                    <a:pt x="0" y="140"/>
                    <a:pt x="0" y="308"/>
                  </a:cubicBezTo>
                  <a:cubicBezTo>
                    <a:pt x="0" y="475"/>
                    <a:pt x="112" y="587"/>
                    <a:pt x="279" y="587"/>
                  </a:cubicBezTo>
                  <a:cubicBezTo>
                    <a:pt x="2009" y="587"/>
                    <a:pt x="3571" y="866"/>
                    <a:pt x="5190" y="1173"/>
                  </a:cubicBezTo>
                  <a:cubicBezTo>
                    <a:pt x="5692" y="1256"/>
                    <a:pt x="6222" y="1340"/>
                    <a:pt x="6724" y="1424"/>
                  </a:cubicBezTo>
                  <a:cubicBezTo>
                    <a:pt x="8565" y="1703"/>
                    <a:pt x="10407" y="2093"/>
                    <a:pt x="12192" y="2428"/>
                  </a:cubicBezTo>
                  <a:lnTo>
                    <a:pt x="13280" y="2651"/>
                  </a:lnTo>
                  <a:cubicBezTo>
                    <a:pt x="16070" y="3209"/>
                    <a:pt x="18386" y="3767"/>
                    <a:pt x="20562" y="4437"/>
                  </a:cubicBezTo>
                  <a:cubicBezTo>
                    <a:pt x="24691" y="5692"/>
                    <a:pt x="27983" y="7701"/>
                    <a:pt x="29015" y="8733"/>
                  </a:cubicBezTo>
                  <a:cubicBezTo>
                    <a:pt x="29071" y="8789"/>
                    <a:pt x="29155" y="8817"/>
                    <a:pt x="29211" y="8817"/>
                  </a:cubicBezTo>
                  <a:cubicBezTo>
                    <a:pt x="29294" y="8817"/>
                    <a:pt x="29378" y="8789"/>
                    <a:pt x="29434" y="8733"/>
                  </a:cubicBezTo>
                  <a:cubicBezTo>
                    <a:pt x="29545" y="8622"/>
                    <a:pt x="29545" y="8426"/>
                    <a:pt x="29434" y="8315"/>
                  </a:cubicBezTo>
                  <a:cubicBezTo>
                    <a:pt x="28374" y="7255"/>
                    <a:pt x="24970" y="5162"/>
                    <a:pt x="20729" y="3879"/>
                  </a:cubicBezTo>
                  <a:cubicBezTo>
                    <a:pt x="18553" y="3209"/>
                    <a:pt x="16210" y="2623"/>
                    <a:pt x="13392" y="2065"/>
                  </a:cubicBezTo>
                  <a:lnTo>
                    <a:pt x="12304" y="1870"/>
                  </a:lnTo>
                  <a:cubicBezTo>
                    <a:pt x="10518" y="1507"/>
                    <a:pt x="8677" y="1145"/>
                    <a:pt x="6836" y="838"/>
                  </a:cubicBezTo>
                  <a:cubicBezTo>
                    <a:pt x="6306" y="754"/>
                    <a:pt x="5803" y="671"/>
                    <a:pt x="5301" y="587"/>
                  </a:cubicBezTo>
                  <a:cubicBezTo>
                    <a:pt x="3627" y="280"/>
                    <a:pt x="2065" y="1"/>
                    <a:pt x="279" y="1"/>
                  </a:cubicBezTo>
                  <a:close/>
                </a:path>
              </a:pathLst>
            </a:custGeom>
            <a:solidFill>
              <a:srgbClr val="C7D5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2318;p36">
              <a:extLst>
                <a:ext uri="{FF2B5EF4-FFF2-40B4-BE49-F238E27FC236}">
                  <a16:creationId xmlns:a16="http://schemas.microsoft.com/office/drawing/2014/main" id="{BCDB07C8-4DB9-F1E9-FE0C-EA3374B36D29}"/>
                </a:ext>
              </a:extLst>
            </p:cNvPr>
            <p:cNvSpPr/>
            <p:nvPr/>
          </p:nvSpPr>
          <p:spPr>
            <a:xfrm>
              <a:off x="4651139" y="2790898"/>
              <a:ext cx="1840125" cy="549185"/>
            </a:xfrm>
            <a:custGeom>
              <a:avLst/>
              <a:gdLst/>
              <a:ahLst/>
              <a:cxnLst/>
              <a:rect l="l" t="t" r="r" b="b"/>
              <a:pathLst>
                <a:path w="29546" h="8818" extrusionOk="0">
                  <a:moveTo>
                    <a:pt x="279" y="1"/>
                  </a:moveTo>
                  <a:cubicBezTo>
                    <a:pt x="112" y="1"/>
                    <a:pt x="0" y="140"/>
                    <a:pt x="0" y="308"/>
                  </a:cubicBezTo>
                  <a:cubicBezTo>
                    <a:pt x="0" y="475"/>
                    <a:pt x="112" y="587"/>
                    <a:pt x="279" y="587"/>
                  </a:cubicBezTo>
                  <a:cubicBezTo>
                    <a:pt x="2009" y="587"/>
                    <a:pt x="3571" y="866"/>
                    <a:pt x="5190" y="1173"/>
                  </a:cubicBezTo>
                  <a:cubicBezTo>
                    <a:pt x="5692" y="1256"/>
                    <a:pt x="6222" y="1340"/>
                    <a:pt x="6724" y="1424"/>
                  </a:cubicBezTo>
                  <a:cubicBezTo>
                    <a:pt x="8565" y="1703"/>
                    <a:pt x="10407" y="2093"/>
                    <a:pt x="12192" y="2428"/>
                  </a:cubicBezTo>
                  <a:lnTo>
                    <a:pt x="13280" y="2651"/>
                  </a:lnTo>
                  <a:cubicBezTo>
                    <a:pt x="16070" y="3209"/>
                    <a:pt x="18386" y="3767"/>
                    <a:pt x="20562" y="4437"/>
                  </a:cubicBezTo>
                  <a:cubicBezTo>
                    <a:pt x="24691" y="5692"/>
                    <a:pt x="27983" y="7701"/>
                    <a:pt x="29015" y="8733"/>
                  </a:cubicBezTo>
                  <a:cubicBezTo>
                    <a:pt x="29071" y="8789"/>
                    <a:pt x="29155" y="8817"/>
                    <a:pt x="29211" y="8817"/>
                  </a:cubicBezTo>
                  <a:cubicBezTo>
                    <a:pt x="29294" y="8817"/>
                    <a:pt x="29378" y="8789"/>
                    <a:pt x="29434" y="8733"/>
                  </a:cubicBezTo>
                  <a:cubicBezTo>
                    <a:pt x="29545" y="8622"/>
                    <a:pt x="29545" y="8426"/>
                    <a:pt x="29434" y="8315"/>
                  </a:cubicBezTo>
                  <a:cubicBezTo>
                    <a:pt x="29155" y="8064"/>
                    <a:pt x="28764" y="7729"/>
                    <a:pt x="28234" y="7366"/>
                  </a:cubicBezTo>
                  <a:cubicBezTo>
                    <a:pt x="28178" y="7450"/>
                    <a:pt x="28067" y="7478"/>
                    <a:pt x="27983" y="7478"/>
                  </a:cubicBezTo>
                  <a:cubicBezTo>
                    <a:pt x="27258" y="7366"/>
                    <a:pt x="26728" y="6864"/>
                    <a:pt x="26114" y="6474"/>
                  </a:cubicBezTo>
                  <a:cubicBezTo>
                    <a:pt x="25193" y="5860"/>
                    <a:pt x="24077" y="5553"/>
                    <a:pt x="23073" y="5106"/>
                  </a:cubicBezTo>
                  <a:cubicBezTo>
                    <a:pt x="19976" y="3684"/>
                    <a:pt x="14675" y="2596"/>
                    <a:pt x="13727" y="2428"/>
                  </a:cubicBezTo>
                  <a:cubicBezTo>
                    <a:pt x="11718" y="2065"/>
                    <a:pt x="9737" y="1675"/>
                    <a:pt x="7700" y="1424"/>
                  </a:cubicBezTo>
                  <a:cubicBezTo>
                    <a:pt x="5971" y="1201"/>
                    <a:pt x="4241" y="1005"/>
                    <a:pt x="2539" y="531"/>
                  </a:cubicBezTo>
                  <a:cubicBezTo>
                    <a:pt x="2121" y="419"/>
                    <a:pt x="1618" y="336"/>
                    <a:pt x="1507" y="57"/>
                  </a:cubicBezTo>
                  <a:cubicBezTo>
                    <a:pt x="1116" y="29"/>
                    <a:pt x="698" y="1"/>
                    <a:pt x="279" y="1"/>
                  </a:cubicBezTo>
                  <a:close/>
                </a:path>
              </a:pathLst>
            </a:custGeom>
            <a:solidFill>
              <a:srgbClr val="868E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2319;p36">
              <a:extLst>
                <a:ext uri="{FF2B5EF4-FFF2-40B4-BE49-F238E27FC236}">
                  <a16:creationId xmlns:a16="http://schemas.microsoft.com/office/drawing/2014/main" id="{810A239D-C876-A0DE-8B3C-D0ADAFC618B0}"/>
                </a:ext>
              </a:extLst>
            </p:cNvPr>
            <p:cNvSpPr/>
            <p:nvPr/>
          </p:nvSpPr>
          <p:spPr>
            <a:xfrm>
              <a:off x="4065577" y="2578956"/>
              <a:ext cx="571730" cy="538660"/>
            </a:xfrm>
            <a:custGeom>
              <a:avLst/>
              <a:gdLst/>
              <a:ahLst/>
              <a:cxnLst/>
              <a:rect l="l" t="t" r="r" b="b"/>
              <a:pathLst>
                <a:path w="9180" h="8649" extrusionOk="0">
                  <a:moveTo>
                    <a:pt x="4883" y="0"/>
                  </a:moveTo>
                  <a:lnTo>
                    <a:pt x="4827" y="56"/>
                  </a:lnTo>
                  <a:cubicBezTo>
                    <a:pt x="4576" y="698"/>
                    <a:pt x="3767" y="2902"/>
                    <a:pt x="3544" y="4855"/>
                  </a:cubicBezTo>
                  <a:cubicBezTo>
                    <a:pt x="2567" y="5496"/>
                    <a:pt x="782" y="7310"/>
                    <a:pt x="0" y="8119"/>
                  </a:cubicBezTo>
                  <a:cubicBezTo>
                    <a:pt x="56" y="8314"/>
                    <a:pt x="112" y="8482"/>
                    <a:pt x="168" y="8649"/>
                  </a:cubicBezTo>
                  <a:cubicBezTo>
                    <a:pt x="251" y="8649"/>
                    <a:pt x="335" y="8621"/>
                    <a:pt x="391" y="8565"/>
                  </a:cubicBezTo>
                  <a:cubicBezTo>
                    <a:pt x="949" y="7979"/>
                    <a:pt x="2818" y="6054"/>
                    <a:pt x="3795" y="5385"/>
                  </a:cubicBezTo>
                  <a:cubicBezTo>
                    <a:pt x="4464" y="5496"/>
                    <a:pt x="7505" y="5692"/>
                    <a:pt x="8900" y="5692"/>
                  </a:cubicBezTo>
                  <a:cubicBezTo>
                    <a:pt x="9068" y="5692"/>
                    <a:pt x="9179" y="5552"/>
                    <a:pt x="9179" y="5385"/>
                  </a:cubicBezTo>
                  <a:cubicBezTo>
                    <a:pt x="9179" y="5245"/>
                    <a:pt x="9068" y="5106"/>
                    <a:pt x="8900" y="5106"/>
                  </a:cubicBezTo>
                  <a:cubicBezTo>
                    <a:pt x="7673" y="5106"/>
                    <a:pt x="5050" y="4938"/>
                    <a:pt x="4129" y="4855"/>
                  </a:cubicBezTo>
                  <a:cubicBezTo>
                    <a:pt x="4381" y="2985"/>
                    <a:pt x="5134" y="893"/>
                    <a:pt x="5385" y="279"/>
                  </a:cubicBezTo>
                  <a:cubicBezTo>
                    <a:pt x="5413" y="223"/>
                    <a:pt x="5413" y="168"/>
                    <a:pt x="5385" y="112"/>
                  </a:cubicBezTo>
                  <a:cubicBezTo>
                    <a:pt x="5329" y="112"/>
                    <a:pt x="5273" y="112"/>
                    <a:pt x="5245" y="84"/>
                  </a:cubicBezTo>
                  <a:cubicBezTo>
                    <a:pt x="5106" y="56"/>
                    <a:pt x="4994" y="28"/>
                    <a:pt x="48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2320;p36">
              <a:extLst>
                <a:ext uri="{FF2B5EF4-FFF2-40B4-BE49-F238E27FC236}">
                  <a16:creationId xmlns:a16="http://schemas.microsoft.com/office/drawing/2014/main" id="{AB3569C5-7D07-81A1-A5FC-1184B4F54A44}"/>
                </a:ext>
              </a:extLst>
            </p:cNvPr>
            <p:cNvSpPr/>
            <p:nvPr/>
          </p:nvSpPr>
          <p:spPr>
            <a:xfrm>
              <a:off x="4517360" y="2629342"/>
              <a:ext cx="213745" cy="446610"/>
            </a:xfrm>
            <a:custGeom>
              <a:avLst/>
              <a:gdLst/>
              <a:ahLst/>
              <a:cxnLst/>
              <a:rect l="l" t="t" r="r" b="b"/>
              <a:pathLst>
                <a:path w="3432" h="7171" extrusionOk="0">
                  <a:moveTo>
                    <a:pt x="363" y="0"/>
                  </a:moveTo>
                  <a:lnTo>
                    <a:pt x="363" y="0"/>
                  </a:lnTo>
                  <a:cubicBezTo>
                    <a:pt x="419" y="1116"/>
                    <a:pt x="530" y="2065"/>
                    <a:pt x="419" y="3237"/>
                  </a:cubicBezTo>
                  <a:cubicBezTo>
                    <a:pt x="335" y="4464"/>
                    <a:pt x="0" y="5720"/>
                    <a:pt x="28" y="6891"/>
                  </a:cubicBezTo>
                  <a:cubicBezTo>
                    <a:pt x="977" y="6947"/>
                    <a:pt x="1953" y="7031"/>
                    <a:pt x="2846" y="7170"/>
                  </a:cubicBezTo>
                  <a:cubicBezTo>
                    <a:pt x="3041" y="5608"/>
                    <a:pt x="3236" y="4911"/>
                    <a:pt x="3292" y="3153"/>
                  </a:cubicBezTo>
                  <a:cubicBezTo>
                    <a:pt x="3320" y="2790"/>
                    <a:pt x="3432" y="1172"/>
                    <a:pt x="3236" y="419"/>
                  </a:cubicBezTo>
                  <a:cubicBezTo>
                    <a:pt x="3069" y="423"/>
                    <a:pt x="2902" y="427"/>
                    <a:pt x="2737" y="427"/>
                  </a:cubicBezTo>
                  <a:cubicBezTo>
                    <a:pt x="1909" y="427"/>
                    <a:pt x="1107" y="349"/>
                    <a:pt x="363" y="0"/>
                  </a:cubicBezTo>
                  <a:close/>
                </a:path>
              </a:pathLst>
            </a:custGeom>
            <a:solidFill>
              <a:srgbClr val="F172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2321;p36">
              <a:extLst>
                <a:ext uri="{FF2B5EF4-FFF2-40B4-BE49-F238E27FC236}">
                  <a16:creationId xmlns:a16="http://schemas.microsoft.com/office/drawing/2014/main" id="{AE608944-5364-007A-77D2-C05131B526B9}"/>
                </a:ext>
              </a:extLst>
            </p:cNvPr>
            <p:cNvSpPr/>
            <p:nvPr/>
          </p:nvSpPr>
          <p:spPr>
            <a:xfrm>
              <a:off x="4517360" y="2629342"/>
              <a:ext cx="180737" cy="446610"/>
            </a:xfrm>
            <a:custGeom>
              <a:avLst/>
              <a:gdLst/>
              <a:ahLst/>
              <a:cxnLst/>
              <a:rect l="l" t="t" r="r" b="b"/>
              <a:pathLst>
                <a:path w="2902" h="7171" extrusionOk="0">
                  <a:moveTo>
                    <a:pt x="363" y="0"/>
                  </a:moveTo>
                  <a:lnTo>
                    <a:pt x="363" y="0"/>
                  </a:lnTo>
                  <a:cubicBezTo>
                    <a:pt x="419" y="1116"/>
                    <a:pt x="530" y="2065"/>
                    <a:pt x="419" y="3237"/>
                  </a:cubicBezTo>
                  <a:cubicBezTo>
                    <a:pt x="335" y="4464"/>
                    <a:pt x="0" y="5720"/>
                    <a:pt x="28" y="6891"/>
                  </a:cubicBezTo>
                  <a:cubicBezTo>
                    <a:pt x="977" y="6947"/>
                    <a:pt x="1953" y="7031"/>
                    <a:pt x="2846" y="7170"/>
                  </a:cubicBezTo>
                  <a:cubicBezTo>
                    <a:pt x="2846" y="7031"/>
                    <a:pt x="2874" y="6891"/>
                    <a:pt x="2902" y="6780"/>
                  </a:cubicBezTo>
                  <a:cubicBezTo>
                    <a:pt x="1897" y="6584"/>
                    <a:pt x="1339" y="5887"/>
                    <a:pt x="1032" y="4938"/>
                  </a:cubicBezTo>
                  <a:cubicBezTo>
                    <a:pt x="809" y="4157"/>
                    <a:pt x="1032" y="3237"/>
                    <a:pt x="1032" y="2455"/>
                  </a:cubicBezTo>
                  <a:cubicBezTo>
                    <a:pt x="1060" y="1702"/>
                    <a:pt x="949" y="949"/>
                    <a:pt x="893" y="196"/>
                  </a:cubicBezTo>
                  <a:cubicBezTo>
                    <a:pt x="698" y="140"/>
                    <a:pt x="530" y="84"/>
                    <a:pt x="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2322;p36">
              <a:extLst>
                <a:ext uri="{FF2B5EF4-FFF2-40B4-BE49-F238E27FC236}">
                  <a16:creationId xmlns:a16="http://schemas.microsoft.com/office/drawing/2014/main" id="{4B8B6009-CE7B-2ABF-39EA-EA8C47B1EDEA}"/>
                </a:ext>
              </a:extLst>
            </p:cNvPr>
            <p:cNvSpPr/>
            <p:nvPr/>
          </p:nvSpPr>
          <p:spPr>
            <a:xfrm>
              <a:off x="3424398" y="2537228"/>
              <a:ext cx="88687" cy="86943"/>
            </a:xfrm>
            <a:custGeom>
              <a:avLst/>
              <a:gdLst/>
              <a:ahLst/>
              <a:cxnLst/>
              <a:rect l="l" t="t" r="r" b="b"/>
              <a:pathLst>
                <a:path w="1424" h="1396" extrusionOk="0">
                  <a:moveTo>
                    <a:pt x="760" y="273"/>
                  </a:moveTo>
                  <a:cubicBezTo>
                    <a:pt x="825" y="273"/>
                    <a:pt x="899" y="291"/>
                    <a:pt x="977" y="335"/>
                  </a:cubicBezTo>
                  <a:cubicBezTo>
                    <a:pt x="1033" y="363"/>
                    <a:pt x="1061" y="419"/>
                    <a:pt x="1089" y="475"/>
                  </a:cubicBezTo>
                  <a:cubicBezTo>
                    <a:pt x="1117" y="642"/>
                    <a:pt x="1061" y="866"/>
                    <a:pt x="921" y="1005"/>
                  </a:cubicBezTo>
                  <a:cubicBezTo>
                    <a:pt x="856" y="1070"/>
                    <a:pt x="758" y="1135"/>
                    <a:pt x="639" y="1135"/>
                  </a:cubicBezTo>
                  <a:cubicBezTo>
                    <a:pt x="605" y="1135"/>
                    <a:pt x="568" y="1129"/>
                    <a:pt x="531" y="1117"/>
                  </a:cubicBezTo>
                  <a:cubicBezTo>
                    <a:pt x="419" y="1061"/>
                    <a:pt x="335" y="977"/>
                    <a:pt x="307" y="866"/>
                  </a:cubicBezTo>
                  <a:cubicBezTo>
                    <a:pt x="280" y="698"/>
                    <a:pt x="363" y="475"/>
                    <a:pt x="531" y="363"/>
                  </a:cubicBezTo>
                  <a:cubicBezTo>
                    <a:pt x="581" y="313"/>
                    <a:pt x="661" y="273"/>
                    <a:pt x="760" y="273"/>
                  </a:cubicBezTo>
                  <a:close/>
                  <a:moveTo>
                    <a:pt x="865" y="1"/>
                  </a:moveTo>
                  <a:cubicBezTo>
                    <a:pt x="698" y="1"/>
                    <a:pt x="503" y="29"/>
                    <a:pt x="363" y="140"/>
                  </a:cubicBezTo>
                  <a:cubicBezTo>
                    <a:pt x="140" y="308"/>
                    <a:pt x="1" y="642"/>
                    <a:pt x="28" y="893"/>
                  </a:cubicBezTo>
                  <a:cubicBezTo>
                    <a:pt x="84" y="1145"/>
                    <a:pt x="224" y="1284"/>
                    <a:pt x="447" y="1368"/>
                  </a:cubicBezTo>
                  <a:cubicBezTo>
                    <a:pt x="531" y="1396"/>
                    <a:pt x="586" y="1396"/>
                    <a:pt x="642" y="1396"/>
                  </a:cubicBezTo>
                  <a:cubicBezTo>
                    <a:pt x="810" y="1396"/>
                    <a:pt x="977" y="1340"/>
                    <a:pt x="1089" y="1200"/>
                  </a:cubicBezTo>
                  <a:cubicBezTo>
                    <a:pt x="1312" y="977"/>
                    <a:pt x="1423" y="642"/>
                    <a:pt x="1340" y="391"/>
                  </a:cubicBezTo>
                  <a:cubicBezTo>
                    <a:pt x="1284" y="196"/>
                    <a:pt x="1144" y="56"/>
                    <a:pt x="921" y="1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2323;p36">
              <a:extLst>
                <a:ext uri="{FF2B5EF4-FFF2-40B4-BE49-F238E27FC236}">
                  <a16:creationId xmlns:a16="http://schemas.microsoft.com/office/drawing/2014/main" id="{C9D5BF40-0D68-0F94-7D1A-FC89FB564261}"/>
                </a:ext>
              </a:extLst>
            </p:cNvPr>
            <p:cNvSpPr/>
            <p:nvPr/>
          </p:nvSpPr>
          <p:spPr>
            <a:xfrm>
              <a:off x="3771924" y="2204898"/>
              <a:ext cx="95600" cy="337620"/>
            </a:xfrm>
            <a:custGeom>
              <a:avLst/>
              <a:gdLst/>
              <a:ahLst/>
              <a:cxnLst/>
              <a:rect l="l" t="t" r="r" b="b"/>
              <a:pathLst>
                <a:path w="1535" h="5421" extrusionOk="0">
                  <a:moveTo>
                    <a:pt x="1390" y="1"/>
                  </a:moveTo>
                  <a:cubicBezTo>
                    <a:pt x="1339" y="1"/>
                    <a:pt x="1279" y="46"/>
                    <a:pt x="1256" y="92"/>
                  </a:cubicBezTo>
                  <a:cubicBezTo>
                    <a:pt x="865" y="1124"/>
                    <a:pt x="0" y="4388"/>
                    <a:pt x="0" y="5281"/>
                  </a:cubicBezTo>
                  <a:cubicBezTo>
                    <a:pt x="0" y="5365"/>
                    <a:pt x="84" y="5420"/>
                    <a:pt x="140" y="5420"/>
                  </a:cubicBezTo>
                  <a:cubicBezTo>
                    <a:pt x="224" y="5420"/>
                    <a:pt x="279" y="5365"/>
                    <a:pt x="279" y="5281"/>
                  </a:cubicBezTo>
                  <a:cubicBezTo>
                    <a:pt x="279" y="4444"/>
                    <a:pt x="1116" y="1180"/>
                    <a:pt x="1507" y="203"/>
                  </a:cubicBezTo>
                  <a:cubicBezTo>
                    <a:pt x="1535" y="120"/>
                    <a:pt x="1507" y="36"/>
                    <a:pt x="1423" y="8"/>
                  </a:cubicBezTo>
                  <a:cubicBezTo>
                    <a:pt x="1413" y="3"/>
                    <a:pt x="1402" y="1"/>
                    <a:pt x="1390" y="1"/>
                  </a:cubicBezTo>
                  <a:close/>
                </a:path>
              </a:pathLst>
            </a:custGeom>
            <a:solidFill>
              <a:srgbClr val="BC7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2324;p36">
              <a:extLst>
                <a:ext uri="{FF2B5EF4-FFF2-40B4-BE49-F238E27FC236}">
                  <a16:creationId xmlns:a16="http://schemas.microsoft.com/office/drawing/2014/main" id="{F35745B6-544D-3F13-B307-CD85F4A9F063}"/>
                </a:ext>
              </a:extLst>
            </p:cNvPr>
            <p:cNvSpPr/>
            <p:nvPr/>
          </p:nvSpPr>
          <p:spPr>
            <a:xfrm>
              <a:off x="3422655" y="2398093"/>
              <a:ext cx="182543" cy="217419"/>
            </a:xfrm>
            <a:custGeom>
              <a:avLst/>
              <a:gdLst/>
              <a:ahLst/>
              <a:cxnLst/>
              <a:rect l="l" t="t" r="r" b="b"/>
              <a:pathLst>
                <a:path w="2931" h="3491" extrusionOk="0">
                  <a:moveTo>
                    <a:pt x="171" y="0"/>
                  </a:moveTo>
                  <a:cubicBezTo>
                    <a:pt x="123" y="0"/>
                    <a:pt x="74" y="24"/>
                    <a:pt x="56" y="59"/>
                  </a:cubicBezTo>
                  <a:cubicBezTo>
                    <a:pt x="1" y="114"/>
                    <a:pt x="29" y="198"/>
                    <a:pt x="84" y="254"/>
                  </a:cubicBezTo>
                  <a:cubicBezTo>
                    <a:pt x="447" y="505"/>
                    <a:pt x="838" y="896"/>
                    <a:pt x="1200" y="1258"/>
                  </a:cubicBezTo>
                  <a:cubicBezTo>
                    <a:pt x="1368" y="1453"/>
                    <a:pt x="1563" y="1621"/>
                    <a:pt x="1758" y="1788"/>
                  </a:cubicBezTo>
                  <a:cubicBezTo>
                    <a:pt x="2009" y="2067"/>
                    <a:pt x="2512" y="3127"/>
                    <a:pt x="2540" y="3323"/>
                  </a:cubicBezTo>
                  <a:cubicBezTo>
                    <a:pt x="2540" y="3379"/>
                    <a:pt x="2540" y="3434"/>
                    <a:pt x="2595" y="3462"/>
                  </a:cubicBezTo>
                  <a:lnTo>
                    <a:pt x="2679" y="3490"/>
                  </a:lnTo>
                  <a:cubicBezTo>
                    <a:pt x="2735" y="3490"/>
                    <a:pt x="2763" y="3462"/>
                    <a:pt x="2791" y="3406"/>
                  </a:cubicBezTo>
                  <a:cubicBezTo>
                    <a:pt x="2930" y="3183"/>
                    <a:pt x="2177" y="1844"/>
                    <a:pt x="1926" y="1593"/>
                  </a:cubicBezTo>
                  <a:cubicBezTo>
                    <a:pt x="1758" y="1426"/>
                    <a:pt x="1563" y="1258"/>
                    <a:pt x="1396" y="1063"/>
                  </a:cubicBezTo>
                  <a:cubicBezTo>
                    <a:pt x="1005" y="672"/>
                    <a:pt x="642" y="282"/>
                    <a:pt x="252" y="31"/>
                  </a:cubicBezTo>
                  <a:cubicBezTo>
                    <a:pt x="230" y="9"/>
                    <a:pt x="201" y="0"/>
                    <a:pt x="171" y="0"/>
                  </a:cubicBezTo>
                  <a:close/>
                </a:path>
              </a:pathLst>
            </a:custGeom>
            <a:solidFill>
              <a:srgbClr val="BC7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2325;p36">
              <a:extLst>
                <a:ext uri="{FF2B5EF4-FFF2-40B4-BE49-F238E27FC236}">
                  <a16:creationId xmlns:a16="http://schemas.microsoft.com/office/drawing/2014/main" id="{A94D980D-A6E7-B6B0-3750-0E7AEE2D9F0A}"/>
                </a:ext>
              </a:extLst>
            </p:cNvPr>
            <p:cNvSpPr/>
            <p:nvPr/>
          </p:nvSpPr>
          <p:spPr>
            <a:xfrm>
              <a:off x="3486928" y="2178616"/>
              <a:ext cx="337184" cy="389935"/>
            </a:xfrm>
            <a:custGeom>
              <a:avLst/>
              <a:gdLst/>
              <a:ahLst/>
              <a:cxnLst/>
              <a:rect l="l" t="t" r="r" b="b"/>
              <a:pathLst>
                <a:path w="5414" h="6261" extrusionOk="0">
                  <a:moveTo>
                    <a:pt x="2366" y="1"/>
                  </a:moveTo>
                  <a:cubicBezTo>
                    <a:pt x="2348" y="1"/>
                    <a:pt x="2332" y="4"/>
                    <a:pt x="2317" y="11"/>
                  </a:cubicBezTo>
                  <a:cubicBezTo>
                    <a:pt x="2261" y="39"/>
                    <a:pt x="2233" y="123"/>
                    <a:pt x="2261" y="207"/>
                  </a:cubicBezTo>
                  <a:cubicBezTo>
                    <a:pt x="2372" y="402"/>
                    <a:pt x="2847" y="737"/>
                    <a:pt x="3628" y="1267"/>
                  </a:cubicBezTo>
                  <a:cubicBezTo>
                    <a:pt x="4186" y="1630"/>
                    <a:pt x="5023" y="2188"/>
                    <a:pt x="5079" y="2355"/>
                  </a:cubicBezTo>
                  <a:cubicBezTo>
                    <a:pt x="5023" y="2578"/>
                    <a:pt x="3684" y="3443"/>
                    <a:pt x="2707" y="4057"/>
                  </a:cubicBezTo>
                  <a:cubicBezTo>
                    <a:pt x="1535" y="4810"/>
                    <a:pt x="447" y="5508"/>
                    <a:pt x="140" y="5926"/>
                  </a:cubicBezTo>
                  <a:cubicBezTo>
                    <a:pt x="85" y="5982"/>
                    <a:pt x="1" y="6093"/>
                    <a:pt x="29" y="6177"/>
                  </a:cubicBezTo>
                  <a:lnTo>
                    <a:pt x="85" y="6261"/>
                  </a:lnTo>
                  <a:cubicBezTo>
                    <a:pt x="140" y="6261"/>
                    <a:pt x="308" y="6121"/>
                    <a:pt x="336" y="6093"/>
                  </a:cubicBezTo>
                  <a:cubicBezTo>
                    <a:pt x="615" y="5731"/>
                    <a:pt x="1759" y="5005"/>
                    <a:pt x="2847" y="4280"/>
                  </a:cubicBezTo>
                  <a:cubicBezTo>
                    <a:pt x="4855" y="3025"/>
                    <a:pt x="5413" y="2606"/>
                    <a:pt x="5358" y="2299"/>
                  </a:cubicBezTo>
                  <a:cubicBezTo>
                    <a:pt x="5302" y="2076"/>
                    <a:pt x="4800" y="1713"/>
                    <a:pt x="3795" y="1044"/>
                  </a:cubicBezTo>
                  <a:cubicBezTo>
                    <a:pt x="3237" y="681"/>
                    <a:pt x="2568" y="207"/>
                    <a:pt x="2512" y="67"/>
                  </a:cubicBezTo>
                  <a:cubicBezTo>
                    <a:pt x="2471" y="26"/>
                    <a:pt x="2415" y="1"/>
                    <a:pt x="2366" y="1"/>
                  </a:cubicBezTo>
                  <a:close/>
                </a:path>
              </a:pathLst>
            </a:custGeom>
            <a:solidFill>
              <a:srgbClr val="BC7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2326;p36">
              <a:extLst>
                <a:ext uri="{FF2B5EF4-FFF2-40B4-BE49-F238E27FC236}">
                  <a16:creationId xmlns:a16="http://schemas.microsoft.com/office/drawing/2014/main" id="{1788677F-6A4D-E57B-7871-DC7A7FFA87C3}"/>
                </a:ext>
              </a:extLst>
            </p:cNvPr>
            <p:cNvSpPr/>
            <p:nvPr/>
          </p:nvSpPr>
          <p:spPr>
            <a:xfrm>
              <a:off x="3457407" y="2309592"/>
              <a:ext cx="52191" cy="248559"/>
            </a:xfrm>
            <a:custGeom>
              <a:avLst/>
              <a:gdLst/>
              <a:ahLst/>
              <a:cxnLst/>
              <a:rect l="l" t="t" r="r" b="b"/>
              <a:pathLst>
                <a:path w="838" h="3991" extrusionOk="0">
                  <a:moveTo>
                    <a:pt x="726" y="1"/>
                  </a:moveTo>
                  <a:cubicBezTo>
                    <a:pt x="642" y="1"/>
                    <a:pt x="587" y="29"/>
                    <a:pt x="559" y="112"/>
                  </a:cubicBezTo>
                  <a:cubicBezTo>
                    <a:pt x="280" y="1312"/>
                    <a:pt x="84" y="2568"/>
                    <a:pt x="1" y="3795"/>
                  </a:cubicBezTo>
                  <a:cubicBezTo>
                    <a:pt x="1" y="3879"/>
                    <a:pt x="1" y="3990"/>
                    <a:pt x="56" y="3990"/>
                  </a:cubicBezTo>
                  <a:lnTo>
                    <a:pt x="168" y="3963"/>
                  </a:lnTo>
                  <a:cubicBezTo>
                    <a:pt x="252" y="3963"/>
                    <a:pt x="252" y="3879"/>
                    <a:pt x="280" y="3823"/>
                  </a:cubicBezTo>
                  <a:cubicBezTo>
                    <a:pt x="363" y="2595"/>
                    <a:pt x="559" y="1368"/>
                    <a:pt x="838" y="168"/>
                  </a:cubicBezTo>
                  <a:cubicBezTo>
                    <a:pt x="838" y="112"/>
                    <a:pt x="810" y="29"/>
                    <a:pt x="726" y="1"/>
                  </a:cubicBezTo>
                  <a:close/>
                </a:path>
              </a:pathLst>
            </a:custGeom>
            <a:solidFill>
              <a:srgbClr val="BC7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2327;p36">
              <a:extLst>
                <a:ext uri="{FF2B5EF4-FFF2-40B4-BE49-F238E27FC236}">
                  <a16:creationId xmlns:a16="http://schemas.microsoft.com/office/drawing/2014/main" id="{E37E86C4-9654-62B6-A9E8-E5F03A51876D}"/>
                </a:ext>
              </a:extLst>
            </p:cNvPr>
            <p:cNvSpPr/>
            <p:nvPr/>
          </p:nvSpPr>
          <p:spPr>
            <a:xfrm>
              <a:off x="3778899" y="2034249"/>
              <a:ext cx="185968" cy="207642"/>
            </a:xfrm>
            <a:custGeom>
              <a:avLst/>
              <a:gdLst/>
              <a:ahLst/>
              <a:cxnLst/>
              <a:rect l="l" t="t" r="r" b="b"/>
              <a:pathLst>
                <a:path w="2986" h="3334" extrusionOk="0">
                  <a:moveTo>
                    <a:pt x="2718" y="1"/>
                  </a:moveTo>
                  <a:cubicBezTo>
                    <a:pt x="2198" y="1"/>
                    <a:pt x="1774" y="767"/>
                    <a:pt x="1534" y="1102"/>
                  </a:cubicBezTo>
                  <a:cubicBezTo>
                    <a:pt x="1172" y="1576"/>
                    <a:pt x="363" y="1799"/>
                    <a:pt x="223" y="2441"/>
                  </a:cubicBezTo>
                  <a:cubicBezTo>
                    <a:pt x="223" y="2441"/>
                    <a:pt x="0" y="3055"/>
                    <a:pt x="865" y="3334"/>
                  </a:cubicBezTo>
                  <a:cubicBezTo>
                    <a:pt x="1088" y="3194"/>
                    <a:pt x="1116" y="2636"/>
                    <a:pt x="1228" y="2385"/>
                  </a:cubicBezTo>
                  <a:cubicBezTo>
                    <a:pt x="1367" y="2078"/>
                    <a:pt x="1479" y="1744"/>
                    <a:pt x="1646" y="1437"/>
                  </a:cubicBezTo>
                  <a:cubicBezTo>
                    <a:pt x="1813" y="1158"/>
                    <a:pt x="2092" y="795"/>
                    <a:pt x="2344" y="572"/>
                  </a:cubicBezTo>
                  <a:cubicBezTo>
                    <a:pt x="2511" y="377"/>
                    <a:pt x="2846" y="265"/>
                    <a:pt x="2985" y="70"/>
                  </a:cubicBezTo>
                  <a:cubicBezTo>
                    <a:pt x="2894" y="22"/>
                    <a:pt x="2805" y="1"/>
                    <a:pt x="2718" y="1"/>
                  </a:cubicBezTo>
                  <a:close/>
                </a:path>
              </a:pathLst>
            </a:custGeom>
            <a:solidFill>
              <a:srgbClr val="7C45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2328;p36">
              <a:extLst>
                <a:ext uri="{FF2B5EF4-FFF2-40B4-BE49-F238E27FC236}">
                  <a16:creationId xmlns:a16="http://schemas.microsoft.com/office/drawing/2014/main" id="{E0EA167E-D492-C6AD-4362-0228A8D3E9D4}"/>
                </a:ext>
              </a:extLst>
            </p:cNvPr>
            <p:cNvSpPr/>
            <p:nvPr/>
          </p:nvSpPr>
          <p:spPr>
            <a:xfrm>
              <a:off x="3810164" y="2036989"/>
              <a:ext cx="154704" cy="201476"/>
            </a:xfrm>
            <a:custGeom>
              <a:avLst/>
              <a:gdLst/>
              <a:ahLst/>
              <a:cxnLst/>
              <a:rect l="l" t="t" r="r" b="b"/>
              <a:pathLst>
                <a:path w="2484" h="3235" extrusionOk="0">
                  <a:moveTo>
                    <a:pt x="2307" y="0"/>
                  </a:moveTo>
                  <a:cubicBezTo>
                    <a:pt x="1717" y="0"/>
                    <a:pt x="1236" y="847"/>
                    <a:pt x="1032" y="1253"/>
                  </a:cubicBezTo>
                  <a:cubicBezTo>
                    <a:pt x="893" y="1588"/>
                    <a:pt x="0" y="3067"/>
                    <a:pt x="474" y="3234"/>
                  </a:cubicBezTo>
                  <a:lnTo>
                    <a:pt x="558" y="3122"/>
                  </a:lnTo>
                  <a:cubicBezTo>
                    <a:pt x="726" y="2899"/>
                    <a:pt x="893" y="2648"/>
                    <a:pt x="1144" y="2453"/>
                  </a:cubicBezTo>
                  <a:cubicBezTo>
                    <a:pt x="1367" y="2258"/>
                    <a:pt x="1646" y="2118"/>
                    <a:pt x="1814" y="1867"/>
                  </a:cubicBezTo>
                  <a:cubicBezTo>
                    <a:pt x="1981" y="1560"/>
                    <a:pt x="2009" y="1253"/>
                    <a:pt x="2121" y="946"/>
                  </a:cubicBezTo>
                  <a:cubicBezTo>
                    <a:pt x="2204" y="639"/>
                    <a:pt x="2427" y="360"/>
                    <a:pt x="2483" y="26"/>
                  </a:cubicBezTo>
                  <a:cubicBezTo>
                    <a:pt x="2424" y="8"/>
                    <a:pt x="2365" y="0"/>
                    <a:pt x="2307" y="0"/>
                  </a:cubicBezTo>
                  <a:close/>
                </a:path>
              </a:pathLst>
            </a:custGeom>
            <a:solidFill>
              <a:srgbClr val="421D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2329;p36">
              <a:extLst>
                <a:ext uri="{FF2B5EF4-FFF2-40B4-BE49-F238E27FC236}">
                  <a16:creationId xmlns:a16="http://schemas.microsoft.com/office/drawing/2014/main" id="{1035742D-F397-6A2E-A858-7F58C0D040C7}"/>
                </a:ext>
              </a:extLst>
            </p:cNvPr>
            <p:cNvSpPr/>
            <p:nvPr/>
          </p:nvSpPr>
          <p:spPr>
            <a:xfrm>
              <a:off x="3808420" y="2127172"/>
              <a:ext cx="52191" cy="103883"/>
            </a:xfrm>
            <a:custGeom>
              <a:avLst/>
              <a:gdLst/>
              <a:ahLst/>
              <a:cxnLst/>
              <a:rect l="l" t="t" r="r" b="b"/>
              <a:pathLst>
                <a:path w="838" h="1668" extrusionOk="0">
                  <a:moveTo>
                    <a:pt x="781" y="0"/>
                  </a:moveTo>
                  <a:cubicBezTo>
                    <a:pt x="586" y="279"/>
                    <a:pt x="223" y="447"/>
                    <a:pt x="84" y="754"/>
                  </a:cubicBezTo>
                  <a:cubicBezTo>
                    <a:pt x="8" y="932"/>
                    <a:pt x="1" y="1668"/>
                    <a:pt x="106" y="1668"/>
                  </a:cubicBezTo>
                  <a:cubicBezTo>
                    <a:pt x="116" y="1668"/>
                    <a:pt x="128" y="1661"/>
                    <a:pt x="140" y="1647"/>
                  </a:cubicBezTo>
                  <a:lnTo>
                    <a:pt x="196" y="1647"/>
                  </a:lnTo>
                  <a:cubicBezTo>
                    <a:pt x="140" y="1256"/>
                    <a:pt x="196" y="1033"/>
                    <a:pt x="419" y="726"/>
                  </a:cubicBezTo>
                  <a:cubicBezTo>
                    <a:pt x="586" y="531"/>
                    <a:pt x="837" y="279"/>
                    <a:pt x="781" y="0"/>
                  </a:cubicBezTo>
                  <a:close/>
                </a:path>
              </a:pathLst>
            </a:custGeom>
            <a:solidFill>
              <a:srgbClr val="995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2330;p36">
              <a:extLst>
                <a:ext uri="{FF2B5EF4-FFF2-40B4-BE49-F238E27FC236}">
                  <a16:creationId xmlns:a16="http://schemas.microsoft.com/office/drawing/2014/main" id="{1240273B-1776-4089-7D7B-4766BE365C08}"/>
                </a:ext>
              </a:extLst>
            </p:cNvPr>
            <p:cNvSpPr/>
            <p:nvPr/>
          </p:nvSpPr>
          <p:spPr>
            <a:xfrm>
              <a:off x="3483503" y="2568493"/>
              <a:ext cx="2969510" cy="410799"/>
            </a:xfrm>
            <a:custGeom>
              <a:avLst/>
              <a:gdLst/>
              <a:ahLst/>
              <a:cxnLst/>
              <a:rect l="l" t="t" r="r" b="b"/>
              <a:pathLst>
                <a:path w="47680" h="6596" extrusionOk="0">
                  <a:moveTo>
                    <a:pt x="168" y="1"/>
                  </a:moveTo>
                  <a:cubicBezTo>
                    <a:pt x="84" y="1"/>
                    <a:pt x="28" y="29"/>
                    <a:pt x="0" y="112"/>
                  </a:cubicBezTo>
                  <a:cubicBezTo>
                    <a:pt x="0" y="196"/>
                    <a:pt x="28" y="252"/>
                    <a:pt x="112" y="280"/>
                  </a:cubicBezTo>
                  <a:cubicBezTo>
                    <a:pt x="1032" y="475"/>
                    <a:pt x="10909" y="949"/>
                    <a:pt x="14619" y="1117"/>
                  </a:cubicBezTo>
                  <a:lnTo>
                    <a:pt x="15652" y="1173"/>
                  </a:lnTo>
                  <a:cubicBezTo>
                    <a:pt x="17074" y="1228"/>
                    <a:pt x="18525" y="1256"/>
                    <a:pt x="19920" y="1284"/>
                  </a:cubicBezTo>
                  <a:cubicBezTo>
                    <a:pt x="23603" y="1312"/>
                    <a:pt x="27425" y="1368"/>
                    <a:pt x="30968" y="2344"/>
                  </a:cubicBezTo>
                  <a:cubicBezTo>
                    <a:pt x="34958" y="3432"/>
                    <a:pt x="44443" y="5692"/>
                    <a:pt x="46703" y="6306"/>
                  </a:cubicBezTo>
                  <a:cubicBezTo>
                    <a:pt x="46703" y="6306"/>
                    <a:pt x="46766" y="6259"/>
                    <a:pt x="46868" y="6259"/>
                  </a:cubicBezTo>
                  <a:cubicBezTo>
                    <a:pt x="46902" y="6259"/>
                    <a:pt x="46940" y="6264"/>
                    <a:pt x="46982" y="6278"/>
                  </a:cubicBezTo>
                  <a:cubicBezTo>
                    <a:pt x="47066" y="6334"/>
                    <a:pt x="47122" y="6446"/>
                    <a:pt x="47178" y="6501"/>
                  </a:cubicBezTo>
                  <a:cubicBezTo>
                    <a:pt x="47261" y="6564"/>
                    <a:pt x="47298" y="6595"/>
                    <a:pt x="47358" y="6595"/>
                  </a:cubicBezTo>
                  <a:cubicBezTo>
                    <a:pt x="47378" y="6595"/>
                    <a:pt x="47401" y="6592"/>
                    <a:pt x="47429" y="6585"/>
                  </a:cubicBezTo>
                  <a:cubicBezTo>
                    <a:pt x="47568" y="6585"/>
                    <a:pt x="47652" y="6473"/>
                    <a:pt x="47680" y="6418"/>
                  </a:cubicBezTo>
                  <a:cubicBezTo>
                    <a:pt x="47680" y="6418"/>
                    <a:pt x="47512" y="6306"/>
                    <a:pt x="47429" y="6250"/>
                  </a:cubicBezTo>
                  <a:cubicBezTo>
                    <a:pt x="46592" y="5720"/>
                    <a:pt x="35181" y="3209"/>
                    <a:pt x="31024" y="2065"/>
                  </a:cubicBezTo>
                  <a:cubicBezTo>
                    <a:pt x="27481" y="1089"/>
                    <a:pt x="23631" y="1061"/>
                    <a:pt x="19920" y="1005"/>
                  </a:cubicBezTo>
                  <a:cubicBezTo>
                    <a:pt x="18525" y="977"/>
                    <a:pt x="17074" y="949"/>
                    <a:pt x="15679" y="894"/>
                  </a:cubicBezTo>
                  <a:lnTo>
                    <a:pt x="14619" y="838"/>
                  </a:lnTo>
                  <a:cubicBezTo>
                    <a:pt x="10909" y="670"/>
                    <a:pt x="1088" y="224"/>
                    <a:pt x="168" y="1"/>
                  </a:cubicBezTo>
                  <a:close/>
                </a:path>
              </a:pathLst>
            </a:custGeom>
            <a:solidFill>
              <a:srgbClr val="BC77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2331;p36">
              <a:extLst>
                <a:ext uri="{FF2B5EF4-FFF2-40B4-BE49-F238E27FC236}">
                  <a16:creationId xmlns:a16="http://schemas.microsoft.com/office/drawing/2014/main" id="{D6630E1F-71EE-09B8-7576-77B926992EE9}"/>
                </a:ext>
              </a:extLst>
            </p:cNvPr>
            <p:cNvSpPr/>
            <p:nvPr/>
          </p:nvSpPr>
          <p:spPr>
            <a:xfrm>
              <a:off x="4572914" y="3155801"/>
              <a:ext cx="60910" cy="12269"/>
            </a:xfrm>
            <a:custGeom>
              <a:avLst/>
              <a:gdLst/>
              <a:ahLst/>
              <a:cxnLst/>
              <a:rect l="l" t="t" r="r" b="b"/>
              <a:pathLst>
                <a:path w="978" h="197" extrusionOk="0">
                  <a:moveTo>
                    <a:pt x="252" y="1"/>
                  </a:moveTo>
                  <a:cubicBezTo>
                    <a:pt x="168" y="1"/>
                    <a:pt x="85" y="1"/>
                    <a:pt x="1" y="29"/>
                  </a:cubicBezTo>
                  <a:lnTo>
                    <a:pt x="29" y="196"/>
                  </a:lnTo>
                  <a:cubicBezTo>
                    <a:pt x="85" y="168"/>
                    <a:pt x="196" y="168"/>
                    <a:pt x="252" y="168"/>
                  </a:cubicBezTo>
                  <a:lnTo>
                    <a:pt x="698" y="168"/>
                  </a:lnTo>
                  <a:cubicBezTo>
                    <a:pt x="810" y="168"/>
                    <a:pt x="894" y="196"/>
                    <a:pt x="977" y="196"/>
                  </a:cubicBezTo>
                  <a:lnTo>
                    <a:pt x="977" y="29"/>
                  </a:lnTo>
                  <a:lnTo>
                    <a:pt x="726" y="29"/>
                  </a:lnTo>
                  <a:cubicBezTo>
                    <a:pt x="587" y="1"/>
                    <a:pt x="475" y="1"/>
                    <a:pt x="336" y="1"/>
                  </a:cubicBezTo>
                  <a:close/>
                </a:path>
              </a:pathLst>
            </a:custGeom>
            <a:solidFill>
              <a:srgbClr val="AAA6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2332;p36">
              <a:extLst>
                <a:ext uri="{FF2B5EF4-FFF2-40B4-BE49-F238E27FC236}">
                  <a16:creationId xmlns:a16="http://schemas.microsoft.com/office/drawing/2014/main" id="{46305964-2BAB-99A1-B4D3-77DE5011CFA5}"/>
                </a:ext>
              </a:extLst>
            </p:cNvPr>
            <p:cNvSpPr/>
            <p:nvPr/>
          </p:nvSpPr>
          <p:spPr>
            <a:xfrm>
              <a:off x="4515616" y="3044630"/>
              <a:ext cx="104319" cy="333634"/>
            </a:xfrm>
            <a:custGeom>
              <a:avLst/>
              <a:gdLst/>
              <a:ahLst/>
              <a:cxnLst/>
              <a:rect l="l" t="t" r="r" b="b"/>
              <a:pathLst>
                <a:path w="1675" h="5357" extrusionOk="0">
                  <a:moveTo>
                    <a:pt x="1423" y="0"/>
                  </a:moveTo>
                  <a:cubicBezTo>
                    <a:pt x="1284" y="0"/>
                    <a:pt x="1200" y="112"/>
                    <a:pt x="1200" y="223"/>
                  </a:cubicBezTo>
                  <a:cubicBezTo>
                    <a:pt x="1200" y="2400"/>
                    <a:pt x="1228" y="4352"/>
                    <a:pt x="56" y="5301"/>
                  </a:cubicBezTo>
                  <a:cubicBezTo>
                    <a:pt x="28" y="5329"/>
                    <a:pt x="0" y="5357"/>
                    <a:pt x="251" y="5357"/>
                  </a:cubicBezTo>
                  <a:cubicBezTo>
                    <a:pt x="307" y="5357"/>
                    <a:pt x="475" y="5329"/>
                    <a:pt x="530" y="5329"/>
                  </a:cubicBezTo>
                  <a:cubicBezTo>
                    <a:pt x="642" y="5329"/>
                    <a:pt x="670" y="5273"/>
                    <a:pt x="726" y="5189"/>
                  </a:cubicBezTo>
                  <a:cubicBezTo>
                    <a:pt x="1674" y="3822"/>
                    <a:pt x="1674" y="2400"/>
                    <a:pt x="1674" y="223"/>
                  </a:cubicBezTo>
                  <a:cubicBezTo>
                    <a:pt x="1674" y="112"/>
                    <a:pt x="1563" y="0"/>
                    <a:pt x="1423" y="0"/>
                  </a:cubicBezTo>
                  <a:close/>
                </a:path>
              </a:pathLst>
            </a:custGeom>
            <a:solidFill>
              <a:srgbClr val="DA39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2333;p36">
              <a:extLst>
                <a:ext uri="{FF2B5EF4-FFF2-40B4-BE49-F238E27FC236}">
                  <a16:creationId xmlns:a16="http://schemas.microsoft.com/office/drawing/2014/main" id="{F3D25529-6347-B85B-4B02-7D7EEA9AD89B}"/>
                </a:ext>
              </a:extLst>
            </p:cNvPr>
            <p:cNvSpPr/>
            <p:nvPr/>
          </p:nvSpPr>
          <p:spPr>
            <a:xfrm>
              <a:off x="4586865" y="3044630"/>
              <a:ext cx="41728" cy="222962"/>
            </a:xfrm>
            <a:custGeom>
              <a:avLst/>
              <a:gdLst/>
              <a:ahLst/>
              <a:cxnLst/>
              <a:rect l="l" t="t" r="r" b="b"/>
              <a:pathLst>
                <a:path w="670" h="3580" extrusionOk="0">
                  <a:moveTo>
                    <a:pt x="279" y="0"/>
                  </a:moveTo>
                  <a:cubicBezTo>
                    <a:pt x="140" y="0"/>
                    <a:pt x="56" y="112"/>
                    <a:pt x="56" y="223"/>
                  </a:cubicBezTo>
                  <a:cubicBezTo>
                    <a:pt x="56" y="1060"/>
                    <a:pt x="0" y="1869"/>
                    <a:pt x="0" y="2595"/>
                  </a:cubicBezTo>
                  <a:cubicBezTo>
                    <a:pt x="0" y="3097"/>
                    <a:pt x="195" y="3488"/>
                    <a:pt x="167" y="3571"/>
                  </a:cubicBezTo>
                  <a:cubicBezTo>
                    <a:pt x="201" y="3577"/>
                    <a:pt x="236" y="3579"/>
                    <a:pt x="271" y="3579"/>
                  </a:cubicBezTo>
                  <a:cubicBezTo>
                    <a:pt x="411" y="3579"/>
                    <a:pt x="558" y="3543"/>
                    <a:pt x="670" y="3543"/>
                  </a:cubicBezTo>
                  <a:cubicBezTo>
                    <a:pt x="670" y="3488"/>
                    <a:pt x="446" y="3181"/>
                    <a:pt x="446" y="2651"/>
                  </a:cubicBezTo>
                  <a:cubicBezTo>
                    <a:pt x="446" y="1925"/>
                    <a:pt x="530" y="1144"/>
                    <a:pt x="530" y="223"/>
                  </a:cubicBezTo>
                  <a:cubicBezTo>
                    <a:pt x="530" y="112"/>
                    <a:pt x="419" y="0"/>
                    <a:pt x="2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2334;p36">
              <a:extLst>
                <a:ext uri="{FF2B5EF4-FFF2-40B4-BE49-F238E27FC236}">
                  <a16:creationId xmlns:a16="http://schemas.microsoft.com/office/drawing/2014/main" id="{FAEA2699-9B8C-10D6-E715-E3C12AEF983F}"/>
                </a:ext>
              </a:extLst>
            </p:cNvPr>
            <p:cNvSpPr/>
            <p:nvPr/>
          </p:nvSpPr>
          <p:spPr>
            <a:xfrm>
              <a:off x="4566001" y="3130328"/>
              <a:ext cx="73054" cy="69006"/>
            </a:xfrm>
            <a:custGeom>
              <a:avLst/>
              <a:gdLst/>
              <a:ahLst/>
              <a:cxnLst/>
              <a:rect l="l" t="t" r="r" b="b"/>
              <a:pathLst>
                <a:path w="1173" h="1108" extrusionOk="0">
                  <a:moveTo>
                    <a:pt x="447" y="159"/>
                  </a:moveTo>
                  <a:cubicBezTo>
                    <a:pt x="586" y="159"/>
                    <a:pt x="726" y="187"/>
                    <a:pt x="865" y="187"/>
                  </a:cubicBezTo>
                  <a:cubicBezTo>
                    <a:pt x="865" y="187"/>
                    <a:pt x="893" y="214"/>
                    <a:pt x="921" y="270"/>
                  </a:cubicBezTo>
                  <a:cubicBezTo>
                    <a:pt x="1005" y="410"/>
                    <a:pt x="949" y="772"/>
                    <a:pt x="921" y="856"/>
                  </a:cubicBezTo>
                  <a:cubicBezTo>
                    <a:pt x="893" y="912"/>
                    <a:pt x="781" y="940"/>
                    <a:pt x="614" y="940"/>
                  </a:cubicBezTo>
                  <a:cubicBezTo>
                    <a:pt x="502" y="940"/>
                    <a:pt x="335" y="940"/>
                    <a:pt x="251" y="912"/>
                  </a:cubicBezTo>
                  <a:cubicBezTo>
                    <a:pt x="223" y="745"/>
                    <a:pt x="196" y="298"/>
                    <a:pt x="223" y="187"/>
                  </a:cubicBezTo>
                  <a:cubicBezTo>
                    <a:pt x="307" y="159"/>
                    <a:pt x="363" y="159"/>
                    <a:pt x="447" y="159"/>
                  </a:cubicBezTo>
                  <a:close/>
                  <a:moveTo>
                    <a:pt x="455" y="1"/>
                  </a:moveTo>
                  <a:cubicBezTo>
                    <a:pt x="357" y="1"/>
                    <a:pt x="260" y="8"/>
                    <a:pt x="168" y="19"/>
                  </a:cubicBezTo>
                  <a:lnTo>
                    <a:pt x="140" y="19"/>
                  </a:lnTo>
                  <a:lnTo>
                    <a:pt x="140" y="47"/>
                  </a:lnTo>
                  <a:cubicBezTo>
                    <a:pt x="0" y="159"/>
                    <a:pt x="56" y="884"/>
                    <a:pt x="112" y="996"/>
                  </a:cubicBezTo>
                  <a:lnTo>
                    <a:pt x="140" y="1024"/>
                  </a:lnTo>
                  <a:lnTo>
                    <a:pt x="168" y="1024"/>
                  </a:lnTo>
                  <a:cubicBezTo>
                    <a:pt x="279" y="1079"/>
                    <a:pt x="447" y="1107"/>
                    <a:pt x="614" y="1107"/>
                  </a:cubicBezTo>
                  <a:cubicBezTo>
                    <a:pt x="865" y="1107"/>
                    <a:pt x="1005" y="1051"/>
                    <a:pt x="1060" y="940"/>
                  </a:cubicBezTo>
                  <a:cubicBezTo>
                    <a:pt x="1116" y="828"/>
                    <a:pt x="1172" y="410"/>
                    <a:pt x="1060" y="187"/>
                  </a:cubicBezTo>
                  <a:cubicBezTo>
                    <a:pt x="1005" y="75"/>
                    <a:pt x="921" y="47"/>
                    <a:pt x="865" y="47"/>
                  </a:cubicBezTo>
                  <a:cubicBezTo>
                    <a:pt x="734" y="14"/>
                    <a:pt x="594" y="1"/>
                    <a:pt x="455" y="1"/>
                  </a:cubicBezTo>
                  <a:close/>
                </a:path>
              </a:pathLst>
            </a:custGeom>
            <a:solidFill>
              <a:srgbClr val="AAA6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2335;p36">
              <a:extLst>
                <a:ext uri="{FF2B5EF4-FFF2-40B4-BE49-F238E27FC236}">
                  <a16:creationId xmlns:a16="http://schemas.microsoft.com/office/drawing/2014/main" id="{C7EE921A-F1BE-AB83-0317-4587929BB603}"/>
                </a:ext>
              </a:extLst>
            </p:cNvPr>
            <p:cNvSpPr/>
            <p:nvPr/>
          </p:nvSpPr>
          <p:spPr>
            <a:xfrm>
              <a:off x="6256670" y="3171246"/>
              <a:ext cx="790645" cy="413788"/>
            </a:xfrm>
            <a:custGeom>
              <a:avLst/>
              <a:gdLst/>
              <a:ahLst/>
              <a:cxnLst/>
              <a:rect l="l" t="t" r="r" b="b"/>
              <a:pathLst>
                <a:path w="12695" h="6644" extrusionOk="0">
                  <a:moveTo>
                    <a:pt x="6951" y="0"/>
                  </a:moveTo>
                  <a:cubicBezTo>
                    <a:pt x="5777" y="0"/>
                    <a:pt x="4817" y="195"/>
                    <a:pt x="4548" y="311"/>
                  </a:cubicBezTo>
                  <a:cubicBezTo>
                    <a:pt x="3125" y="924"/>
                    <a:pt x="809" y="2905"/>
                    <a:pt x="0" y="4356"/>
                  </a:cubicBezTo>
                  <a:cubicBezTo>
                    <a:pt x="837" y="4523"/>
                    <a:pt x="1144" y="5639"/>
                    <a:pt x="1032" y="6644"/>
                  </a:cubicBezTo>
                  <a:cubicBezTo>
                    <a:pt x="1786" y="6002"/>
                    <a:pt x="2874" y="4830"/>
                    <a:pt x="3599" y="4105"/>
                  </a:cubicBezTo>
                  <a:cubicBezTo>
                    <a:pt x="4595" y="3109"/>
                    <a:pt x="5124" y="2780"/>
                    <a:pt x="6396" y="2780"/>
                  </a:cubicBezTo>
                  <a:cubicBezTo>
                    <a:pt x="6549" y="2780"/>
                    <a:pt x="6714" y="2785"/>
                    <a:pt x="6891" y="2794"/>
                  </a:cubicBezTo>
                  <a:cubicBezTo>
                    <a:pt x="7929" y="2856"/>
                    <a:pt x="9059" y="3088"/>
                    <a:pt x="10132" y="3088"/>
                  </a:cubicBezTo>
                  <a:cubicBezTo>
                    <a:pt x="10502" y="3088"/>
                    <a:pt x="10865" y="3061"/>
                    <a:pt x="11216" y="2989"/>
                  </a:cubicBezTo>
                  <a:cubicBezTo>
                    <a:pt x="11634" y="2905"/>
                    <a:pt x="12694" y="2543"/>
                    <a:pt x="12694" y="1901"/>
                  </a:cubicBezTo>
                  <a:cubicBezTo>
                    <a:pt x="12666" y="1287"/>
                    <a:pt x="11941" y="980"/>
                    <a:pt x="11467" y="813"/>
                  </a:cubicBezTo>
                  <a:cubicBezTo>
                    <a:pt x="10710" y="543"/>
                    <a:pt x="9562" y="142"/>
                    <a:pt x="8705" y="142"/>
                  </a:cubicBezTo>
                  <a:cubicBezTo>
                    <a:pt x="8676" y="142"/>
                    <a:pt x="8649" y="142"/>
                    <a:pt x="8621" y="143"/>
                  </a:cubicBezTo>
                  <a:cubicBezTo>
                    <a:pt x="8050" y="40"/>
                    <a:pt x="7479" y="0"/>
                    <a:pt x="6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2336;p36">
              <a:extLst>
                <a:ext uri="{FF2B5EF4-FFF2-40B4-BE49-F238E27FC236}">
                  <a16:creationId xmlns:a16="http://schemas.microsoft.com/office/drawing/2014/main" id="{7A742B62-91C8-E7B7-F50D-F9B25DF8C4F2}"/>
                </a:ext>
              </a:extLst>
            </p:cNvPr>
            <p:cNvSpPr/>
            <p:nvPr/>
          </p:nvSpPr>
          <p:spPr>
            <a:xfrm>
              <a:off x="6256670" y="3225306"/>
              <a:ext cx="790645" cy="359729"/>
            </a:xfrm>
            <a:custGeom>
              <a:avLst/>
              <a:gdLst/>
              <a:ahLst/>
              <a:cxnLst/>
              <a:rect l="l" t="t" r="r" b="b"/>
              <a:pathLst>
                <a:path w="12695" h="5776" extrusionOk="0">
                  <a:moveTo>
                    <a:pt x="3543" y="1"/>
                  </a:moveTo>
                  <a:lnTo>
                    <a:pt x="3543" y="1"/>
                  </a:lnTo>
                  <a:cubicBezTo>
                    <a:pt x="2204" y="866"/>
                    <a:pt x="642" y="2344"/>
                    <a:pt x="0" y="3488"/>
                  </a:cubicBezTo>
                  <a:cubicBezTo>
                    <a:pt x="837" y="3655"/>
                    <a:pt x="1144" y="4771"/>
                    <a:pt x="1032" y="5776"/>
                  </a:cubicBezTo>
                  <a:cubicBezTo>
                    <a:pt x="1786" y="5134"/>
                    <a:pt x="2874" y="3962"/>
                    <a:pt x="3599" y="3237"/>
                  </a:cubicBezTo>
                  <a:cubicBezTo>
                    <a:pt x="4595" y="2241"/>
                    <a:pt x="5124" y="1912"/>
                    <a:pt x="6396" y="1912"/>
                  </a:cubicBezTo>
                  <a:cubicBezTo>
                    <a:pt x="6549" y="1912"/>
                    <a:pt x="6714" y="1917"/>
                    <a:pt x="6891" y="1926"/>
                  </a:cubicBezTo>
                  <a:cubicBezTo>
                    <a:pt x="7929" y="1988"/>
                    <a:pt x="9059" y="2220"/>
                    <a:pt x="10132" y="2220"/>
                  </a:cubicBezTo>
                  <a:cubicBezTo>
                    <a:pt x="10502" y="2220"/>
                    <a:pt x="10865" y="2193"/>
                    <a:pt x="11216" y="2121"/>
                  </a:cubicBezTo>
                  <a:cubicBezTo>
                    <a:pt x="11634" y="2037"/>
                    <a:pt x="12694" y="1675"/>
                    <a:pt x="12694" y="1033"/>
                  </a:cubicBezTo>
                  <a:cubicBezTo>
                    <a:pt x="12666" y="503"/>
                    <a:pt x="12136" y="224"/>
                    <a:pt x="11690" y="29"/>
                  </a:cubicBezTo>
                  <a:cubicBezTo>
                    <a:pt x="11327" y="726"/>
                    <a:pt x="10630" y="921"/>
                    <a:pt x="9681" y="949"/>
                  </a:cubicBezTo>
                  <a:cubicBezTo>
                    <a:pt x="9602" y="952"/>
                    <a:pt x="9520" y="953"/>
                    <a:pt x="9436" y="953"/>
                  </a:cubicBezTo>
                  <a:cubicBezTo>
                    <a:pt x="8648" y="953"/>
                    <a:pt x="7624" y="833"/>
                    <a:pt x="6919" y="531"/>
                  </a:cubicBezTo>
                  <a:cubicBezTo>
                    <a:pt x="6835" y="503"/>
                    <a:pt x="6752" y="475"/>
                    <a:pt x="6696" y="447"/>
                  </a:cubicBezTo>
                  <a:cubicBezTo>
                    <a:pt x="6393" y="339"/>
                    <a:pt x="6107" y="298"/>
                    <a:pt x="5825" y="298"/>
                  </a:cubicBezTo>
                  <a:cubicBezTo>
                    <a:pt x="5743" y="298"/>
                    <a:pt x="5661" y="301"/>
                    <a:pt x="5580" y="308"/>
                  </a:cubicBezTo>
                  <a:cubicBezTo>
                    <a:pt x="5182" y="374"/>
                    <a:pt x="4591" y="616"/>
                    <a:pt x="4127" y="616"/>
                  </a:cubicBezTo>
                  <a:cubicBezTo>
                    <a:pt x="4005" y="616"/>
                    <a:pt x="3893" y="599"/>
                    <a:pt x="3794" y="559"/>
                  </a:cubicBezTo>
                  <a:cubicBezTo>
                    <a:pt x="3320" y="391"/>
                    <a:pt x="3543" y="1"/>
                    <a:pt x="35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2337;p36">
              <a:extLst>
                <a:ext uri="{FF2B5EF4-FFF2-40B4-BE49-F238E27FC236}">
                  <a16:creationId xmlns:a16="http://schemas.microsoft.com/office/drawing/2014/main" id="{644764E2-25F1-BACE-F9CF-28A38A7B65B9}"/>
                </a:ext>
              </a:extLst>
            </p:cNvPr>
            <p:cNvSpPr/>
            <p:nvPr/>
          </p:nvSpPr>
          <p:spPr>
            <a:xfrm>
              <a:off x="6256670" y="3249658"/>
              <a:ext cx="790645" cy="335378"/>
            </a:xfrm>
            <a:custGeom>
              <a:avLst/>
              <a:gdLst/>
              <a:ahLst/>
              <a:cxnLst/>
              <a:rect l="l" t="t" r="r" b="b"/>
              <a:pathLst>
                <a:path w="12695" h="5385" extrusionOk="0">
                  <a:moveTo>
                    <a:pt x="6166" y="0"/>
                  </a:moveTo>
                  <a:cubicBezTo>
                    <a:pt x="5943" y="140"/>
                    <a:pt x="5775" y="363"/>
                    <a:pt x="5524" y="475"/>
                  </a:cubicBezTo>
                  <a:cubicBezTo>
                    <a:pt x="5486" y="500"/>
                    <a:pt x="5443" y="513"/>
                    <a:pt x="5402" y="513"/>
                  </a:cubicBezTo>
                  <a:cubicBezTo>
                    <a:pt x="5351" y="513"/>
                    <a:pt x="5304" y="493"/>
                    <a:pt x="5273" y="447"/>
                  </a:cubicBezTo>
                  <a:cubicBezTo>
                    <a:pt x="5141" y="315"/>
                    <a:pt x="5078" y="261"/>
                    <a:pt x="5051" y="261"/>
                  </a:cubicBezTo>
                  <a:cubicBezTo>
                    <a:pt x="4988" y="261"/>
                    <a:pt x="5137" y="570"/>
                    <a:pt x="5078" y="865"/>
                  </a:cubicBezTo>
                  <a:cubicBezTo>
                    <a:pt x="5015" y="1116"/>
                    <a:pt x="4732" y="1148"/>
                    <a:pt x="4442" y="1148"/>
                  </a:cubicBezTo>
                  <a:cubicBezTo>
                    <a:pt x="4345" y="1148"/>
                    <a:pt x="4248" y="1144"/>
                    <a:pt x="4157" y="1144"/>
                  </a:cubicBezTo>
                  <a:cubicBezTo>
                    <a:pt x="4241" y="1367"/>
                    <a:pt x="4241" y="1618"/>
                    <a:pt x="4018" y="1814"/>
                  </a:cubicBezTo>
                  <a:cubicBezTo>
                    <a:pt x="3655" y="2176"/>
                    <a:pt x="3181" y="2372"/>
                    <a:pt x="2818" y="2734"/>
                  </a:cubicBezTo>
                  <a:cubicBezTo>
                    <a:pt x="2539" y="3041"/>
                    <a:pt x="2260" y="3292"/>
                    <a:pt x="1925" y="3516"/>
                  </a:cubicBezTo>
                  <a:cubicBezTo>
                    <a:pt x="1798" y="3592"/>
                    <a:pt x="1660" y="3626"/>
                    <a:pt x="1518" y="3626"/>
                  </a:cubicBezTo>
                  <a:cubicBezTo>
                    <a:pt x="1040" y="3626"/>
                    <a:pt x="518" y="3236"/>
                    <a:pt x="195" y="2762"/>
                  </a:cubicBezTo>
                  <a:cubicBezTo>
                    <a:pt x="112" y="2874"/>
                    <a:pt x="56" y="2985"/>
                    <a:pt x="0" y="3097"/>
                  </a:cubicBezTo>
                  <a:cubicBezTo>
                    <a:pt x="837" y="3264"/>
                    <a:pt x="1144" y="4380"/>
                    <a:pt x="1032" y="5385"/>
                  </a:cubicBezTo>
                  <a:cubicBezTo>
                    <a:pt x="1786" y="4743"/>
                    <a:pt x="2874" y="3571"/>
                    <a:pt x="3599" y="2846"/>
                  </a:cubicBezTo>
                  <a:cubicBezTo>
                    <a:pt x="4595" y="1850"/>
                    <a:pt x="5124" y="1521"/>
                    <a:pt x="6396" y="1521"/>
                  </a:cubicBezTo>
                  <a:cubicBezTo>
                    <a:pt x="6549" y="1521"/>
                    <a:pt x="6714" y="1526"/>
                    <a:pt x="6891" y="1535"/>
                  </a:cubicBezTo>
                  <a:cubicBezTo>
                    <a:pt x="7929" y="1597"/>
                    <a:pt x="9059" y="1829"/>
                    <a:pt x="10132" y="1829"/>
                  </a:cubicBezTo>
                  <a:cubicBezTo>
                    <a:pt x="10502" y="1829"/>
                    <a:pt x="10865" y="1802"/>
                    <a:pt x="11216" y="1730"/>
                  </a:cubicBezTo>
                  <a:cubicBezTo>
                    <a:pt x="11634" y="1646"/>
                    <a:pt x="12694" y="1284"/>
                    <a:pt x="12694" y="642"/>
                  </a:cubicBezTo>
                  <a:cubicBezTo>
                    <a:pt x="12694" y="391"/>
                    <a:pt x="12555" y="196"/>
                    <a:pt x="12387" y="28"/>
                  </a:cubicBezTo>
                  <a:cubicBezTo>
                    <a:pt x="12087" y="628"/>
                    <a:pt x="11654" y="1229"/>
                    <a:pt x="11008" y="1229"/>
                  </a:cubicBezTo>
                  <a:cubicBezTo>
                    <a:pt x="10994" y="1229"/>
                    <a:pt x="10979" y="1228"/>
                    <a:pt x="10964" y="1228"/>
                  </a:cubicBezTo>
                  <a:cubicBezTo>
                    <a:pt x="10731" y="1277"/>
                    <a:pt x="10497" y="1296"/>
                    <a:pt x="10262" y="1296"/>
                  </a:cubicBezTo>
                  <a:cubicBezTo>
                    <a:pt x="9377" y="1296"/>
                    <a:pt x="8481" y="1023"/>
                    <a:pt x="7584" y="1023"/>
                  </a:cubicBezTo>
                  <a:cubicBezTo>
                    <a:pt x="7493" y="1023"/>
                    <a:pt x="7401" y="1026"/>
                    <a:pt x="7310" y="1033"/>
                  </a:cubicBezTo>
                  <a:cubicBezTo>
                    <a:pt x="7262" y="1036"/>
                    <a:pt x="7217" y="1037"/>
                    <a:pt x="7173" y="1037"/>
                  </a:cubicBezTo>
                  <a:cubicBezTo>
                    <a:pt x="6445" y="1037"/>
                    <a:pt x="6218" y="606"/>
                    <a:pt x="61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2338;p36">
              <a:extLst>
                <a:ext uri="{FF2B5EF4-FFF2-40B4-BE49-F238E27FC236}">
                  <a16:creationId xmlns:a16="http://schemas.microsoft.com/office/drawing/2014/main" id="{905C2DDF-9E68-3FE4-A738-7E1B39DE57CB}"/>
                </a:ext>
              </a:extLst>
            </p:cNvPr>
            <p:cNvSpPr/>
            <p:nvPr/>
          </p:nvSpPr>
          <p:spPr>
            <a:xfrm>
              <a:off x="5446960" y="2917079"/>
              <a:ext cx="1259738" cy="1038083"/>
            </a:xfrm>
            <a:custGeom>
              <a:avLst/>
              <a:gdLst/>
              <a:ahLst/>
              <a:cxnLst/>
              <a:rect l="l" t="t" r="r" b="b"/>
              <a:pathLst>
                <a:path w="20227" h="16668" extrusionOk="0">
                  <a:moveTo>
                    <a:pt x="307" y="0"/>
                  </a:moveTo>
                  <a:cubicBezTo>
                    <a:pt x="208" y="0"/>
                    <a:pt x="113" y="56"/>
                    <a:pt x="56" y="151"/>
                  </a:cubicBezTo>
                  <a:cubicBezTo>
                    <a:pt x="0" y="318"/>
                    <a:pt x="56" y="486"/>
                    <a:pt x="195" y="542"/>
                  </a:cubicBezTo>
                  <a:cubicBezTo>
                    <a:pt x="279" y="597"/>
                    <a:pt x="474" y="681"/>
                    <a:pt x="698" y="793"/>
                  </a:cubicBezTo>
                  <a:cubicBezTo>
                    <a:pt x="977" y="904"/>
                    <a:pt x="1256" y="1044"/>
                    <a:pt x="1339" y="1072"/>
                  </a:cubicBezTo>
                  <a:cubicBezTo>
                    <a:pt x="4380" y="2578"/>
                    <a:pt x="7254" y="4615"/>
                    <a:pt x="10016" y="6596"/>
                  </a:cubicBezTo>
                  <a:cubicBezTo>
                    <a:pt x="10546" y="6986"/>
                    <a:pt x="11048" y="7349"/>
                    <a:pt x="11578" y="7712"/>
                  </a:cubicBezTo>
                  <a:cubicBezTo>
                    <a:pt x="15373" y="10362"/>
                    <a:pt x="18079" y="13319"/>
                    <a:pt x="19641" y="16500"/>
                  </a:cubicBezTo>
                  <a:cubicBezTo>
                    <a:pt x="19669" y="16612"/>
                    <a:pt x="19781" y="16667"/>
                    <a:pt x="19892" y="16667"/>
                  </a:cubicBezTo>
                  <a:cubicBezTo>
                    <a:pt x="19948" y="16667"/>
                    <a:pt x="19976" y="16667"/>
                    <a:pt x="20032" y="16639"/>
                  </a:cubicBezTo>
                  <a:cubicBezTo>
                    <a:pt x="20171" y="16556"/>
                    <a:pt x="20227" y="16388"/>
                    <a:pt x="20143" y="16249"/>
                  </a:cubicBezTo>
                  <a:cubicBezTo>
                    <a:pt x="18553" y="12985"/>
                    <a:pt x="15791" y="9944"/>
                    <a:pt x="11913" y="7237"/>
                  </a:cubicBezTo>
                  <a:cubicBezTo>
                    <a:pt x="11411" y="6875"/>
                    <a:pt x="10881" y="6484"/>
                    <a:pt x="10379" y="6121"/>
                  </a:cubicBezTo>
                  <a:cubicBezTo>
                    <a:pt x="7561" y="4141"/>
                    <a:pt x="4659" y="2076"/>
                    <a:pt x="1590" y="542"/>
                  </a:cubicBezTo>
                  <a:cubicBezTo>
                    <a:pt x="1507" y="514"/>
                    <a:pt x="1228" y="374"/>
                    <a:pt x="949" y="263"/>
                  </a:cubicBezTo>
                  <a:cubicBezTo>
                    <a:pt x="726" y="151"/>
                    <a:pt x="530" y="67"/>
                    <a:pt x="447" y="39"/>
                  </a:cubicBezTo>
                  <a:cubicBezTo>
                    <a:pt x="402" y="13"/>
                    <a:pt x="354" y="0"/>
                    <a:pt x="307" y="0"/>
                  </a:cubicBezTo>
                  <a:close/>
                </a:path>
              </a:pathLst>
            </a:custGeom>
            <a:solidFill>
              <a:srgbClr val="C7D5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2339;p36">
              <a:extLst>
                <a:ext uri="{FF2B5EF4-FFF2-40B4-BE49-F238E27FC236}">
                  <a16:creationId xmlns:a16="http://schemas.microsoft.com/office/drawing/2014/main" id="{89D563C9-3DFE-68F8-6230-E9D106F211C7}"/>
                </a:ext>
              </a:extLst>
            </p:cNvPr>
            <p:cNvSpPr/>
            <p:nvPr/>
          </p:nvSpPr>
          <p:spPr>
            <a:xfrm>
              <a:off x="6682357" y="3449454"/>
              <a:ext cx="196369" cy="498738"/>
            </a:xfrm>
            <a:custGeom>
              <a:avLst/>
              <a:gdLst/>
              <a:ahLst/>
              <a:cxnLst/>
              <a:rect l="l" t="t" r="r" b="b"/>
              <a:pathLst>
                <a:path w="3153" h="8008" extrusionOk="0">
                  <a:moveTo>
                    <a:pt x="2567" y="1"/>
                  </a:moveTo>
                  <a:cubicBezTo>
                    <a:pt x="2428" y="29"/>
                    <a:pt x="2400" y="29"/>
                    <a:pt x="2232" y="112"/>
                  </a:cubicBezTo>
                  <a:cubicBezTo>
                    <a:pt x="2065" y="168"/>
                    <a:pt x="1898" y="252"/>
                    <a:pt x="1842" y="280"/>
                  </a:cubicBezTo>
                  <a:cubicBezTo>
                    <a:pt x="1898" y="308"/>
                    <a:pt x="1925" y="335"/>
                    <a:pt x="1981" y="335"/>
                  </a:cubicBezTo>
                  <a:cubicBezTo>
                    <a:pt x="2065" y="391"/>
                    <a:pt x="2121" y="419"/>
                    <a:pt x="2204" y="447"/>
                  </a:cubicBezTo>
                  <a:cubicBezTo>
                    <a:pt x="2255" y="433"/>
                    <a:pt x="2307" y="426"/>
                    <a:pt x="2357" y="426"/>
                  </a:cubicBezTo>
                  <a:cubicBezTo>
                    <a:pt x="2611" y="426"/>
                    <a:pt x="2837" y="604"/>
                    <a:pt x="2790" y="977"/>
                  </a:cubicBezTo>
                  <a:cubicBezTo>
                    <a:pt x="2790" y="1786"/>
                    <a:pt x="2177" y="3125"/>
                    <a:pt x="2093" y="3321"/>
                  </a:cubicBezTo>
                  <a:cubicBezTo>
                    <a:pt x="1730" y="4241"/>
                    <a:pt x="1395" y="5106"/>
                    <a:pt x="1088" y="6055"/>
                  </a:cubicBezTo>
                  <a:cubicBezTo>
                    <a:pt x="893" y="6585"/>
                    <a:pt x="670" y="7450"/>
                    <a:pt x="112" y="7729"/>
                  </a:cubicBezTo>
                  <a:lnTo>
                    <a:pt x="0" y="7757"/>
                  </a:lnTo>
                  <a:cubicBezTo>
                    <a:pt x="28" y="7868"/>
                    <a:pt x="84" y="7952"/>
                    <a:pt x="196" y="8008"/>
                  </a:cubicBezTo>
                  <a:lnTo>
                    <a:pt x="307" y="8008"/>
                  </a:lnTo>
                  <a:cubicBezTo>
                    <a:pt x="419" y="8008"/>
                    <a:pt x="530" y="7952"/>
                    <a:pt x="586" y="7812"/>
                  </a:cubicBezTo>
                  <a:cubicBezTo>
                    <a:pt x="698" y="7478"/>
                    <a:pt x="1005" y="6752"/>
                    <a:pt x="1312" y="5915"/>
                  </a:cubicBezTo>
                  <a:cubicBezTo>
                    <a:pt x="2539" y="2791"/>
                    <a:pt x="3125" y="1228"/>
                    <a:pt x="3153" y="866"/>
                  </a:cubicBezTo>
                  <a:cubicBezTo>
                    <a:pt x="3153" y="419"/>
                    <a:pt x="2874" y="168"/>
                    <a:pt x="2567" y="1"/>
                  </a:cubicBezTo>
                  <a:close/>
                </a:path>
              </a:pathLst>
            </a:custGeom>
            <a:solidFill>
              <a:srgbClr val="868E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2340;p36">
              <a:extLst>
                <a:ext uri="{FF2B5EF4-FFF2-40B4-BE49-F238E27FC236}">
                  <a16:creationId xmlns:a16="http://schemas.microsoft.com/office/drawing/2014/main" id="{02EA87B7-FD74-41F2-CB76-3ED662C48FF3}"/>
                </a:ext>
              </a:extLst>
            </p:cNvPr>
            <p:cNvSpPr/>
            <p:nvPr/>
          </p:nvSpPr>
          <p:spPr>
            <a:xfrm>
              <a:off x="5448704" y="2931652"/>
              <a:ext cx="1257994" cy="1023510"/>
            </a:xfrm>
            <a:custGeom>
              <a:avLst/>
              <a:gdLst/>
              <a:ahLst/>
              <a:cxnLst/>
              <a:rect l="l" t="t" r="r" b="b"/>
              <a:pathLst>
                <a:path w="20199" h="16434" extrusionOk="0">
                  <a:moveTo>
                    <a:pt x="28" y="1"/>
                  </a:moveTo>
                  <a:lnTo>
                    <a:pt x="28" y="1"/>
                  </a:lnTo>
                  <a:cubicBezTo>
                    <a:pt x="0" y="112"/>
                    <a:pt x="56" y="252"/>
                    <a:pt x="167" y="308"/>
                  </a:cubicBezTo>
                  <a:cubicBezTo>
                    <a:pt x="251" y="363"/>
                    <a:pt x="446" y="447"/>
                    <a:pt x="670" y="559"/>
                  </a:cubicBezTo>
                  <a:cubicBezTo>
                    <a:pt x="949" y="670"/>
                    <a:pt x="1228" y="810"/>
                    <a:pt x="1311" y="838"/>
                  </a:cubicBezTo>
                  <a:cubicBezTo>
                    <a:pt x="4352" y="2344"/>
                    <a:pt x="7226" y="4381"/>
                    <a:pt x="9988" y="6362"/>
                  </a:cubicBezTo>
                  <a:cubicBezTo>
                    <a:pt x="10518" y="6752"/>
                    <a:pt x="11020" y="7115"/>
                    <a:pt x="11550" y="7478"/>
                  </a:cubicBezTo>
                  <a:cubicBezTo>
                    <a:pt x="15345" y="10128"/>
                    <a:pt x="18051" y="13085"/>
                    <a:pt x="19613" y="16266"/>
                  </a:cubicBezTo>
                  <a:cubicBezTo>
                    <a:pt x="19641" y="16378"/>
                    <a:pt x="19753" y="16433"/>
                    <a:pt x="19864" y="16433"/>
                  </a:cubicBezTo>
                  <a:cubicBezTo>
                    <a:pt x="19920" y="16433"/>
                    <a:pt x="19948" y="16433"/>
                    <a:pt x="20004" y="16405"/>
                  </a:cubicBezTo>
                  <a:cubicBezTo>
                    <a:pt x="20143" y="16322"/>
                    <a:pt x="20199" y="16154"/>
                    <a:pt x="20115" y="16015"/>
                  </a:cubicBezTo>
                  <a:cubicBezTo>
                    <a:pt x="20087" y="15959"/>
                    <a:pt x="20059" y="15903"/>
                    <a:pt x="20032" y="15820"/>
                  </a:cubicBezTo>
                  <a:cubicBezTo>
                    <a:pt x="19984" y="15899"/>
                    <a:pt x="19901" y="15951"/>
                    <a:pt x="19823" y="15951"/>
                  </a:cubicBezTo>
                  <a:cubicBezTo>
                    <a:pt x="19762" y="15951"/>
                    <a:pt x="19705" y="15920"/>
                    <a:pt x="19669" y="15847"/>
                  </a:cubicBezTo>
                  <a:cubicBezTo>
                    <a:pt x="19418" y="15429"/>
                    <a:pt x="19195" y="14983"/>
                    <a:pt x="18971" y="14536"/>
                  </a:cubicBezTo>
                  <a:cubicBezTo>
                    <a:pt x="17102" y="11718"/>
                    <a:pt x="15205" y="9347"/>
                    <a:pt x="8984" y="5246"/>
                  </a:cubicBezTo>
                  <a:cubicBezTo>
                    <a:pt x="7951" y="4576"/>
                    <a:pt x="4045" y="2037"/>
                    <a:pt x="3041" y="1479"/>
                  </a:cubicBezTo>
                  <a:cubicBezTo>
                    <a:pt x="2399" y="1145"/>
                    <a:pt x="1813" y="698"/>
                    <a:pt x="1172" y="391"/>
                  </a:cubicBezTo>
                  <a:cubicBezTo>
                    <a:pt x="781" y="280"/>
                    <a:pt x="391" y="140"/>
                    <a:pt x="28" y="1"/>
                  </a:cubicBezTo>
                  <a:close/>
                </a:path>
              </a:pathLst>
            </a:custGeom>
            <a:solidFill>
              <a:srgbClr val="868E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2341;p36">
              <a:extLst>
                <a:ext uri="{FF2B5EF4-FFF2-40B4-BE49-F238E27FC236}">
                  <a16:creationId xmlns:a16="http://schemas.microsoft.com/office/drawing/2014/main" id="{9C20613D-F2CB-ABF4-D92D-5E25D6D0F427}"/>
                </a:ext>
              </a:extLst>
            </p:cNvPr>
            <p:cNvSpPr/>
            <p:nvPr/>
          </p:nvSpPr>
          <p:spPr>
            <a:xfrm>
              <a:off x="6664981" y="3915128"/>
              <a:ext cx="27839" cy="27901"/>
            </a:xfrm>
            <a:custGeom>
              <a:avLst/>
              <a:gdLst/>
              <a:ahLst/>
              <a:cxnLst/>
              <a:rect l="l" t="t" r="r" b="b"/>
              <a:pathLst>
                <a:path w="447" h="448" extrusionOk="0">
                  <a:moveTo>
                    <a:pt x="224" y="1"/>
                  </a:moveTo>
                  <a:cubicBezTo>
                    <a:pt x="112" y="1"/>
                    <a:pt x="0" y="112"/>
                    <a:pt x="0" y="224"/>
                  </a:cubicBezTo>
                  <a:cubicBezTo>
                    <a:pt x="0" y="335"/>
                    <a:pt x="112" y="447"/>
                    <a:pt x="224" y="447"/>
                  </a:cubicBezTo>
                  <a:cubicBezTo>
                    <a:pt x="363" y="447"/>
                    <a:pt x="447" y="335"/>
                    <a:pt x="447" y="224"/>
                  </a:cubicBezTo>
                  <a:cubicBezTo>
                    <a:pt x="447" y="112"/>
                    <a:pt x="363" y="1"/>
                    <a:pt x="224" y="1"/>
                  </a:cubicBezTo>
                  <a:close/>
                </a:path>
              </a:pathLst>
            </a:custGeom>
            <a:solidFill>
              <a:srgbClr val="4F5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2342;p36">
              <a:extLst>
                <a:ext uri="{FF2B5EF4-FFF2-40B4-BE49-F238E27FC236}">
                  <a16:creationId xmlns:a16="http://schemas.microsoft.com/office/drawing/2014/main" id="{8F5351E3-6F9D-1723-94BC-228B0D3174A1}"/>
                </a:ext>
              </a:extLst>
            </p:cNvPr>
            <p:cNvSpPr/>
            <p:nvPr/>
          </p:nvSpPr>
          <p:spPr>
            <a:xfrm>
              <a:off x="6675382" y="3918615"/>
              <a:ext cx="20926" cy="15695"/>
            </a:xfrm>
            <a:custGeom>
              <a:avLst/>
              <a:gdLst/>
              <a:ahLst/>
              <a:cxnLst/>
              <a:rect l="l" t="t" r="r" b="b"/>
              <a:pathLst>
                <a:path w="336" h="252" extrusionOk="0">
                  <a:moveTo>
                    <a:pt x="29" y="0"/>
                  </a:moveTo>
                  <a:lnTo>
                    <a:pt x="1" y="56"/>
                  </a:lnTo>
                  <a:lnTo>
                    <a:pt x="112" y="84"/>
                  </a:lnTo>
                  <a:cubicBezTo>
                    <a:pt x="168" y="140"/>
                    <a:pt x="168" y="196"/>
                    <a:pt x="168" y="252"/>
                  </a:cubicBezTo>
                  <a:cubicBezTo>
                    <a:pt x="336" y="112"/>
                    <a:pt x="168" y="0"/>
                    <a:pt x="29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2343;p36">
              <a:extLst>
                <a:ext uri="{FF2B5EF4-FFF2-40B4-BE49-F238E27FC236}">
                  <a16:creationId xmlns:a16="http://schemas.microsoft.com/office/drawing/2014/main" id="{350C7EEF-9AA2-F490-6C69-5477D43CCFFF}"/>
                </a:ext>
              </a:extLst>
            </p:cNvPr>
            <p:cNvSpPr/>
            <p:nvPr/>
          </p:nvSpPr>
          <p:spPr>
            <a:xfrm>
              <a:off x="6694502" y="3901239"/>
              <a:ext cx="26158" cy="27839"/>
            </a:xfrm>
            <a:custGeom>
              <a:avLst/>
              <a:gdLst/>
              <a:ahLst/>
              <a:cxnLst/>
              <a:rect l="l" t="t" r="r" b="b"/>
              <a:pathLst>
                <a:path w="420" h="447" extrusionOk="0">
                  <a:moveTo>
                    <a:pt x="196" y="0"/>
                  </a:moveTo>
                  <a:cubicBezTo>
                    <a:pt x="84" y="0"/>
                    <a:pt x="1" y="112"/>
                    <a:pt x="1" y="224"/>
                  </a:cubicBezTo>
                  <a:cubicBezTo>
                    <a:pt x="1" y="335"/>
                    <a:pt x="84" y="447"/>
                    <a:pt x="196" y="447"/>
                  </a:cubicBezTo>
                  <a:cubicBezTo>
                    <a:pt x="335" y="447"/>
                    <a:pt x="419" y="335"/>
                    <a:pt x="419" y="224"/>
                  </a:cubicBezTo>
                  <a:cubicBezTo>
                    <a:pt x="419" y="112"/>
                    <a:pt x="335" y="0"/>
                    <a:pt x="196" y="0"/>
                  </a:cubicBezTo>
                  <a:close/>
                </a:path>
              </a:pathLst>
            </a:custGeom>
            <a:solidFill>
              <a:srgbClr val="4F5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2344;p36">
              <a:extLst>
                <a:ext uri="{FF2B5EF4-FFF2-40B4-BE49-F238E27FC236}">
                  <a16:creationId xmlns:a16="http://schemas.microsoft.com/office/drawing/2014/main" id="{88DBFCFD-2122-05CE-EDD7-9206D529319E}"/>
                </a:ext>
              </a:extLst>
            </p:cNvPr>
            <p:cNvSpPr/>
            <p:nvPr/>
          </p:nvSpPr>
          <p:spPr>
            <a:xfrm>
              <a:off x="6703221" y="3902983"/>
              <a:ext cx="20864" cy="17438"/>
            </a:xfrm>
            <a:custGeom>
              <a:avLst/>
              <a:gdLst/>
              <a:ahLst/>
              <a:cxnLst/>
              <a:rect l="l" t="t" r="r" b="b"/>
              <a:pathLst>
                <a:path w="335" h="280" extrusionOk="0">
                  <a:moveTo>
                    <a:pt x="28" y="0"/>
                  </a:moveTo>
                  <a:lnTo>
                    <a:pt x="0" y="56"/>
                  </a:lnTo>
                  <a:lnTo>
                    <a:pt x="112" y="112"/>
                  </a:lnTo>
                  <a:cubicBezTo>
                    <a:pt x="168" y="140"/>
                    <a:pt x="168" y="196"/>
                    <a:pt x="168" y="279"/>
                  </a:cubicBezTo>
                  <a:cubicBezTo>
                    <a:pt x="335" y="140"/>
                    <a:pt x="168" y="28"/>
                    <a:pt x="28" y="0"/>
                  </a:cubicBezTo>
                  <a:close/>
                </a:path>
              </a:pathLst>
            </a:custGeom>
            <a:solidFill>
              <a:srgbClr val="EAF1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2345;p36">
              <a:extLst>
                <a:ext uri="{FF2B5EF4-FFF2-40B4-BE49-F238E27FC236}">
                  <a16:creationId xmlns:a16="http://schemas.microsoft.com/office/drawing/2014/main" id="{B57AEE1B-4366-12EB-AF30-72AD356D631D}"/>
                </a:ext>
              </a:extLst>
            </p:cNvPr>
            <p:cNvSpPr/>
            <p:nvPr/>
          </p:nvSpPr>
          <p:spPr>
            <a:xfrm>
              <a:off x="4529505" y="2881267"/>
              <a:ext cx="179055" cy="184224"/>
            </a:xfrm>
            <a:custGeom>
              <a:avLst/>
              <a:gdLst/>
              <a:ahLst/>
              <a:cxnLst/>
              <a:rect l="l" t="t" r="r" b="b"/>
              <a:pathLst>
                <a:path w="2875" h="2958" extrusionOk="0">
                  <a:moveTo>
                    <a:pt x="419" y="1"/>
                  </a:moveTo>
                  <a:lnTo>
                    <a:pt x="0" y="2539"/>
                  </a:lnTo>
                  <a:lnTo>
                    <a:pt x="2456" y="2958"/>
                  </a:lnTo>
                  <a:lnTo>
                    <a:pt x="2874" y="419"/>
                  </a:lnTo>
                  <a:lnTo>
                    <a:pt x="419" y="1"/>
                  </a:lnTo>
                  <a:close/>
                </a:path>
              </a:pathLst>
            </a:custGeom>
            <a:solidFill>
              <a:srgbClr val="F7F6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2346;p36">
              <a:extLst>
                <a:ext uri="{FF2B5EF4-FFF2-40B4-BE49-F238E27FC236}">
                  <a16:creationId xmlns:a16="http://schemas.microsoft.com/office/drawing/2014/main" id="{4411B7CD-2955-5ACB-2991-CF0D8D8A1D52}"/>
                </a:ext>
              </a:extLst>
            </p:cNvPr>
            <p:cNvSpPr/>
            <p:nvPr/>
          </p:nvSpPr>
          <p:spPr>
            <a:xfrm flipH="1">
              <a:off x="4571171" y="2905619"/>
              <a:ext cx="93918" cy="135584"/>
            </a:xfrm>
            <a:custGeom>
              <a:avLst/>
              <a:gdLst/>
              <a:ahLst/>
              <a:cxnLst/>
              <a:rect l="l" t="t" r="r" b="b"/>
              <a:pathLst>
                <a:path w="1508" h="2177" extrusionOk="0">
                  <a:moveTo>
                    <a:pt x="643" y="0"/>
                  </a:moveTo>
                  <a:cubicBezTo>
                    <a:pt x="587" y="28"/>
                    <a:pt x="503" y="56"/>
                    <a:pt x="447" y="84"/>
                  </a:cubicBezTo>
                  <a:cubicBezTo>
                    <a:pt x="392" y="140"/>
                    <a:pt x="336" y="168"/>
                    <a:pt x="280" y="251"/>
                  </a:cubicBezTo>
                  <a:cubicBezTo>
                    <a:pt x="252" y="307"/>
                    <a:pt x="224" y="363"/>
                    <a:pt x="224" y="447"/>
                  </a:cubicBezTo>
                  <a:cubicBezTo>
                    <a:pt x="196" y="530"/>
                    <a:pt x="196" y="586"/>
                    <a:pt x="224" y="642"/>
                  </a:cubicBezTo>
                  <a:cubicBezTo>
                    <a:pt x="224" y="698"/>
                    <a:pt x="224" y="726"/>
                    <a:pt x="252" y="781"/>
                  </a:cubicBezTo>
                  <a:cubicBezTo>
                    <a:pt x="280" y="837"/>
                    <a:pt x="308" y="865"/>
                    <a:pt x="364" y="893"/>
                  </a:cubicBezTo>
                  <a:cubicBezTo>
                    <a:pt x="392" y="921"/>
                    <a:pt x="447" y="949"/>
                    <a:pt x="503" y="977"/>
                  </a:cubicBezTo>
                  <a:cubicBezTo>
                    <a:pt x="364" y="1005"/>
                    <a:pt x="252" y="1060"/>
                    <a:pt x="168" y="1116"/>
                  </a:cubicBezTo>
                  <a:cubicBezTo>
                    <a:pt x="85" y="1200"/>
                    <a:pt x="29" y="1284"/>
                    <a:pt x="29" y="1423"/>
                  </a:cubicBezTo>
                  <a:cubicBezTo>
                    <a:pt x="1" y="1535"/>
                    <a:pt x="1" y="1618"/>
                    <a:pt x="29" y="1702"/>
                  </a:cubicBezTo>
                  <a:cubicBezTo>
                    <a:pt x="57" y="1786"/>
                    <a:pt x="113" y="1870"/>
                    <a:pt x="168" y="1925"/>
                  </a:cubicBezTo>
                  <a:cubicBezTo>
                    <a:pt x="224" y="1981"/>
                    <a:pt x="280" y="2037"/>
                    <a:pt x="364" y="2093"/>
                  </a:cubicBezTo>
                  <a:cubicBezTo>
                    <a:pt x="447" y="2121"/>
                    <a:pt x="531" y="2148"/>
                    <a:pt x="643" y="2176"/>
                  </a:cubicBezTo>
                  <a:lnTo>
                    <a:pt x="922" y="2176"/>
                  </a:lnTo>
                  <a:cubicBezTo>
                    <a:pt x="1005" y="2148"/>
                    <a:pt x="1089" y="2121"/>
                    <a:pt x="1145" y="2093"/>
                  </a:cubicBezTo>
                  <a:cubicBezTo>
                    <a:pt x="1201" y="2037"/>
                    <a:pt x="1256" y="1981"/>
                    <a:pt x="1312" y="1925"/>
                  </a:cubicBezTo>
                  <a:cubicBezTo>
                    <a:pt x="1340" y="1870"/>
                    <a:pt x="1396" y="1814"/>
                    <a:pt x="1424" y="1730"/>
                  </a:cubicBezTo>
                  <a:lnTo>
                    <a:pt x="1312" y="1646"/>
                  </a:lnTo>
                  <a:lnTo>
                    <a:pt x="1229" y="1618"/>
                  </a:lnTo>
                  <a:lnTo>
                    <a:pt x="1145" y="1674"/>
                  </a:lnTo>
                  <a:lnTo>
                    <a:pt x="1089" y="1758"/>
                  </a:lnTo>
                  <a:lnTo>
                    <a:pt x="977" y="1842"/>
                  </a:lnTo>
                  <a:cubicBezTo>
                    <a:pt x="950" y="1870"/>
                    <a:pt x="922" y="1897"/>
                    <a:pt x="866" y="1925"/>
                  </a:cubicBezTo>
                  <a:lnTo>
                    <a:pt x="671" y="1925"/>
                  </a:lnTo>
                  <a:cubicBezTo>
                    <a:pt x="587" y="1897"/>
                    <a:pt x="531" y="1897"/>
                    <a:pt x="503" y="1870"/>
                  </a:cubicBezTo>
                  <a:cubicBezTo>
                    <a:pt x="447" y="1842"/>
                    <a:pt x="392" y="1786"/>
                    <a:pt x="364" y="1758"/>
                  </a:cubicBezTo>
                  <a:cubicBezTo>
                    <a:pt x="336" y="1702"/>
                    <a:pt x="308" y="1674"/>
                    <a:pt x="308" y="1618"/>
                  </a:cubicBezTo>
                  <a:cubicBezTo>
                    <a:pt x="308" y="1563"/>
                    <a:pt x="308" y="1535"/>
                    <a:pt x="308" y="1479"/>
                  </a:cubicBezTo>
                  <a:cubicBezTo>
                    <a:pt x="308" y="1423"/>
                    <a:pt x="336" y="1367"/>
                    <a:pt x="336" y="1339"/>
                  </a:cubicBezTo>
                  <a:cubicBezTo>
                    <a:pt x="364" y="1284"/>
                    <a:pt x="392" y="1256"/>
                    <a:pt x="447" y="1228"/>
                  </a:cubicBezTo>
                  <a:cubicBezTo>
                    <a:pt x="475" y="1200"/>
                    <a:pt x="531" y="1172"/>
                    <a:pt x="615" y="1172"/>
                  </a:cubicBezTo>
                  <a:lnTo>
                    <a:pt x="894" y="1172"/>
                  </a:lnTo>
                  <a:lnTo>
                    <a:pt x="922" y="977"/>
                  </a:lnTo>
                  <a:cubicBezTo>
                    <a:pt x="838" y="949"/>
                    <a:pt x="754" y="949"/>
                    <a:pt x="698" y="921"/>
                  </a:cubicBezTo>
                  <a:cubicBezTo>
                    <a:pt x="643" y="893"/>
                    <a:pt x="587" y="865"/>
                    <a:pt x="559" y="809"/>
                  </a:cubicBezTo>
                  <a:cubicBezTo>
                    <a:pt x="531" y="781"/>
                    <a:pt x="503" y="726"/>
                    <a:pt x="503" y="698"/>
                  </a:cubicBezTo>
                  <a:cubicBezTo>
                    <a:pt x="475" y="642"/>
                    <a:pt x="475" y="586"/>
                    <a:pt x="475" y="558"/>
                  </a:cubicBezTo>
                  <a:cubicBezTo>
                    <a:pt x="503" y="502"/>
                    <a:pt x="503" y="447"/>
                    <a:pt x="531" y="391"/>
                  </a:cubicBezTo>
                  <a:lnTo>
                    <a:pt x="615" y="307"/>
                  </a:lnTo>
                  <a:cubicBezTo>
                    <a:pt x="671" y="279"/>
                    <a:pt x="698" y="251"/>
                    <a:pt x="754" y="251"/>
                  </a:cubicBezTo>
                  <a:lnTo>
                    <a:pt x="894" y="251"/>
                  </a:lnTo>
                  <a:cubicBezTo>
                    <a:pt x="950" y="251"/>
                    <a:pt x="977" y="279"/>
                    <a:pt x="1033" y="307"/>
                  </a:cubicBezTo>
                  <a:lnTo>
                    <a:pt x="1145" y="363"/>
                  </a:lnTo>
                  <a:lnTo>
                    <a:pt x="1201" y="475"/>
                  </a:lnTo>
                  <a:cubicBezTo>
                    <a:pt x="1229" y="530"/>
                    <a:pt x="1229" y="558"/>
                    <a:pt x="1229" y="614"/>
                  </a:cubicBezTo>
                  <a:lnTo>
                    <a:pt x="1284" y="698"/>
                  </a:lnTo>
                  <a:lnTo>
                    <a:pt x="1368" y="726"/>
                  </a:lnTo>
                  <a:lnTo>
                    <a:pt x="1508" y="698"/>
                  </a:lnTo>
                  <a:cubicBezTo>
                    <a:pt x="1508" y="614"/>
                    <a:pt x="1508" y="530"/>
                    <a:pt x="1480" y="447"/>
                  </a:cubicBezTo>
                  <a:cubicBezTo>
                    <a:pt x="1452" y="363"/>
                    <a:pt x="1396" y="279"/>
                    <a:pt x="1340" y="223"/>
                  </a:cubicBezTo>
                  <a:cubicBezTo>
                    <a:pt x="1312" y="168"/>
                    <a:pt x="1229" y="112"/>
                    <a:pt x="1173" y="84"/>
                  </a:cubicBezTo>
                  <a:cubicBezTo>
                    <a:pt x="1089" y="56"/>
                    <a:pt x="1005" y="28"/>
                    <a:pt x="92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2347;p36">
              <a:extLst>
                <a:ext uri="{FF2B5EF4-FFF2-40B4-BE49-F238E27FC236}">
                  <a16:creationId xmlns:a16="http://schemas.microsoft.com/office/drawing/2014/main" id="{E2745294-E1AD-A140-5729-EAF2A110B2B2}"/>
                </a:ext>
              </a:extLst>
            </p:cNvPr>
            <p:cNvSpPr/>
            <p:nvPr/>
          </p:nvSpPr>
          <p:spPr>
            <a:xfrm>
              <a:off x="6840488" y="2869122"/>
              <a:ext cx="135584" cy="135584"/>
            </a:xfrm>
            <a:custGeom>
              <a:avLst/>
              <a:gdLst/>
              <a:ahLst/>
              <a:cxnLst/>
              <a:rect l="l" t="t" r="r" b="b"/>
              <a:pathLst>
                <a:path w="2177" h="2177" extrusionOk="0">
                  <a:moveTo>
                    <a:pt x="1005" y="0"/>
                  </a:moveTo>
                  <a:lnTo>
                    <a:pt x="0" y="1200"/>
                  </a:lnTo>
                  <a:lnTo>
                    <a:pt x="1172" y="2177"/>
                  </a:lnTo>
                  <a:lnTo>
                    <a:pt x="2176" y="949"/>
                  </a:lnTo>
                  <a:lnTo>
                    <a:pt x="1005" y="0"/>
                  </a:lnTo>
                  <a:close/>
                </a:path>
              </a:pathLst>
            </a:custGeom>
            <a:solidFill>
              <a:srgbClr val="F7F6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2348;p36">
              <a:extLst>
                <a:ext uri="{FF2B5EF4-FFF2-40B4-BE49-F238E27FC236}">
                  <a16:creationId xmlns:a16="http://schemas.microsoft.com/office/drawing/2014/main" id="{8617B426-F869-5E3E-DF52-F8CBADCDF466}"/>
                </a:ext>
              </a:extLst>
            </p:cNvPr>
            <p:cNvSpPr/>
            <p:nvPr/>
          </p:nvSpPr>
          <p:spPr>
            <a:xfrm flipH="1">
              <a:off x="6871753" y="2896900"/>
              <a:ext cx="71311" cy="79033"/>
            </a:xfrm>
            <a:custGeom>
              <a:avLst/>
              <a:gdLst/>
              <a:ahLst/>
              <a:cxnLst/>
              <a:rect l="l" t="t" r="r" b="b"/>
              <a:pathLst>
                <a:path w="1145" h="1269" extrusionOk="0">
                  <a:moveTo>
                    <a:pt x="698" y="1"/>
                  </a:moveTo>
                  <a:cubicBezTo>
                    <a:pt x="670" y="1"/>
                    <a:pt x="614" y="29"/>
                    <a:pt x="586" y="29"/>
                  </a:cubicBezTo>
                  <a:lnTo>
                    <a:pt x="475" y="140"/>
                  </a:lnTo>
                  <a:lnTo>
                    <a:pt x="419" y="224"/>
                  </a:lnTo>
                  <a:lnTo>
                    <a:pt x="419" y="308"/>
                  </a:lnTo>
                  <a:lnTo>
                    <a:pt x="419" y="419"/>
                  </a:lnTo>
                  <a:lnTo>
                    <a:pt x="475" y="503"/>
                  </a:lnTo>
                  <a:cubicBezTo>
                    <a:pt x="415" y="483"/>
                    <a:pt x="356" y="463"/>
                    <a:pt x="307" y="463"/>
                  </a:cubicBezTo>
                  <a:cubicBezTo>
                    <a:pt x="287" y="463"/>
                    <a:pt x="268" y="467"/>
                    <a:pt x="251" y="475"/>
                  </a:cubicBezTo>
                  <a:cubicBezTo>
                    <a:pt x="196" y="475"/>
                    <a:pt x="140" y="531"/>
                    <a:pt x="84" y="587"/>
                  </a:cubicBezTo>
                  <a:cubicBezTo>
                    <a:pt x="56" y="642"/>
                    <a:pt x="28" y="670"/>
                    <a:pt x="0" y="726"/>
                  </a:cubicBezTo>
                  <a:cubicBezTo>
                    <a:pt x="0" y="782"/>
                    <a:pt x="0" y="838"/>
                    <a:pt x="0" y="894"/>
                  </a:cubicBezTo>
                  <a:cubicBezTo>
                    <a:pt x="28" y="949"/>
                    <a:pt x="28" y="977"/>
                    <a:pt x="56" y="1033"/>
                  </a:cubicBezTo>
                  <a:cubicBezTo>
                    <a:pt x="112" y="1089"/>
                    <a:pt x="140" y="1117"/>
                    <a:pt x="196" y="1145"/>
                  </a:cubicBezTo>
                  <a:cubicBezTo>
                    <a:pt x="224" y="1200"/>
                    <a:pt x="279" y="1228"/>
                    <a:pt x="335" y="1256"/>
                  </a:cubicBezTo>
                  <a:cubicBezTo>
                    <a:pt x="372" y="1256"/>
                    <a:pt x="397" y="1269"/>
                    <a:pt x="426" y="1269"/>
                  </a:cubicBezTo>
                  <a:cubicBezTo>
                    <a:pt x="441" y="1269"/>
                    <a:pt x="456" y="1266"/>
                    <a:pt x="475" y="1256"/>
                  </a:cubicBezTo>
                  <a:cubicBezTo>
                    <a:pt x="530" y="1256"/>
                    <a:pt x="558" y="1256"/>
                    <a:pt x="614" y="1228"/>
                  </a:cubicBezTo>
                  <a:cubicBezTo>
                    <a:pt x="642" y="1228"/>
                    <a:pt x="698" y="1200"/>
                    <a:pt x="726" y="1173"/>
                  </a:cubicBezTo>
                  <a:lnTo>
                    <a:pt x="698" y="1089"/>
                  </a:lnTo>
                  <a:lnTo>
                    <a:pt x="670" y="1061"/>
                  </a:lnTo>
                  <a:lnTo>
                    <a:pt x="614" y="1061"/>
                  </a:lnTo>
                  <a:lnTo>
                    <a:pt x="558" y="1089"/>
                  </a:lnTo>
                  <a:lnTo>
                    <a:pt x="391" y="1089"/>
                  </a:lnTo>
                  <a:lnTo>
                    <a:pt x="279" y="1033"/>
                  </a:lnTo>
                  <a:lnTo>
                    <a:pt x="196" y="949"/>
                  </a:lnTo>
                  <a:lnTo>
                    <a:pt x="168" y="866"/>
                  </a:lnTo>
                  <a:lnTo>
                    <a:pt x="196" y="782"/>
                  </a:lnTo>
                  <a:lnTo>
                    <a:pt x="224" y="698"/>
                  </a:lnTo>
                  <a:lnTo>
                    <a:pt x="279" y="642"/>
                  </a:lnTo>
                  <a:lnTo>
                    <a:pt x="363" y="615"/>
                  </a:lnTo>
                  <a:lnTo>
                    <a:pt x="475" y="642"/>
                  </a:lnTo>
                  <a:cubicBezTo>
                    <a:pt x="530" y="642"/>
                    <a:pt x="558" y="670"/>
                    <a:pt x="614" y="726"/>
                  </a:cubicBezTo>
                  <a:lnTo>
                    <a:pt x="698" y="615"/>
                  </a:lnTo>
                  <a:cubicBezTo>
                    <a:pt x="642" y="587"/>
                    <a:pt x="614" y="559"/>
                    <a:pt x="586" y="531"/>
                  </a:cubicBezTo>
                  <a:lnTo>
                    <a:pt x="558" y="419"/>
                  </a:lnTo>
                  <a:lnTo>
                    <a:pt x="558" y="336"/>
                  </a:lnTo>
                  <a:lnTo>
                    <a:pt x="586" y="252"/>
                  </a:lnTo>
                  <a:lnTo>
                    <a:pt x="670" y="196"/>
                  </a:lnTo>
                  <a:lnTo>
                    <a:pt x="754" y="168"/>
                  </a:lnTo>
                  <a:lnTo>
                    <a:pt x="809" y="196"/>
                  </a:lnTo>
                  <a:lnTo>
                    <a:pt x="893" y="224"/>
                  </a:lnTo>
                  <a:lnTo>
                    <a:pt x="949" y="308"/>
                  </a:lnTo>
                  <a:lnTo>
                    <a:pt x="977" y="363"/>
                  </a:lnTo>
                  <a:lnTo>
                    <a:pt x="1005" y="447"/>
                  </a:lnTo>
                  <a:lnTo>
                    <a:pt x="977" y="531"/>
                  </a:lnTo>
                  <a:lnTo>
                    <a:pt x="977" y="587"/>
                  </a:lnTo>
                  <a:lnTo>
                    <a:pt x="1005" y="615"/>
                  </a:lnTo>
                  <a:lnTo>
                    <a:pt x="1088" y="670"/>
                  </a:lnTo>
                  <a:cubicBezTo>
                    <a:pt x="1116" y="615"/>
                    <a:pt x="1144" y="559"/>
                    <a:pt x="1144" y="503"/>
                  </a:cubicBezTo>
                  <a:cubicBezTo>
                    <a:pt x="1144" y="447"/>
                    <a:pt x="1144" y="391"/>
                    <a:pt x="1144" y="363"/>
                  </a:cubicBezTo>
                  <a:cubicBezTo>
                    <a:pt x="1144" y="308"/>
                    <a:pt x="1116" y="252"/>
                    <a:pt x="1088" y="224"/>
                  </a:cubicBezTo>
                  <a:cubicBezTo>
                    <a:pt x="1061" y="168"/>
                    <a:pt x="1033" y="140"/>
                    <a:pt x="977" y="112"/>
                  </a:cubicBezTo>
                  <a:cubicBezTo>
                    <a:pt x="949" y="84"/>
                    <a:pt x="893" y="57"/>
                    <a:pt x="837" y="29"/>
                  </a:cubicBezTo>
                  <a:cubicBezTo>
                    <a:pt x="809" y="1"/>
                    <a:pt x="754" y="1"/>
                    <a:pt x="69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 For your atention</a:t>
            </a:r>
            <a:endParaRPr dirty="0"/>
          </a:p>
        </p:txBody>
      </p:sp>
      <p:sp>
        <p:nvSpPr>
          <p:cNvPr id="2" name="Google Shape;131;p26">
            <a:extLst>
              <a:ext uri="{FF2B5EF4-FFF2-40B4-BE49-F238E27FC236}">
                <a16:creationId xmlns:a16="http://schemas.microsoft.com/office/drawing/2014/main" id="{5E16C058-0338-4608-FF62-969A1182E9C8}"/>
              </a:ext>
            </a:extLst>
          </p:cNvPr>
          <p:cNvSpPr/>
          <p:nvPr/>
        </p:nvSpPr>
        <p:spPr>
          <a:xfrm>
            <a:off x="2738024" y="2225690"/>
            <a:ext cx="3617662" cy="2152630"/>
          </a:xfrm>
          <a:custGeom>
            <a:avLst/>
            <a:gdLst/>
            <a:ahLst/>
            <a:cxnLst/>
            <a:rect l="l" t="t" r="r" b="b"/>
            <a:pathLst>
              <a:path w="123322" h="87692" extrusionOk="0">
                <a:moveTo>
                  <a:pt x="50744" y="3857"/>
                </a:moveTo>
                <a:cubicBezTo>
                  <a:pt x="41030" y="4365"/>
                  <a:pt x="33489" y="1063"/>
                  <a:pt x="27695" y="3095"/>
                </a:cubicBezTo>
                <a:cubicBezTo>
                  <a:pt x="21901" y="5127"/>
                  <a:pt x="17638" y="10715"/>
                  <a:pt x="15982" y="16049"/>
                </a:cubicBezTo>
                <a:cubicBezTo>
                  <a:pt x="14326" y="21383"/>
                  <a:pt x="20322" y="27860"/>
                  <a:pt x="17760" y="35099"/>
                </a:cubicBezTo>
                <a:cubicBezTo>
                  <a:pt x="15198" y="42338"/>
                  <a:pt x="2491" y="51990"/>
                  <a:pt x="609" y="59483"/>
                </a:cubicBezTo>
                <a:cubicBezTo>
                  <a:pt x="-1273" y="66976"/>
                  <a:pt x="1359" y="75866"/>
                  <a:pt x="6466" y="80057"/>
                </a:cubicBezTo>
                <a:cubicBezTo>
                  <a:pt x="11574" y="84248"/>
                  <a:pt x="18877" y="83359"/>
                  <a:pt x="31254" y="84629"/>
                </a:cubicBezTo>
                <a:cubicBezTo>
                  <a:pt x="43631" y="85899"/>
                  <a:pt x="66559" y="87550"/>
                  <a:pt x="80729" y="87677"/>
                </a:cubicBezTo>
                <a:cubicBezTo>
                  <a:pt x="94899" y="87804"/>
                  <a:pt x="109252" y="87169"/>
                  <a:pt x="116274" y="85391"/>
                </a:cubicBezTo>
                <a:cubicBezTo>
                  <a:pt x="123296" y="83613"/>
                  <a:pt x="121886" y="81581"/>
                  <a:pt x="122862" y="77009"/>
                </a:cubicBezTo>
                <a:cubicBezTo>
                  <a:pt x="123838" y="72437"/>
                  <a:pt x="123106" y="63928"/>
                  <a:pt x="122130" y="57959"/>
                </a:cubicBezTo>
                <a:cubicBezTo>
                  <a:pt x="121154" y="51990"/>
                  <a:pt x="118078" y="46148"/>
                  <a:pt x="117006" y="41195"/>
                </a:cubicBezTo>
                <a:cubicBezTo>
                  <a:pt x="115934" y="36242"/>
                  <a:pt x="116422" y="33956"/>
                  <a:pt x="115696" y="28241"/>
                </a:cubicBezTo>
                <a:cubicBezTo>
                  <a:pt x="114970" y="22526"/>
                  <a:pt x="117601" y="11604"/>
                  <a:pt x="112648" y="6905"/>
                </a:cubicBezTo>
                <a:cubicBezTo>
                  <a:pt x="107695" y="2206"/>
                  <a:pt x="96295" y="555"/>
                  <a:pt x="85978" y="47"/>
                </a:cubicBezTo>
                <a:cubicBezTo>
                  <a:pt x="75661" y="-461"/>
                  <a:pt x="60458" y="3349"/>
                  <a:pt x="50744" y="385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476AEE-8361-913C-8461-74D57A10F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709" y="1056326"/>
            <a:ext cx="1890582" cy="36535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orse Infographics by Slidesgo">
  <a:themeElements>
    <a:clrScheme name="Simple Light">
      <a:dk1>
        <a:srgbClr val="191919"/>
      </a:dk1>
      <a:lt1>
        <a:srgbClr val="FFFFFF"/>
      </a:lt1>
      <a:dk2>
        <a:srgbClr val="706F6F"/>
      </a:dk2>
      <a:lt2>
        <a:srgbClr val="E0E0E0"/>
      </a:lt2>
      <a:accent1>
        <a:srgbClr val="E24840"/>
      </a:accent1>
      <a:accent2>
        <a:srgbClr val="128999"/>
      </a:accent2>
      <a:accent3>
        <a:srgbClr val="FFB443"/>
      </a:accent3>
      <a:accent4>
        <a:srgbClr val="993917"/>
      </a:accent4>
      <a:accent5>
        <a:srgbClr val="66260F"/>
      </a:accent5>
      <a:accent6>
        <a:srgbClr val="F3DBC4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Presentación en pantalla (16:9)</PresentationFormat>
  <Paragraphs>24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Aptos</vt:lpstr>
      <vt:lpstr>Fira Sans Extra Condensed SemiBold</vt:lpstr>
      <vt:lpstr>Roboto</vt:lpstr>
      <vt:lpstr>Arial</vt:lpstr>
      <vt:lpstr>Bebas Neue</vt:lpstr>
      <vt:lpstr>Horse Infographics by Slidesgo</vt:lpstr>
      <vt:lpstr>Gurry App</vt:lpstr>
      <vt:lpstr>Index</vt:lpstr>
      <vt:lpstr>What is Gurry?</vt:lpstr>
      <vt:lpstr>Why I choose this topic </vt:lpstr>
      <vt:lpstr>Features</vt:lpstr>
      <vt:lpstr>Test</vt:lpstr>
      <vt:lpstr>Conclusion</vt:lpstr>
      <vt:lpstr>Thanks For your atention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Raúl Díaz</dc:creator>
  <cp:lastModifiedBy>Diaz Raul - s2500238011</cp:lastModifiedBy>
  <cp:revision>1</cp:revision>
  <dcterms:modified xsi:type="dcterms:W3CDTF">2026-01-29T17:52:16Z</dcterms:modified>
</cp:coreProperties>
</file>